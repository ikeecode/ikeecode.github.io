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Mukta Light"/>
      <p:regular r:id="rId22"/>
      <p:bold r:id="rId23"/>
    </p:embeddedFont>
    <p:embeddedFont>
      <p:font typeface="Mukta"/>
      <p:regular r:id="rId24"/>
      <p:bold r:id="rId25"/>
    </p:embeddedFont>
    <p:embeddedFont>
      <p:font typeface="Life Savers"/>
      <p:regular r:id="rId26"/>
      <p:bold r:id="rId27"/>
    </p:embeddedFont>
    <p:embeddedFont>
      <p:font typeface="Chelsea Market"/>
      <p:regular r:id="rId28"/>
    </p:embeddedFont>
    <p:embeddedFont>
      <p:font typeface="Special Elite"/>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MuktaLight-regular.fntdata"/><Relationship Id="rId21" Type="http://schemas.openxmlformats.org/officeDocument/2006/relationships/slide" Target="slides/slide17.xml"/><Relationship Id="rId24" Type="http://schemas.openxmlformats.org/officeDocument/2006/relationships/font" Target="fonts/Mukta-regular.fntdata"/><Relationship Id="rId23" Type="http://schemas.openxmlformats.org/officeDocument/2006/relationships/font" Target="fonts/MuktaLigh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feSavers-regular.fntdata"/><Relationship Id="rId25" Type="http://schemas.openxmlformats.org/officeDocument/2006/relationships/font" Target="fonts/Mukta-bold.fntdata"/><Relationship Id="rId28" Type="http://schemas.openxmlformats.org/officeDocument/2006/relationships/font" Target="fonts/ChelseaMarket-regular.fntdata"/><Relationship Id="rId27" Type="http://schemas.openxmlformats.org/officeDocument/2006/relationships/font" Target="fonts/LifeSaver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SpecialElite-regular.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ab73cd424c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ab73cd424c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a2f6a8b41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a2f6a8b41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a2f6a8b41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a2f6a8b41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0a33ed300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0a33ed300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a2f6a8b41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a2f6a8b41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ab33635bd2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ab33635bd2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ab33635bd2_0_9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ab33635bd2_0_9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10a33ed3003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10a33ed300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10a33ed300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10a33ed300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a2f6a8b41d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a2f6a8b41d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a2eb790d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a2eb790d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a2f6a8b41d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a2f6a8b41d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ab33635bd2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ab33635bd2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ga2f6a8b71f_0_15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3" name="Google Shape;1353;ga2f6a8b71f_0_15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a2f6a8b71f_0_15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a2f6a8b71f_0_15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a2f6a8b71f_0_15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a2f6a8b71f_0_15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6" name="Shape 1386"/>
        <p:cNvGrpSpPr/>
        <p:nvPr/>
      </p:nvGrpSpPr>
      <p:grpSpPr>
        <a:xfrm>
          <a:off x="0" y="0"/>
          <a:ext cx="0" cy="0"/>
          <a:chOff x="0" y="0"/>
          <a:chExt cx="0" cy="0"/>
        </a:xfrm>
      </p:grpSpPr>
      <p:sp>
        <p:nvSpPr>
          <p:cNvPr id="1387" name="Google Shape;1387;g10a33ed3003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8" name="Google Shape;1388;g10a33ed3003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839854" y="-586501"/>
            <a:ext cx="5464293" cy="5464293"/>
          </a:xfrm>
          <a:custGeom>
            <a:rect b="b" l="l" r="r" t="t"/>
            <a:pathLst>
              <a:path extrusionOk="0" h="79637" w="79637">
                <a:moveTo>
                  <a:pt x="39825" y="0"/>
                </a:moveTo>
                <a:cubicBezTo>
                  <a:pt x="17815" y="0"/>
                  <a:pt x="0" y="17815"/>
                  <a:pt x="0" y="39812"/>
                </a:cubicBezTo>
                <a:cubicBezTo>
                  <a:pt x="0" y="61822"/>
                  <a:pt x="17815" y="79636"/>
                  <a:pt x="39825" y="79636"/>
                </a:cubicBezTo>
                <a:cubicBezTo>
                  <a:pt x="61822" y="79636"/>
                  <a:pt x="79637" y="61822"/>
                  <a:pt x="79637" y="39812"/>
                </a:cubicBezTo>
                <a:cubicBezTo>
                  <a:pt x="79637" y="17815"/>
                  <a:pt x="61822" y="0"/>
                  <a:pt x="398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2485950" y="547700"/>
            <a:ext cx="4172100" cy="27234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b="1" sz="5400">
                <a:solidFill>
                  <a:srgbClr val="FFEC9D"/>
                </a:solidFill>
                <a:latin typeface="Life Savers"/>
                <a:ea typeface="Life Savers"/>
                <a:cs typeface="Life Savers"/>
                <a:sym typeface="Life Saver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2905900" y="3139750"/>
            <a:ext cx="31242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lt1"/>
                </a:solidFill>
                <a:latin typeface="Mukta Light"/>
                <a:ea typeface="Mukta Light"/>
                <a:cs typeface="Mukta Light"/>
                <a:sym typeface="Mukta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a:off x="8361668" y="740908"/>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302027" y="4298865"/>
            <a:ext cx="675314" cy="304797"/>
            <a:chOff x="4763863" y="259761"/>
            <a:chExt cx="766705" cy="346045"/>
          </a:xfrm>
        </p:grpSpPr>
        <p:sp>
          <p:nvSpPr>
            <p:cNvPr id="15" name="Google Shape;15;p2"/>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 name="Google Shape;19;p2"/>
          <p:cNvSpPr/>
          <p:nvPr/>
        </p:nvSpPr>
        <p:spPr>
          <a:xfrm>
            <a:off x="7397512" y="451651"/>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7632760" y="3000967"/>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 name="Google Shape;21;p2"/>
          <p:cNvGrpSpPr/>
          <p:nvPr/>
        </p:nvGrpSpPr>
        <p:grpSpPr>
          <a:xfrm>
            <a:off x="7632755" y="4097514"/>
            <a:ext cx="1357006" cy="707493"/>
            <a:chOff x="1787352" y="2530363"/>
            <a:chExt cx="1540651" cy="803239"/>
          </a:xfrm>
        </p:grpSpPr>
        <p:sp>
          <p:nvSpPr>
            <p:cNvPr id="22" name="Google Shape;22;p2"/>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 name="Google Shape;28;p2"/>
          <p:cNvGrpSpPr/>
          <p:nvPr/>
        </p:nvGrpSpPr>
        <p:grpSpPr>
          <a:xfrm>
            <a:off x="487729" y="1039833"/>
            <a:ext cx="721026" cy="252610"/>
            <a:chOff x="2109963" y="768908"/>
            <a:chExt cx="818604" cy="286796"/>
          </a:xfrm>
        </p:grpSpPr>
        <p:sp>
          <p:nvSpPr>
            <p:cNvPr id="29" name="Google Shape;29;p2"/>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 name="Google Shape;34;p2"/>
          <p:cNvGrpSpPr/>
          <p:nvPr/>
        </p:nvGrpSpPr>
        <p:grpSpPr>
          <a:xfrm>
            <a:off x="750361" y="2304005"/>
            <a:ext cx="595379" cy="434972"/>
            <a:chOff x="570141" y="1610117"/>
            <a:chExt cx="675952" cy="493837"/>
          </a:xfrm>
        </p:grpSpPr>
        <p:sp>
          <p:nvSpPr>
            <p:cNvPr id="35" name="Google Shape;35;p2"/>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 name="Google Shape;38;p2"/>
          <p:cNvGrpSpPr/>
          <p:nvPr/>
        </p:nvGrpSpPr>
        <p:grpSpPr>
          <a:xfrm>
            <a:off x="7960231" y="1780188"/>
            <a:ext cx="563833" cy="258403"/>
            <a:chOff x="6301529" y="2700815"/>
            <a:chExt cx="640137" cy="293373"/>
          </a:xfrm>
        </p:grpSpPr>
        <p:sp>
          <p:nvSpPr>
            <p:cNvPr id="39" name="Google Shape;39;p2"/>
            <p:cNvSpPr/>
            <p:nvPr/>
          </p:nvSpPr>
          <p:spPr>
            <a:xfrm>
              <a:off x="6301529" y="2703026"/>
              <a:ext cx="188802" cy="281656"/>
            </a:xfrm>
            <a:custGeom>
              <a:rect b="b" l="l" r="r" t="t"/>
              <a:pathLst>
                <a:path extrusionOk="0" h="5096" w="3416">
                  <a:moveTo>
                    <a:pt x="2528" y="609"/>
                  </a:moveTo>
                  <a:lnTo>
                    <a:pt x="2356" y="3177"/>
                  </a:lnTo>
                  <a:cubicBezTo>
                    <a:pt x="2211" y="3190"/>
                    <a:pt x="2039" y="3203"/>
                    <a:pt x="1853" y="3216"/>
                  </a:cubicBezTo>
                  <a:cubicBezTo>
                    <a:pt x="1668" y="3216"/>
                    <a:pt x="1496" y="3229"/>
                    <a:pt x="1324" y="3243"/>
                  </a:cubicBezTo>
                  <a:cubicBezTo>
                    <a:pt x="1165" y="3243"/>
                    <a:pt x="1020" y="3243"/>
                    <a:pt x="901" y="3256"/>
                  </a:cubicBezTo>
                  <a:lnTo>
                    <a:pt x="702" y="3256"/>
                  </a:lnTo>
                  <a:cubicBezTo>
                    <a:pt x="662" y="3256"/>
                    <a:pt x="636" y="3256"/>
                    <a:pt x="623" y="3243"/>
                  </a:cubicBezTo>
                  <a:cubicBezTo>
                    <a:pt x="623" y="3229"/>
                    <a:pt x="623" y="3216"/>
                    <a:pt x="623" y="3203"/>
                  </a:cubicBezTo>
                  <a:cubicBezTo>
                    <a:pt x="623" y="3177"/>
                    <a:pt x="623" y="3163"/>
                    <a:pt x="649" y="3137"/>
                  </a:cubicBezTo>
                  <a:cubicBezTo>
                    <a:pt x="676" y="3110"/>
                    <a:pt x="689" y="3097"/>
                    <a:pt x="689" y="3084"/>
                  </a:cubicBezTo>
                  <a:lnTo>
                    <a:pt x="2528" y="609"/>
                  </a:lnTo>
                  <a:close/>
                  <a:moveTo>
                    <a:pt x="2714" y="0"/>
                  </a:moveTo>
                  <a:cubicBezTo>
                    <a:pt x="2648" y="0"/>
                    <a:pt x="2581" y="27"/>
                    <a:pt x="2515" y="66"/>
                  </a:cubicBezTo>
                  <a:cubicBezTo>
                    <a:pt x="2462" y="119"/>
                    <a:pt x="2423" y="146"/>
                    <a:pt x="2409" y="172"/>
                  </a:cubicBezTo>
                  <a:cubicBezTo>
                    <a:pt x="2264" y="357"/>
                    <a:pt x="2131" y="530"/>
                    <a:pt x="2012" y="688"/>
                  </a:cubicBezTo>
                  <a:cubicBezTo>
                    <a:pt x="1893" y="834"/>
                    <a:pt x="1774" y="980"/>
                    <a:pt x="1668" y="1125"/>
                  </a:cubicBezTo>
                  <a:lnTo>
                    <a:pt x="1351" y="1562"/>
                  </a:lnTo>
                  <a:cubicBezTo>
                    <a:pt x="1245" y="1707"/>
                    <a:pt x="1126" y="1866"/>
                    <a:pt x="993" y="2038"/>
                  </a:cubicBezTo>
                  <a:cubicBezTo>
                    <a:pt x="874" y="2197"/>
                    <a:pt x="728" y="2396"/>
                    <a:pt x="583" y="2594"/>
                  </a:cubicBezTo>
                  <a:cubicBezTo>
                    <a:pt x="437" y="2806"/>
                    <a:pt x="265" y="3031"/>
                    <a:pt x="67" y="3296"/>
                  </a:cubicBezTo>
                  <a:cubicBezTo>
                    <a:pt x="40" y="3335"/>
                    <a:pt x="27" y="3362"/>
                    <a:pt x="14" y="3388"/>
                  </a:cubicBezTo>
                  <a:cubicBezTo>
                    <a:pt x="1" y="3415"/>
                    <a:pt x="1" y="3441"/>
                    <a:pt x="1" y="3468"/>
                  </a:cubicBezTo>
                  <a:cubicBezTo>
                    <a:pt x="1" y="3521"/>
                    <a:pt x="27" y="3574"/>
                    <a:pt x="80" y="3600"/>
                  </a:cubicBezTo>
                  <a:cubicBezTo>
                    <a:pt x="133" y="3640"/>
                    <a:pt x="186" y="3653"/>
                    <a:pt x="265" y="3653"/>
                  </a:cubicBezTo>
                  <a:cubicBezTo>
                    <a:pt x="345" y="3653"/>
                    <a:pt x="570" y="3640"/>
                    <a:pt x="901" y="3627"/>
                  </a:cubicBezTo>
                  <a:cubicBezTo>
                    <a:pt x="1231" y="3613"/>
                    <a:pt x="1721" y="3600"/>
                    <a:pt x="2343" y="3587"/>
                  </a:cubicBezTo>
                  <a:lnTo>
                    <a:pt x="2343" y="3587"/>
                  </a:lnTo>
                  <a:lnTo>
                    <a:pt x="2290" y="4540"/>
                  </a:lnTo>
                  <a:cubicBezTo>
                    <a:pt x="2290" y="4632"/>
                    <a:pt x="2264" y="4685"/>
                    <a:pt x="2211" y="4725"/>
                  </a:cubicBezTo>
                  <a:cubicBezTo>
                    <a:pt x="2158" y="4752"/>
                    <a:pt x="2078" y="4778"/>
                    <a:pt x="1986" y="4778"/>
                  </a:cubicBezTo>
                  <a:cubicBezTo>
                    <a:pt x="1973" y="4778"/>
                    <a:pt x="1946" y="4778"/>
                    <a:pt x="1893" y="4791"/>
                  </a:cubicBezTo>
                  <a:cubicBezTo>
                    <a:pt x="1853" y="4791"/>
                    <a:pt x="1801" y="4791"/>
                    <a:pt x="1748" y="4804"/>
                  </a:cubicBezTo>
                  <a:cubicBezTo>
                    <a:pt x="1695" y="4804"/>
                    <a:pt x="1642" y="4804"/>
                    <a:pt x="1576" y="4818"/>
                  </a:cubicBezTo>
                  <a:lnTo>
                    <a:pt x="1430" y="4818"/>
                  </a:lnTo>
                  <a:cubicBezTo>
                    <a:pt x="1390" y="4818"/>
                    <a:pt x="1351" y="4831"/>
                    <a:pt x="1311" y="4844"/>
                  </a:cubicBezTo>
                  <a:cubicBezTo>
                    <a:pt x="1271" y="4857"/>
                    <a:pt x="1245" y="4897"/>
                    <a:pt x="1245" y="4950"/>
                  </a:cubicBezTo>
                  <a:cubicBezTo>
                    <a:pt x="1245" y="5003"/>
                    <a:pt x="1271" y="5056"/>
                    <a:pt x="1324" y="5069"/>
                  </a:cubicBezTo>
                  <a:cubicBezTo>
                    <a:pt x="1377" y="5082"/>
                    <a:pt x="1417" y="5096"/>
                    <a:pt x="1456" y="5096"/>
                  </a:cubicBezTo>
                  <a:lnTo>
                    <a:pt x="2965" y="5096"/>
                  </a:lnTo>
                  <a:cubicBezTo>
                    <a:pt x="3045" y="5096"/>
                    <a:pt x="3111" y="5082"/>
                    <a:pt x="3164" y="5069"/>
                  </a:cubicBezTo>
                  <a:cubicBezTo>
                    <a:pt x="3217" y="5043"/>
                    <a:pt x="3230" y="5003"/>
                    <a:pt x="3230" y="4937"/>
                  </a:cubicBezTo>
                  <a:cubicBezTo>
                    <a:pt x="3230" y="4884"/>
                    <a:pt x="3217" y="4844"/>
                    <a:pt x="3164" y="4818"/>
                  </a:cubicBezTo>
                  <a:cubicBezTo>
                    <a:pt x="3124" y="4804"/>
                    <a:pt x="3058" y="4791"/>
                    <a:pt x="2965" y="4791"/>
                  </a:cubicBezTo>
                  <a:cubicBezTo>
                    <a:pt x="2912" y="4791"/>
                    <a:pt x="2859" y="4791"/>
                    <a:pt x="2793" y="4778"/>
                  </a:cubicBezTo>
                  <a:cubicBezTo>
                    <a:pt x="2740" y="4778"/>
                    <a:pt x="2714" y="4738"/>
                    <a:pt x="2714" y="4699"/>
                  </a:cubicBezTo>
                  <a:cubicBezTo>
                    <a:pt x="2714" y="4672"/>
                    <a:pt x="2714" y="4619"/>
                    <a:pt x="2714" y="4527"/>
                  </a:cubicBezTo>
                  <a:cubicBezTo>
                    <a:pt x="2727" y="4447"/>
                    <a:pt x="2727" y="4341"/>
                    <a:pt x="2727" y="4235"/>
                  </a:cubicBezTo>
                  <a:cubicBezTo>
                    <a:pt x="2740" y="4129"/>
                    <a:pt x="2740" y="4010"/>
                    <a:pt x="2753" y="3904"/>
                  </a:cubicBezTo>
                  <a:cubicBezTo>
                    <a:pt x="2753" y="3785"/>
                    <a:pt x="2767" y="3679"/>
                    <a:pt x="2767" y="3587"/>
                  </a:cubicBezTo>
                  <a:lnTo>
                    <a:pt x="3230" y="3587"/>
                  </a:lnTo>
                  <a:cubicBezTo>
                    <a:pt x="3256" y="3587"/>
                    <a:pt x="3296" y="3574"/>
                    <a:pt x="3336" y="3547"/>
                  </a:cubicBezTo>
                  <a:cubicBezTo>
                    <a:pt x="3389" y="3534"/>
                    <a:pt x="3415" y="3481"/>
                    <a:pt x="3415" y="3415"/>
                  </a:cubicBezTo>
                  <a:cubicBezTo>
                    <a:pt x="3415" y="3349"/>
                    <a:pt x="3389" y="3296"/>
                    <a:pt x="3349" y="3269"/>
                  </a:cubicBezTo>
                  <a:cubicBezTo>
                    <a:pt x="3309" y="3229"/>
                    <a:pt x="3256" y="3216"/>
                    <a:pt x="3190" y="3203"/>
                  </a:cubicBezTo>
                  <a:lnTo>
                    <a:pt x="2793" y="3177"/>
                  </a:lnTo>
                  <a:cubicBezTo>
                    <a:pt x="2793" y="3031"/>
                    <a:pt x="2793" y="2846"/>
                    <a:pt x="2806" y="2647"/>
                  </a:cubicBezTo>
                  <a:cubicBezTo>
                    <a:pt x="2806" y="2435"/>
                    <a:pt x="2820" y="2224"/>
                    <a:pt x="2833" y="1999"/>
                  </a:cubicBezTo>
                  <a:cubicBezTo>
                    <a:pt x="2846" y="1774"/>
                    <a:pt x="2859" y="1549"/>
                    <a:pt x="2873" y="1337"/>
                  </a:cubicBezTo>
                  <a:cubicBezTo>
                    <a:pt x="2899" y="1112"/>
                    <a:pt x="2912" y="927"/>
                    <a:pt x="2926" y="755"/>
                  </a:cubicBezTo>
                  <a:cubicBezTo>
                    <a:pt x="2939" y="569"/>
                    <a:pt x="2952" y="424"/>
                    <a:pt x="2952" y="318"/>
                  </a:cubicBezTo>
                  <a:cubicBezTo>
                    <a:pt x="2965" y="199"/>
                    <a:pt x="2965" y="146"/>
                    <a:pt x="2965" y="132"/>
                  </a:cubicBezTo>
                  <a:cubicBezTo>
                    <a:pt x="2965" y="93"/>
                    <a:pt x="2952" y="53"/>
                    <a:pt x="2899" y="40"/>
                  </a:cubicBezTo>
                  <a:cubicBezTo>
                    <a:pt x="2846" y="13"/>
                    <a:pt x="2780" y="0"/>
                    <a:pt x="2714"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504149" y="2700815"/>
              <a:ext cx="177804" cy="287515"/>
            </a:xfrm>
            <a:custGeom>
              <a:rect b="b" l="l" r="r" t="t"/>
              <a:pathLst>
                <a:path extrusionOk="0" h="5202" w="3217">
                  <a:moveTo>
                    <a:pt x="1668" y="0"/>
                  </a:moveTo>
                  <a:cubicBezTo>
                    <a:pt x="1417" y="0"/>
                    <a:pt x="1192" y="53"/>
                    <a:pt x="1007" y="159"/>
                  </a:cubicBezTo>
                  <a:cubicBezTo>
                    <a:pt x="808" y="265"/>
                    <a:pt x="649" y="384"/>
                    <a:pt x="517" y="530"/>
                  </a:cubicBezTo>
                  <a:cubicBezTo>
                    <a:pt x="385" y="662"/>
                    <a:pt x="279" y="808"/>
                    <a:pt x="212" y="967"/>
                  </a:cubicBezTo>
                  <a:cubicBezTo>
                    <a:pt x="146" y="1112"/>
                    <a:pt x="120" y="1231"/>
                    <a:pt x="120" y="1337"/>
                  </a:cubicBezTo>
                  <a:cubicBezTo>
                    <a:pt x="120" y="1350"/>
                    <a:pt x="120" y="1377"/>
                    <a:pt x="120" y="1417"/>
                  </a:cubicBezTo>
                  <a:cubicBezTo>
                    <a:pt x="120" y="1456"/>
                    <a:pt x="133" y="1509"/>
                    <a:pt x="146" y="1549"/>
                  </a:cubicBezTo>
                  <a:cubicBezTo>
                    <a:pt x="173" y="1589"/>
                    <a:pt x="199" y="1628"/>
                    <a:pt x="239" y="1655"/>
                  </a:cubicBezTo>
                  <a:cubicBezTo>
                    <a:pt x="279" y="1695"/>
                    <a:pt x="332" y="1708"/>
                    <a:pt x="398" y="1708"/>
                  </a:cubicBezTo>
                  <a:cubicBezTo>
                    <a:pt x="504" y="1708"/>
                    <a:pt x="583" y="1681"/>
                    <a:pt x="649" y="1628"/>
                  </a:cubicBezTo>
                  <a:cubicBezTo>
                    <a:pt x="715" y="1575"/>
                    <a:pt x="742" y="1509"/>
                    <a:pt x="742" y="1417"/>
                  </a:cubicBezTo>
                  <a:cubicBezTo>
                    <a:pt x="742" y="1377"/>
                    <a:pt x="729" y="1350"/>
                    <a:pt x="715" y="1324"/>
                  </a:cubicBezTo>
                  <a:cubicBezTo>
                    <a:pt x="702" y="1297"/>
                    <a:pt x="689" y="1271"/>
                    <a:pt x="662" y="1258"/>
                  </a:cubicBezTo>
                  <a:lnTo>
                    <a:pt x="623" y="1192"/>
                  </a:lnTo>
                  <a:cubicBezTo>
                    <a:pt x="610" y="1165"/>
                    <a:pt x="596" y="1139"/>
                    <a:pt x="596" y="1112"/>
                  </a:cubicBezTo>
                  <a:cubicBezTo>
                    <a:pt x="596" y="1072"/>
                    <a:pt x="623" y="1020"/>
                    <a:pt x="662" y="940"/>
                  </a:cubicBezTo>
                  <a:cubicBezTo>
                    <a:pt x="715" y="861"/>
                    <a:pt x="782" y="781"/>
                    <a:pt x="874" y="702"/>
                  </a:cubicBezTo>
                  <a:cubicBezTo>
                    <a:pt x="954" y="609"/>
                    <a:pt x="1060" y="543"/>
                    <a:pt x="1192" y="477"/>
                  </a:cubicBezTo>
                  <a:cubicBezTo>
                    <a:pt x="1311" y="411"/>
                    <a:pt x="1457" y="384"/>
                    <a:pt x="1602" y="384"/>
                  </a:cubicBezTo>
                  <a:cubicBezTo>
                    <a:pt x="1774" y="384"/>
                    <a:pt x="1907" y="411"/>
                    <a:pt x="2012" y="464"/>
                  </a:cubicBezTo>
                  <a:cubicBezTo>
                    <a:pt x="2132" y="517"/>
                    <a:pt x="2224" y="596"/>
                    <a:pt x="2290" y="675"/>
                  </a:cubicBezTo>
                  <a:cubicBezTo>
                    <a:pt x="2357" y="768"/>
                    <a:pt x="2410" y="861"/>
                    <a:pt x="2436" y="967"/>
                  </a:cubicBezTo>
                  <a:cubicBezTo>
                    <a:pt x="2462" y="1059"/>
                    <a:pt x="2489" y="1165"/>
                    <a:pt x="2489" y="1258"/>
                  </a:cubicBezTo>
                  <a:cubicBezTo>
                    <a:pt x="2489" y="1470"/>
                    <a:pt x="2449" y="1681"/>
                    <a:pt x="2370" y="1906"/>
                  </a:cubicBezTo>
                  <a:cubicBezTo>
                    <a:pt x="2290" y="2131"/>
                    <a:pt x="2198" y="2370"/>
                    <a:pt x="2065" y="2595"/>
                  </a:cubicBezTo>
                  <a:cubicBezTo>
                    <a:pt x="1946" y="2833"/>
                    <a:pt x="1801" y="3058"/>
                    <a:pt x="1629" y="3296"/>
                  </a:cubicBezTo>
                  <a:cubicBezTo>
                    <a:pt x="1470" y="3521"/>
                    <a:pt x="1298" y="3733"/>
                    <a:pt x="1126" y="3931"/>
                  </a:cubicBezTo>
                  <a:cubicBezTo>
                    <a:pt x="954" y="4130"/>
                    <a:pt x="782" y="4315"/>
                    <a:pt x="610" y="4487"/>
                  </a:cubicBezTo>
                  <a:cubicBezTo>
                    <a:pt x="437" y="4646"/>
                    <a:pt x="279" y="4778"/>
                    <a:pt x="133" y="4884"/>
                  </a:cubicBezTo>
                  <a:cubicBezTo>
                    <a:pt x="93" y="4924"/>
                    <a:pt x="67" y="4950"/>
                    <a:pt x="40" y="4964"/>
                  </a:cubicBezTo>
                  <a:cubicBezTo>
                    <a:pt x="14" y="4990"/>
                    <a:pt x="1" y="5017"/>
                    <a:pt x="1" y="5043"/>
                  </a:cubicBezTo>
                  <a:cubicBezTo>
                    <a:pt x="1" y="5083"/>
                    <a:pt x="14" y="5109"/>
                    <a:pt x="40" y="5149"/>
                  </a:cubicBezTo>
                  <a:cubicBezTo>
                    <a:pt x="67" y="5189"/>
                    <a:pt x="120" y="5202"/>
                    <a:pt x="186" y="5202"/>
                  </a:cubicBezTo>
                  <a:cubicBezTo>
                    <a:pt x="239" y="5202"/>
                    <a:pt x="292" y="5189"/>
                    <a:pt x="345" y="5175"/>
                  </a:cubicBezTo>
                  <a:cubicBezTo>
                    <a:pt x="385" y="5162"/>
                    <a:pt x="424" y="5136"/>
                    <a:pt x="437" y="5122"/>
                  </a:cubicBezTo>
                  <a:lnTo>
                    <a:pt x="1510" y="5122"/>
                  </a:lnTo>
                  <a:cubicBezTo>
                    <a:pt x="1642" y="5122"/>
                    <a:pt x="1774" y="5122"/>
                    <a:pt x="1893" y="5136"/>
                  </a:cubicBezTo>
                  <a:lnTo>
                    <a:pt x="2674" y="5136"/>
                  </a:lnTo>
                  <a:cubicBezTo>
                    <a:pt x="2701" y="5136"/>
                    <a:pt x="2727" y="5122"/>
                    <a:pt x="2767" y="5109"/>
                  </a:cubicBezTo>
                  <a:cubicBezTo>
                    <a:pt x="2807" y="5083"/>
                    <a:pt x="2833" y="5043"/>
                    <a:pt x="2873" y="5003"/>
                  </a:cubicBezTo>
                  <a:cubicBezTo>
                    <a:pt x="2979" y="4805"/>
                    <a:pt x="3058" y="4659"/>
                    <a:pt x="3124" y="4567"/>
                  </a:cubicBezTo>
                  <a:cubicBezTo>
                    <a:pt x="3177" y="4461"/>
                    <a:pt x="3217" y="4394"/>
                    <a:pt x="3217" y="4355"/>
                  </a:cubicBezTo>
                  <a:cubicBezTo>
                    <a:pt x="3217" y="4315"/>
                    <a:pt x="3190" y="4275"/>
                    <a:pt x="3151" y="4262"/>
                  </a:cubicBezTo>
                  <a:cubicBezTo>
                    <a:pt x="3111" y="4236"/>
                    <a:pt x="3071" y="4222"/>
                    <a:pt x="3032" y="4222"/>
                  </a:cubicBezTo>
                  <a:cubicBezTo>
                    <a:pt x="2965" y="4222"/>
                    <a:pt x="2926" y="4249"/>
                    <a:pt x="2899" y="4275"/>
                  </a:cubicBezTo>
                  <a:cubicBezTo>
                    <a:pt x="2873" y="4302"/>
                    <a:pt x="2846" y="4342"/>
                    <a:pt x="2820" y="4368"/>
                  </a:cubicBezTo>
                  <a:lnTo>
                    <a:pt x="2661" y="4619"/>
                  </a:lnTo>
                  <a:cubicBezTo>
                    <a:pt x="2621" y="4672"/>
                    <a:pt x="2595" y="4712"/>
                    <a:pt x="2568" y="4725"/>
                  </a:cubicBezTo>
                  <a:cubicBezTo>
                    <a:pt x="2555" y="4739"/>
                    <a:pt x="2529" y="4752"/>
                    <a:pt x="2502" y="4752"/>
                  </a:cubicBezTo>
                  <a:lnTo>
                    <a:pt x="2251" y="4752"/>
                  </a:lnTo>
                  <a:cubicBezTo>
                    <a:pt x="2132" y="4752"/>
                    <a:pt x="1973" y="4739"/>
                    <a:pt x="1801" y="4739"/>
                  </a:cubicBezTo>
                  <a:lnTo>
                    <a:pt x="1285" y="4739"/>
                  </a:lnTo>
                  <a:cubicBezTo>
                    <a:pt x="1099" y="4725"/>
                    <a:pt x="954" y="4725"/>
                    <a:pt x="821" y="4712"/>
                  </a:cubicBezTo>
                  <a:cubicBezTo>
                    <a:pt x="940" y="4606"/>
                    <a:pt x="1073" y="4474"/>
                    <a:pt x="1232" y="4315"/>
                  </a:cubicBezTo>
                  <a:cubicBezTo>
                    <a:pt x="1377" y="4156"/>
                    <a:pt x="1536" y="3984"/>
                    <a:pt x="1695" y="3799"/>
                  </a:cubicBezTo>
                  <a:cubicBezTo>
                    <a:pt x="1854" y="3614"/>
                    <a:pt x="1999" y="3415"/>
                    <a:pt x="2145" y="3203"/>
                  </a:cubicBezTo>
                  <a:cubicBezTo>
                    <a:pt x="2304" y="2992"/>
                    <a:pt x="2436" y="2780"/>
                    <a:pt x="2555" y="2568"/>
                  </a:cubicBezTo>
                  <a:cubicBezTo>
                    <a:pt x="2674" y="2343"/>
                    <a:pt x="2767" y="2131"/>
                    <a:pt x="2833" y="1920"/>
                  </a:cubicBezTo>
                  <a:cubicBezTo>
                    <a:pt x="2912" y="1695"/>
                    <a:pt x="2952" y="1483"/>
                    <a:pt x="2952" y="1271"/>
                  </a:cubicBezTo>
                  <a:cubicBezTo>
                    <a:pt x="2952" y="1099"/>
                    <a:pt x="2926" y="940"/>
                    <a:pt x="2873" y="781"/>
                  </a:cubicBezTo>
                  <a:cubicBezTo>
                    <a:pt x="2833" y="622"/>
                    <a:pt x="2754" y="490"/>
                    <a:pt x="2661" y="384"/>
                  </a:cubicBezTo>
                  <a:cubicBezTo>
                    <a:pt x="2555" y="265"/>
                    <a:pt x="2423" y="172"/>
                    <a:pt x="2264" y="106"/>
                  </a:cubicBezTo>
                  <a:cubicBezTo>
                    <a:pt x="2105" y="40"/>
                    <a:pt x="1907"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708261" y="2850763"/>
              <a:ext cx="40292" cy="139778"/>
            </a:xfrm>
            <a:custGeom>
              <a:rect b="b" l="l" r="r" t="t"/>
              <a:pathLst>
                <a:path extrusionOk="0" h="2529" w="729">
                  <a:moveTo>
                    <a:pt x="371" y="1"/>
                  </a:moveTo>
                  <a:cubicBezTo>
                    <a:pt x="305" y="1"/>
                    <a:pt x="252" y="14"/>
                    <a:pt x="199" y="40"/>
                  </a:cubicBezTo>
                  <a:cubicBezTo>
                    <a:pt x="159" y="54"/>
                    <a:pt x="119" y="80"/>
                    <a:pt x="93" y="120"/>
                  </a:cubicBezTo>
                  <a:cubicBezTo>
                    <a:pt x="53" y="146"/>
                    <a:pt x="40" y="186"/>
                    <a:pt x="27" y="226"/>
                  </a:cubicBezTo>
                  <a:cubicBezTo>
                    <a:pt x="14" y="265"/>
                    <a:pt x="0" y="305"/>
                    <a:pt x="0" y="331"/>
                  </a:cubicBezTo>
                  <a:cubicBezTo>
                    <a:pt x="0" y="411"/>
                    <a:pt x="40" y="490"/>
                    <a:pt x="93" y="556"/>
                  </a:cubicBezTo>
                  <a:cubicBezTo>
                    <a:pt x="146" y="623"/>
                    <a:pt x="225" y="662"/>
                    <a:pt x="358" y="662"/>
                  </a:cubicBezTo>
                  <a:cubicBezTo>
                    <a:pt x="477" y="662"/>
                    <a:pt x="569" y="623"/>
                    <a:pt x="636" y="556"/>
                  </a:cubicBezTo>
                  <a:cubicBezTo>
                    <a:pt x="702" y="490"/>
                    <a:pt x="728" y="411"/>
                    <a:pt x="728" y="318"/>
                  </a:cubicBezTo>
                  <a:cubicBezTo>
                    <a:pt x="728" y="252"/>
                    <a:pt x="702" y="173"/>
                    <a:pt x="649" y="106"/>
                  </a:cubicBezTo>
                  <a:cubicBezTo>
                    <a:pt x="583" y="27"/>
                    <a:pt x="490" y="1"/>
                    <a:pt x="371" y="1"/>
                  </a:cubicBezTo>
                  <a:close/>
                  <a:moveTo>
                    <a:pt x="371" y="1867"/>
                  </a:moveTo>
                  <a:cubicBezTo>
                    <a:pt x="305" y="1867"/>
                    <a:pt x="252" y="1880"/>
                    <a:pt x="199" y="1906"/>
                  </a:cubicBezTo>
                  <a:cubicBezTo>
                    <a:pt x="159" y="1920"/>
                    <a:pt x="119" y="1946"/>
                    <a:pt x="93" y="1986"/>
                  </a:cubicBezTo>
                  <a:cubicBezTo>
                    <a:pt x="53" y="2012"/>
                    <a:pt x="40" y="2052"/>
                    <a:pt x="27" y="2092"/>
                  </a:cubicBezTo>
                  <a:cubicBezTo>
                    <a:pt x="14" y="2131"/>
                    <a:pt x="0" y="2171"/>
                    <a:pt x="0" y="2211"/>
                  </a:cubicBezTo>
                  <a:cubicBezTo>
                    <a:pt x="0" y="2277"/>
                    <a:pt x="40" y="2356"/>
                    <a:pt x="93" y="2423"/>
                  </a:cubicBezTo>
                  <a:cubicBezTo>
                    <a:pt x="146" y="2502"/>
                    <a:pt x="225" y="2529"/>
                    <a:pt x="358" y="2529"/>
                  </a:cubicBezTo>
                  <a:cubicBezTo>
                    <a:pt x="477" y="2529"/>
                    <a:pt x="569" y="2502"/>
                    <a:pt x="636" y="2423"/>
                  </a:cubicBezTo>
                  <a:cubicBezTo>
                    <a:pt x="702" y="2356"/>
                    <a:pt x="728" y="2277"/>
                    <a:pt x="728" y="2198"/>
                  </a:cubicBezTo>
                  <a:cubicBezTo>
                    <a:pt x="728" y="2118"/>
                    <a:pt x="702" y="2039"/>
                    <a:pt x="649" y="1973"/>
                  </a:cubicBezTo>
                  <a:cubicBezTo>
                    <a:pt x="583" y="1906"/>
                    <a:pt x="490" y="1867"/>
                    <a:pt x="371" y="1867"/>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771877" y="2701534"/>
              <a:ext cx="169789" cy="292655"/>
            </a:xfrm>
            <a:custGeom>
              <a:rect b="b" l="l" r="r" t="t"/>
              <a:pathLst>
                <a:path extrusionOk="0" h="5295" w="3072">
                  <a:moveTo>
                    <a:pt x="1642" y="371"/>
                  </a:moveTo>
                  <a:cubicBezTo>
                    <a:pt x="1814" y="371"/>
                    <a:pt x="1960" y="411"/>
                    <a:pt x="2079" y="477"/>
                  </a:cubicBezTo>
                  <a:cubicBezTo>
                    <a:pt x="2198" y="543"/>
                    <a:pt x="2304" y="636"/>
                    <a:pt x="2383" y="742"/>
                  </a:cubicBezTo>
                  <a:cubicBezTo>
                    <a:pt x="2463" y="848"/>
                    <a:pt x="2529" y="954"/>
                    <a:pt x="2555" y="1086"/>
                  </a:cubicBezTo>
                  <a:cubicBezTo>
                    <a:pt x="2595" y="1218"/>
                    <a:pt x="2621" y="1337"/>
                    <a:pt x="2621" y="1443"/>
                  </a:cubicBezTo>
                  <a:cubicBezTo>
                    <a:pt x="2621" y="1562"/>
                    <a:pt x="2595" y="1682"/>
                    <a:pt x="2542" y="1814"/>
                  </a:cubicBezTo>
                  <a:cubicBezTo>
                    <a:pt x="2502" y="1946"/>
                    <a:pt x="2436" y="2065"/>
                    <a:pt x="2343" y="2184"/>
                  </a:cubicBezTo>
                  <a:cubicBezTo>
                    <a:pt x="2238" y="2304"/>
                    <a:pt x="2118" y="2409"/>
                    <a:pt x="1973" y="2489"/>
                  </a:cubicBezTo>
                  <a:cubicBezTo>
                    <a:pt x="1841" y="2582"/>
                    <a:pt x="1668" y="2621"/>
                    <a:pt x="1457" y="2621"/>
                  </a:cubicBezTo>
                  <a:cubicBezTo>
                    <a:pt x="1311" y="2621"/>
                    <a:pt x="1179" y="2595"/>
                    <a:pt x="1060" y="2542"/>
                  </a:cubicBezTo>
                  <a:cubicBezTo>
                    <a:pt x="941" y="2489"/>
                    <a:pt x="835" y="2409"/>
                    <a:pt x="742" y="2317"/>
                  </a:cubicBezTo>
                  <a:cubicBezTo>
                    <a:pt x="663" y="2224"/>
                    <a:pt x="596" y="2105"/>
                    <a:pt x="543" y="1986"/>
                  </a:cubicBezTo>
                  <a:cubicBezTo>
                    <a:pt x="491" y="1854"/>
                    <a:pt x="464" y="1721"/>
                    <a:pt x="464" y="1562"/>
                  </a:cubicBezTo>
                  <a:cubicBezTo>
                    <a:pt x="464" y="1351"/>
                    <a:pt x="504" y="1179"/>
                    <a:pt x="557" y="1033"/>
                  </a:cubicBezTo>
                  <a:cubicBezTo>
                    <a:pt x="623" y="874"/>
                    <a:pt x="716" y="755"/>
                    <a:pt x="821" y="662"/>
                  </a:cubicBezTo>
                  <a:cubicBezTo>
                    <a:pt x="927" y="557"/>
                    <a:pt x="1046" y="490"/>
                    <a:pt x="1192" y="437"/>
                  </a:cubicBezTo>
                  <a:cubicBezTo>
                    <a:pt x="1338" y="398"/>
                    <a:pt x="1483" y="371"/>
                    <a:pt x="1642" y="371"/>
                  </a:cubicBezTo>
                  <a:close/>
                  <a:moveTo>
                    <a:pt x="1589" y="1"/>
                  </a:moveTo>
                  <a:cubicBezTo>
                    <a:pt x="1298" y="1"/>
                    <a:pt x="1060" y="40"/>
                    <a:pt x="861" y="146"/>
                  </a:cubicBezTo>
                  <a:cubicBezTo>
                    <a:pt x="663" y="239"/>
                    <a:pt x="491" y="358"/>
                    <a:pt x="371" y="504"/>
                  </a:cubicBezTo>
                  <a:cubicBezTo>
                    <a:pt x="239" y="649"/>
                    <a:pt x="146" y="821"/>
                    <a:pt x="93" y="1007"/>
                  </a:cubicBezTo>
                  <a:cubicBezTo>
                    <a:pt x="27" y="1192"/>
                    <a:pt x="1" y="1364"/>
                    <a:pt x="1" y="1536"/>
                  </a:cubicBezTo>
                  <a:cubicBezTo>
                    <a:pt x="1" y="1761"/>
                    <a:pt x="41" y="1959"/>
                    <a:pt x="107" y="2145"/>
                  </a:cubicBezTo>
                  <a:cubicBezTo>
                    <a:pt x="186" y="2330"/>
                    <a:pt x="279" y="2489"/>
                    <a:pt x="398" y="2621"/>
                  </a:cubicBezTo>
                  <a:cubicBezTo>
                    <a:pt x="517" y="2754"/>
                    <a:pt x="663" y="2846"/>
                    <a:pt x="821" y="2926"/>
                  </a:cubicBezTo>
                  <a:cubicBezTo>
                    <a:pt x="980" y="2992"/>
                    <a:pt x="1152" y="3031"/>
                    <a:pt x="1338" y="3031"/>
                  </a:cubicBezTo>
                  <a:cubicBezTo>
                    <a:pt x="1430" y="3031"/>
                    <a:pt x="1536" y="3018"/>
                    <a:pt x="1655" y="2992"/>
                  </a:cubicBezTo>
                  <a:cubicBezTo>
                    <a:pt x="1761" y="2965"/>
                    <a:pt x="1880" y="2926"/>
                    <a:pt x="1986" y="2886"/>
                  </a:cubicBezTo>
                  <a:cubicBezTo>
                    <a:pt x="2092" y="2833"/>
                    <a:pt x="2198" y="2767"/>
                    <a:pt x="2291" y="2701"/>
                  </a:cubicBezTo>
                  <a:cubicBezTo>
                    <a:pt x="2396" y="2621"/>
                    <a:pt x="2476" y="2529"/>
                    <a:pt x="2555" y="2423"/>
                  </a:cubicBezTo>
                  <a:lnTo>
                    <a:pt x="2555" y="2423"/>
                  </a:lnTo>
                  <a:cubicBezTo>
                    <a:pt x="2516" y="2648"/>
                    <a:pt x="2436" y="2886"/>
                    <a:pt x="2343" y="3124"/>
                  </a:cubicBezTo>
                  <a:cubicBezTo>
                    <a:pt x="2251" y="3362"/>
                    <a:pt x="2132" y="3601"/>
                    <a:pt x="1986" y="3839"/>
                  </a:cubicBezTo>
                  <a:cubicBezTo>
                    <a:pt x="1841" y="4064"/>
                    <a:pt x="1695" y="4276"/>
                    <a:pt x="1523" y="4474"/>
                  </a:cubicBezTo>
                  <a:cubicBezTo>
                    <a:pt x="1351" y="4659"/>
                    <a:pt x="1166" y="4818"/>
                    <a:pt x="967" y="4951"/>
                  </a:cubicBezTo>
                  <a:cubicBezTo>
                    <a:pt x="927" y="4977"/>
                    <a:pt x="888" y="5017"/>
                    <a:pt x="874" y="5030"/>
                  </a:cubicBezTo>
                  <a:cubicBezTo>
                    <a:pt x="848" y="5056"/>
                    <a:pt x="835" y="5096"/>
                    <a:pt x="835" y="5136"/>
                  </a:cubicBezTo>
                  <a:cubicBezTo>
                    <a:pt x="835" y="5202"/>
                    <a:pt x="848" y="5242"/>
                    <a:pt x="901" y="5255"/>
                  </a:cubicBezTo>
                  <a:cubicBezTo>
                    <a:pt x="941" y="5281"/>
                    <a:pt x="980" y="5295"/>
                    <a:pt x="1020" y="5295"/>
                  </a:cubicBezTo>
                  <a:cubicBezTo>
                    <a:pt x="1073" y="5295"/>
                    <a:pt x="1126" y="5281"/>
                    <a:pt x="1166" y="5268"/>
                  </a:cubicBezTo>
                  <a:cubicBezTo>
                    <a:pt x="1218" y="5242"/>
                    <a:pt x="1258" y="5215"/>
                    <a:pt x="1311" y="5176"/>
                  </a:cubicBezTo>
                  <a:cubicBezTo>
                    <a:pt x="1470" y="5043"/>
                    <a:pt x="1642" y="4871"/>
                    <a:pt x="1854" y="4659"/>
                  </a:cubicBezTo>
                  <a:cubicBezTo>
                    <a:pt x="2052" y="4434"/>
                    <a:pt x="2251" y="4143"/>
                    <a:pt x="2449" y="3786"/>
                  </a:cubicBezTo>
                  <a:cubicBezTo>
                    <a:pt x="2529" y="3640"/>
                    <a:pt x="2608" y="3468"/>
                    <a:pt x="2688" y="3283"/>
                  </a:cubicBezTo>
                  <a:cubicBezTo>
                    <a:pt x="2754" y="3111"/>
                    <a:pt x="2820" y="2912"/>
                    <a:pt x="2886" y="2714"/>
                  </a:cubicBezTo>
                  <a:cubicBezTo>
                    <a:pt x="2939" y="2515"/>
                    <a:pt x="2979" y="2304"/>
                    <a:pt x="3018" y="2092"/>
                  </a:cubicBezTo>
                  <a:cubicBezTo>
                    <a:pt x="3058" y="1893"/>
                    <a:pt x="3071" y="1682"/>
                    <a:pt x="3071" y="1470"/>
                  </a:cubicBezTo>
                  <a:cubicBezTo>
                    <a:pt x="3071" y="1337"/>
                    <a:pt x="3045" y="1179"/>
                    <a:pt x="3005" y="1007"/>
                  </a:cubicBezTo>
                  <a:cubicBezTo>
                    <a:pt x="2966" y="834"/>
                    <a:pt x="2899" y="676"/>
                    <a:pt x="2780" y="530"/>
                  </a:cubicBezTo>
                  <a:cubicBezTo>
                    <a:pt x="2674" y="371"/>
                    <a:pt x="2529" y="252"/>
                    <a:pt x="2330" y="159"/>
                  </a:cubicBezTo>
                  <a:cubicBezTo>
                    <a:pt x="2132" y="54"/>
                    <a:pt x="1893" y="1"/>
                    <a:pt x="1589"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832580" y="3630902"/>
            <a:ext cx="84950" cy="18350"/>
          </a:xfrm>
          <a:custGeom>
            <a:rect b="b" l="l" r="r" t="t"/>
            <a:pathLst>
              <a:path extrusionOk="0" h="332" w="1537">
                <a:moveTo>
                  <a:pt x="1" y="1"/>
                </a:moveTo>
                <a:lnTo>
                  <a:pt x="1" y="332"/>
                </a:lnTo>
                <a:lnTo>
                  <a:pt x="1536" y="332"/>
                </a:lnTo>
                <a:lnTo>
                  <a:pt x="15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3"/>
          <p:cNvSpPr/>
          <p:nvPr/>
        </p:nvSpPr>
        <p:spPr>
          <a:xfrm>
            <a:off x="966680" y="-160396"/>
            <a:ext cx="5464293" cy="5464293"/>
          </a:xfrm>
          <a:custGeom>
            <a:rect b="b" l="l" r="r" t="t"/>
            <a:pathLst>
              <a:path extrusionOk="0" h="79637" w="79637">
                <a:moveTo>
                  <a:pt x="39825" y="0"/>
                </a:moveTo>
                <a:cubicBezTo>
                  <a:pt x="17815" y="0"/>
                  <a:pt x="0" y="17815"/>
                  <a:pt x="0" y="39812"/>
                </a:cubicBezTo>
                <a:cubicBezTo>
                  <a:pt x="0" y="61822"/>
                  <a:pt x="17815" y="79636"/>
                  <a:pt x="39825" y="79636"/>
                </a:cubicBezTo>
                <a:cubicBezTo>
                  <a:pt x="61822" y="79636"/>
                  <a:pt x="79637" y="61822"/>
                  <a:pt x="79637" y="39812"/>
                </a:cubicBezTo>
                <a:cubicBezTo>
                  <a:pt x="79637" y="17815"/>
                  <a:pt x="61822" y="0"/>
                  <a:pt x="398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txBox="1"/>
          <p:nvPr>
            <p:ph type="title"/>
          </p:nvPr>
        </p:nvSpPr>
        <p:spPr>
          <a:xfrm>
            <a:off x="1570027" y="2130900"/>
            <a:ext cx="4257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5400">
                <a:solidFill>
                  <a:schemeClr val="lt2"/>
                </a:solidFill>
              </a:defRPr>
            </a:lvl1pPr>
            <a:lvl2pPr lvl="1" rtl="0" algn="ctr">
              <a:spcBef>
                <a:spcPts val="0"/>
              </a:spcBef>
              <a:spcAft>
                <a:spcPts val="0"/>
              </a:spcAft>
              <a:buClr>
                <a:srgbClr val="FFEC9D"/>
              </a:buClr>
              <a:buSzPts val="3600"/>
              <a:buNone/>
              <a:defRPr sz="3600">
                <a:solidFill>
                  <a:srgbClr val="FFEC9D"/>
                </a:solidFill>
              </a:defRPr>
            </a:lvl2pPr>
            <a:lvl3pPr lvl="2" rtl="0" algn="ctr">
              <a:spcBef>
                <a:spcPts val="0"/>
              </a:spcBef>
              <a:spcAft>
                <a:spcPts val="0"/>
              </a:spcAft>
              <a:buClr>
                <a:srgbClr val="FFEC9D"/>
              </a:buClr>
              <a:buSzPts val="3600"/>
              <a:buNone/>
              <a:defRPr sz="3600">
                <a:solidFill>
                  <a:srgbClr val="FFEC9D"/>
                </a:solidFill>
              </a:defRPr>
            </a:lvl3pPr>
            <a:lvl4pPr lvl="3" rtl="0" algn="ctr">
              <a:spcBef>
                <a:spcPts val="0"/>
              </a:spcBef>
              <a:spcAft>
                <a:spcPts val="0"/>
              </a:spcAft>
              <a:buClr>
                <a:srgbClr val="FFEC9D"/>
              </a:buClr>
              <a:buSzPts val="3600"/>
              <a:buNone/>
              <a:defRPr sz="3600">
                <a:solidFill>
                  <a:srgbClr val="FFEC9D"/>
                </a:solidFill>
              </a:defRPr>
            </a:lvl4pPr>
            <a:lvl5pPr lvl="4" rtl="0" algn="ctr">
              <a:spcBef>
                <a:spcPts val="0"/>
              </a:spcBef>
              <a:spcAft>
                <a:spcPts val="0"/>
              </a:spcAft>
              <a:buClr>
                <a:srgbClr val="FFEC9D"/>
              </a:buClr>
              <a:buSzPts val="3600"/>
              <a:buNone/>
              <a:defRPr sz="3600">
                <a:solidFill>
                  <a:srgbClr val="FFEC9D"/>
                </a:solidFill>
              </a:defRPr>
            </a:lvl5pPr>
            <a:lvl6pPr lvl="5" rtl="0" algn="ctr">
              <a:spcBef>
                <a:spcPts val="0"/>
              </a:spcBef>
              <a:spcAft>
                <a:spcPts val="0"/>
              </a:spcAft>
              <a:buClr>
                <a:srgbClr val="FFEC9D"/>
              </a:buClr>
              <a:buSzPts val="3600"/>
              <a:buNone/>
              <a:defRPr sz="3600">
                <a:solidFill>
                  <a:srgbClr val="FFEC9D"/>
                </a:solidFill>
              </a:defRPr>
            </a:lvl6pPr>
            <a:lvl7pPr lvl="6" rtl="0" algn="ctr">
              <a:spcBef>
                <a:spcPts val="0"/>
              </a:spcBef>
              <a:spcAft>
                <a:spcPts val="0"/>
              </a:spcAft>
              <a:buClr>
                <a:srgbClr val="FFEC9D"/>
              </a:buClr>
              <a:buSzPts val="3600"/>
              <a:buNone/>
              <a:defRPr sz="3600">
                <a:solidFill>
                  <a:srgbClr val="FFEC9D"/>
                </a:solidFill>
              </a:defRPr>
            </a:lvl7pPr>
            <a:lvl8pPr lvl="7" rtl="0" algn="ctr">
              <a:spcBef>
                <a:spcPts val="0"/>
              </a:spcBef>
              <a:spcAft>
                <a:spcPts val="0"/>
              </a:spcAft>
              <a:buClr>
                <a:srgbClr val="FFEC9D"/>
              </a:buClr>
              <a:buSzPts val="3600"/>
              <a:buNone/>
              <a:defRPr sz="3600">
                <a:solidFill>
                  <a:srgbClr val="FFEC9D"/>
                </a:solidFill>
              </a:defRPr>
            </a:lvl8pPr>
            <a:lvl9pPr lvl="8" rtl="0" algn="ctr">
              <a:spcBef>
                <a:spcPts val="0"/>
              </a:spcBef>
              <a:spcAft>
                <a:spcPts val="0"/>
              </a:spcAft>
              <a:buClr>
                <a:srgbClr val="FFEC9D"/>
              </a:buClr>
              <a:buSzPts val="3600"/>
              <a:buNone/>
              <a:defRPr sz="3600">
                <a:solidFill>
                  <a:srgbClr val="FFEC9D"/>
                </a:solidFill>
              </a:defRPr>
            </a:lvl9pPr>
          </a:lstStyle>
          <a:p/>
        </p:txBody>
      </p:sp>
      <p:sp>
        <p:nvSpPr>
          <p:cNvPr id="47" name="Google Shape;47;p3"/>
          <p:cNvSpPr txBox="1"/>
          <p:nvPr>
            <p:ph hasCustomPrompt="1" idx="2" type="title"/>
          </p:nvPr>
        </p:nvSpPr>
        <p:spPr>
          <a:xfrm>
            <a:off x="2123377" y="1317875"/>
            <a:ext cx="31509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000"/>
              <a:buNone/>
              <a:defRPr sz="6000">
                <a:solidFill>
                  <a:schemeClr val="lt2"/>
                </a:solidFill>
              </a:defRPr>
            </a:lvl1pPr>
            <a:lvl2pPr lvl="1" rtl="0" algn="ctr">
              <a:spcBef>
                <a:spcPts val="0"/>
              </a:spcBef>
              <a:spcAft>
                <a:spcPts val="0"/>
              </a:spcAft>
              <a:buClr>
                <a:srgbClr val="FFEC9D"/>
              </a:buClr>
              <a:buSzPts val="6000"/>
              <a:buNone/>
              <a:defRPr sz="6000">
                <a:solidFill>
                  <a:srgbClr val="FFEC9D"/>
                </a:solidFill>
              </a:defRPr>
            </a:lvl2pPr>
            <a:lvl3pPr lvl="2" rtl="0" algn="ctr">
              <a:spcBef>
                <a:spcPts val="0"/>
              </a:spcBef>
              <a:spcAft>
                <a:spcPts val="0"/>
              </a:spcAft>
              <a:buClr>
                <a:srgbClr val="FFEC9D"/>
              </a:buClr>
              <a:buSzPts val="6000"/>
              <a:buNone/>
              <a:defRPr sz="6000">
                <a:solidFill>
                  <a:srgbClr val="FFEC9D"/>
                </a:solidFill>
              </a:defRPr>
            </a:lvl3pPr>
            <a:lvl4pPr lvl="3" rtl="0" algn="ctr">
              <a:spcBef>
                <a:spcPts val="0"/>
              </a:spcBef>
              <a:spcAft>
                <a:spcPts val="0"/>
              </a:spcAft>
              <a:buClr>
                <a:srgbClr val="FFEC9D"/>
              </a:buClr>
              <a:buSzPts val="6000"/>
              <a:buNone/>
              <a:defRPr sz="6000">
                <a:solidFill>
                  <a:srgbClr val="FFEC9D"/>
                </a:solidFill>
              </a:defRPr>
            </a:lvl4pPr>
            <a:lvl5pPr lvl="4" rtl="0" algn="ctr">
              <a:spcBef>
                <a:spcPts val="0"/>
              </a:spcBef>
              <a:spcAft>
                <a:spcPts val="0"/>
              </a:spcAft>
              <a:buClr>
                <a:srgbClr val="FFEC9D"/>
              </a:buClr>
              <a:buSzPts val="6000"/>
              <a:buNone/>
              <a:defRPr sz="6000">
                <a:solidFill>
                  <a:srgbClr val="FFEC9D"/>
                </a:solidFill>
              </a:defRPr>
            </a:lvl5pPr>
            <a:lvl6pPr lvl="5" rtl="0" algn="ctr">
              <a:spcBef>
                <a:spcPts val="0"/>
              </a:spcBef>
              <a:spcAft>
                <a:spcPts val="0"/>
              </a:spcAft>
              <a:buClr>
                <a:srgbClr val="FFEC9D"/>
              </a:buClr>
              <a:buSzPts val="6000"/>
              <a:buNone/>
              <a:defRPr sz="6000">
                <a:solidFill>
                  <a:srgbClr val="FFEC9D"/>
                </a:solidFill>
              </a:defRPr>
            </a:lvl6pPr>
            <a:lvl7pPr lvl="6" rtl="0" algn="ctr">
              <a:spcBef>
                <a:spcPts val="0"/>
              </a:spcBef>
              <a:spcAft>
                <a:spcPts val="0"/>
              </a:spcAft>
              <a:buClr>
                <a:srgbClr val="FFEC9D"/>
              </a:buClr>
              <a:buSzPts val="6000"/>
              <a:buNone/>
              <a:defRPr sz="6000">
                <a:solidFill>
                  <a:srgbClr val="FFEC9D"/>
                </a:solidFill>
              </a:defRPr>
            </a:lvl7pPr>
            <a:lvl8pPr lvl="7" rtl="0" algn="ctr">
              <a:spcBef>
                <a:spcPts val="0"/>
              </a:spcBef>
              <a:spcAft>
                <a:spcPts val="0"/>
              </a:spcAft>
              <a:buClr>
                <a:srgbClr val="FFEC9D"/>
              </a:buClr>
              <a:buSzPts val="6000"/>
              <a:buNone/>
              <a:defRPr sz="6000">
                <a:solidFill>
                  <a:srgbClr val="FFEC9D"/>
                </a:solidFill>
              </a:defRPr>
            </a:lvl8pPr>
            <a:lvl9pPr lvl="8" rtl="0" algn="ctr">
              <a:spcBef>
                <a:spcPts val="0"/>
              </a:spcBef>
              <a:spcAft>
                <a:spcPts val="0"/>
              </a:spcAft>
              <a:buClr>
                <a:srgbClr val="FFEC9D"/>
              </a:buClr>
              <a:buSzPts val="6000"/>
              <a:buNone/>
              <a:defRPr sz="6000">
                <a:solidFill>
                  <a:srgbClr val="FFEC9D"/>
                </a:solidFill>
              </a:defRPr>
            </a:lvl9pPr>
          </a:lstStyle>
          <a:p>
            <a:r>
              <a:t>xx%</a:t>
            </a:r>
          </a:p>
        </p:txBody>
      </p:sp>
      <p:sp>
        <p:nvSpPr>
          <p:cNvPr id="48" name="Google Shape;48;p3"/>
          <p:cNvSpPr txBox="1"/>
          <p:nvPr>
            <p:ph idx="1" type="subTitle"/>
          </p:nvPr>
        </p:nvSpPr>
        <p:spPr>
          <a:xfrm>
            <a:off x="2285977" y="3112225"/>
            <a:ext cx="28257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a:latin typeface="Mukta Light"/>
                <a:ea typeface="Mukta Light"/>
                <a:cs typeface="Mukta Light"/>
                <a:sym typeface="Mukta Light"/>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9" name="Google Shape;49;p3"/>
          <p:cNvGrpSpPr/>
          <p:nvPr/>
        </p:nvGrpSpPr>
        <p:grpSpPr>
          <a:xfrm>
            <a:off x="361854" y="451658"/>
            <a:ext cx="721026" cy="252610"/>
            <a:chOff x="2109963" y="768908"/>
            <a:chExt cx="818604" cy="286796"/>
          </a:xfrm>
        </p:grpSpPr>
        <p:sp>
          <p:nvSpPr>
            <p:cNvPr id="50" name="Google Shape;50;p3"/>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 name="Google Shape;55;p3"/>
          <p:cNvSpPr/>
          <p:nvPr/>
        </p:nvSpPr>
        <p:spPr>
          <a:xfrm>
            <a:off x="8361668" y="740908"/>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265787" y="432832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1193860" y="4697192"/>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3"/>
          <p:cNvGrpSpPr/>
          <p:nvPr/>
        </p:nvGrpSpPr>
        <p:grpSpPr>
          <a:xfrm>
            <a:off x="7433132" y="1820134"/>
            <a:ext cx="1205251" cy="628374"/>
            <a:chOff x="1787352" y="2530363"/>
            <a:chExt cx="1540651" cy="803239"/>
          </a:xfrm>
        </p:grpSpPr>
        <p:sp>
          <p:nvSpPr>
            <p:cNvPr id="59" name="Google Shape;59;p3"/>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 name="Google Shape;65;p3"/>
          <p:cNvGrpSpPr/>
          <p:nvPr/>
        </p:nvGrpSpPr>
        <p:grpSpPr>
          <a:xfrm>
            <a:off x="6576181" y="289288"/>
            <a:ext cx="563833" cy="258403"/>
            <a:chOff x="6301529" y="2700815"/>
            <a:chExt cx="640137" cy="293373"/>
          </a:xfrm>
        </p:grpSpPr>
        <p:sp>
          <p:nvSpPr>
            <p:cNvPr id="66" name="Google Shape;66;p3"/>
            <p:cNvSpPr/>
            <p:nvPr/>
          </p:nvSpPr>
          <p:spPr>
            <a:xfrm>
              <a:off x="6301529" y="2703026"/>
              <a:ext cx="188802" cy="281656"/>
            </a:xfrm>
            <a:custGeom>
              <a:rect b="b" l="l" r="r" t="t"/>
              <a:pathLst>
                <a:path extrusionOk="0" h="5096" w="3416">
                  <a:moveTo>
                    <a:pt x="2528" y="609"/>
                  </a:moveTo>
                  <a:lnTo>
                    <a:pt x="2356" y="3177"/>
                  </a:lnTo>
                  <a:cubicBezTo>
                    <a:pt x="2211" y="3190"/>
                    <a:pt x="2039" y="3203"/>
                    <a:pt x="1853" y="3216"/>
                  </a:cubicBezTo>
                  <a:cubicBezTo>
                    <a:pt x="1668" y="3216"/>
                    <a:pt x="1496" y="3229"/>
                    <a:pt x="1324" y="3243"/>
                  </a:cubicBezTo>
                  <a:cubicBezTo>
                    <a:pt x="1165" y="3243"/>
                    <a:pt x="1020" y="3243"/>
                    <a:pt x="901" y="3256"/>
                  </a:cubicBezTo>
                  <a:lnTo>
                    <a:pt x="702" y="3256"/>
                  </a:lnTo>
                  <a:cubicBezTo>
                    <a:pt x="662" y="3256"/>
                    <a:pt x="636" y="3256"/>
                    <a:pt x="623" y="3243"/>
                  </a:cubicBezTo>
                  <a:cubicBezTo>
                    <a:pt x="623" y="3229"/>
                    <a:pt x="623" y="3216"/>
                    <a:pt x="623" y="3203"/>
                  </a:cubicBezTo>
                  <a:cubicBezTo>
                    <a:pt x="623" y="3177"/>
                    <a:pt x="623" y="3163"/>
                    <a:pt x="649" y="3137"/>
                  </a:cubicBezTo>
                  <a:cubicBezTo>
                    <a:pt x="676" y="3110"/>
                    <a:pt x="689" y="3097"/>
                    <a:pt x="689" y="3084"/>
                  </a:cubicBezTo>
                  <a:lnTo>
                    <a:pt x="2528" y="609"/>
                  </a:lnTo>
                  <a:close/>
                  <a:moveTo>
                    <a:pt x="2714" y="0"/>
                  </a:moveTo>
                  <a:cubicBezTo>
                    <a:pt x="2648" y="0"/>
                    <a:pt x="2581" y="27"/>
                    <a:pt x="2515" y="66"/>
                  </a:cubicBezTo>
                  <a:cubicBezTo>
                    <a:pt x="2462" y="119"/>
                    <a:pt x="2423" y="146"/>
                    <a:pt x="2409" y="172"/>
                  </a:cubicBezTo>
                  <a:cubicBezTo>
                    <a:pt x="2264" y="357"/>
                    <a:pt x="2131" y="530"/>
                    <a:pt x="2012" y="688"/>
                  </a:cubicBezTo>
                  <a:cubicBezTo>
                    <a:pt x="1893" y="834"/>
                    <a:pt x="1774" y="980"/>
                    <a:pt x="1668" y="1125"/>
                  </a:cubicBezTo>
                  <a:lnTo>
                    <a:pt x="1351" y="1562"/>
                  </a:lnTo>
                  <a:cubicBezTo>
                    <a:pt x="1245" y="1707"/>
                    <a:pt x="1126" y="1866"/>
                    <a:pt x="993" y="2038"/>
                  </a:cubicBezTo>
                  <a:cubicBezTo>
                    <a:pt x="874" y="2197"/>
                    <a:pt x="728" y="2396"/>
                    <a:pt x="583" y="2594"/>
                  </a:cubicBezTo>
                  <a:cubicBezTo>
                    <a:pt x="437" y="2806"/>
                    <a:pt x="265" y="3031"/>
                    <a:pt x="67" y="3296"/>
                  </a:cubicBezTo>
                  <a:cubicBezTo>
                    <a:pt x="40" y="3335"/>
                    <a:pt x="27" y="3362"/>
                    <a:pt x="14" y="3388"/>
                  </a:cubicBezTo>
                  <a:cubicBezTo>
                    <a:pt x="1" y="3415"/>
                    <a:pt x="1" y="3441"/>
                    <a:pt x="1" y="3468"/>
                  </a:cubicBezTo>
                  <a:cubicBezTo>
                    <a:pt x="1" y="3521"/>
                    <a:pt x="27" y="3574"/>
                    <a:pt x="80" y="3600"/>
                  </a:cubicBezTo>
                  <a:cubicBezTo>
                    <a:pt x="133" y="3640"/>
                    <a:pt x="186" y="3653"/>
                    <a:pt x="265" y="3653"/>
                  </a:cubicBezTo>
                  <a:cubicBezTo>
                    <a:pt x="345" y="3653"/>
                    <a:pt x="570" y="3640"/>
                    <a:pt x="901" y="3627"/>
                  </a:cubicBezTo>
                  <a:cubicBezTo>
                    <a:pt x="1231" y="3613"/>
                    <a:pt x="1721" y="3600"/>
                    <a:pt x="2343" y="3587"/>
                  </a:cubicBezTo>
                  <a:lnTo>
                    <a:pt x="2343" y="3587"/>
                  </a:lnTo>
                  <a:lnTo>
                    <a:pt x="2290" y="4540"/>
                  </a:lnTo>
                  <a:cubicBezTo>
                    <a:pt x="2290" y="4632"/>
                    <a:pt x="2264" y="4685"/>
                    <a:pt x="2211" y="4725"/>
                  </a:cubicBezTo>
                  <a:cubicBezTo>
                    <a:pt x="2158" y="4752"/>
                    <a:pt x="2078" y="4778"/>
                    <a:pt x="1986" y="4778"/>
                  </a:cubicBezTo>
                  <a:cubicBezTo>
                    <a:pt x="1973" y="4778"/>
                    <a:pt x="1946" y="4778"/>
                    <a:pt x="1893" y="4791"/>
                  </a:cubicBezTo>
                  <a:cubicBezTo>
                    <a:pt x="1853" y="4791"/>
                    <a:pt x="1801" y="4791"/>
                    <a:pt x="1748" y="4804"/>
                  </a:cubicBezTo>
                  <a:cubicBezTo>
                    <a:pt x="1695" y="4804"/>
                    <a:pt x="1642" y="4804"/>
                    <a:pt x="1576" y="4818"/>
                  </a:cubicBezTo>
                  <a:lnTo>
                    <a:pt x="1430" y="4818"/>
                  </a:lnTo>
                  <a:cubicBezTo>
                    <a:pt x="1390" y="4818"/>
                    <a:pt x="1351" y="4831"/>
                    <a:pt x="1311" y="4844"/>
                  </a:cubicBezTo>
                  <a:cubicBezTo>
                    <a:pt x="1271" y="4857"/>
                    <a:pt x="1245" y="4897"/>
                    <a:pt x="1245" y="4950"/>
                  </a:cubicBezTo>
                  <a:cubicBezTo>
                    <a:pt x="1245" y="5003"/>
                    <a:pt x="1271" y="5056"/>
                    <a:pt x="1324" y="5069"/>
                  </a:cubicBezTo>
                  <a:cubicBezTo>
                    <a:pt x="1377" y="5082"/>
                    <a:pt x="1417" y="5096"/>
                    <a:pt x="1456" y="5096"/>
                  </a:cubicBezTo>
                  <a:lnTo>
                    <a:pt x="2965" y="5096"/>
                  </a:lnTo>
                  <a:cubicBezTo>
                    <a:pt x="3045" y="5096"/>
                    <a:pt x="3111" y="5082"/>
                    <a:pt x="3164" y="5069"/>
                  </a:cubicBezTo>
                  <a:cubicBezTo>
                    <a:pt x="3217" y="5043"/>
                    <a:pt x="3230" y="5003"/>
                    <a:pt x="3230" y="4937"/>
                  </a:cubicBezTo>
                  <a:cubicBezTo>
                    <a:pt x="3230" y="4884"/>
                    <a:pt x="3217" y="4844"/>
                    <a:pt x="3164" y="4818"/>
                  </a:cubicBezTo>
                  <a:cubicBezTo>
                    <a:pt x="3124" y="4804"/>
                    <a:pt x="3058" y="4791"/>
                    <a:pt x="2965" y="4791"/>
                  </a:cubicBezTo>
                  <a:cubicBezTo>
                    <a:pt x="2912" y="4791"/>
                    <a:pt x="2859" y="4791"/>
                    <a:pt x="2793" y="4778"/>
                  </a:cubicBezTo>
                  <a:cubicBezTo>
                    <a:pt x="2740" y="4778"/>
                    <a:pt x="2714" y="4738"/>
                    <a:pt x="2714" y="4699"/>
                  </a:cubicBezTo>
                  <a:cubicBezTo>
                    <a:pt x="2714" y="4672"/>
                    <a:pt x="2714" y="4619"/>
                    <a:pt x="2714" y="4527"/>
                  </a:cubicBezTo>
                  <a:cubicBezTo>
                    <a:pt x="2727" y="4447"/>
                    <a:pt x="2727" y="4341"/>
                    <a:pt x="2727" y="4235"/>
                  </a:cubicBezTo>
                  <a:cubicBezTo>
                    <a:pt x="2740" y="4129"/>
                    <a:pt x="2740" y="4010"/>
                    <a:pt x="2753" y="3904"/>
                  </a:cubicBezTo>
                  <a:cubicBezTo>
                    <a:pt x="2753" y="3785"/>
                    <a:pt x="2767" y="3679"/>
                    <a:pt x="2767" y="3587"/>
                  </a:cubicBezTo>
                  <a:lnTo>
                    <a:pt x="3230" y="3587"/>
                  </a:lnTo>
                  <a:cubicBezTo>
                    <a:pt x="3256" y="3587"/>
                    <a:pt x="3296" y="3574"/>
                    <a:pt x="3336" y="3547"/>
                  </a:cubicBezTo>
                  <a:cubicBezTo>
                    <a:pt x="3389" y="3534"/>
                    <a:pt x="3415" y="3481"/>
                    <a:pt x="3415" y="3415"/>
                  </a:cubicBezTo>
                  <a:cubicBezTo>
                    <a:pt x="3415" y="3349"/>
                    <a:pt x="3389" y="3296"/>
                    <a:pt x="3349" y="3269"/>
                  </a:cubicBezTo>
                  <a:cubicBezTo>
                    <a:pt x="3309" y="3229"/>
                    <a:pt x="3256" y="3216"/>
                    <a:pt x="3190" y="3203"/>
                  </a:cubicBezTo>
                  <a:lnTo>
                    <a:pt x="2793" y="3177"/>
                  </a:lnTo>
                  <a:cubicBezTo>
                    <a:pt x="2793" y="3031"/>
                    <a:pt x="2793" y="2846"/>
                    <a:pt x="2806" y="2647"/>
                  </a:cubicBezTo>
                  <a:cubicBezTo>
                    <a:pt x="2806" y="2435"/>
                    <a:pt x="2820" y="2224"/>
                    <a:pt x="2833" y="1999"/>
                  </a:cubicBezTo>
                  <a:cubicBezTo>
                    <a:pt x="2846" y="1774"/>
                    <a:pt x="2859" y="1549"/>
                    <a:pt x="2873" y="1337"/>
                  </a:cubicBezTo>
                  <a:cubicBezTo>
                    <a:pt x="2899" y="1112"/>
                    <a:pt x="2912" y="927"/>
                    <a:pt x="2926" y="755"/>
                  </a:cubicBezTo>
                  <a:cubicBezTo>
                    <a:pt x="2939" y="569"/>
                    <a:pt x="2952" y="424"/>
                    <a:pt x="2952" y="318"/>
                  </a:cubicBezTo>
                  <a:cubicBezTo>
                    <a:pt x="2965" y="199"/>
                    <a:pt x="2965" y="146"/>
                    <a:pt x="2965" y="132"/>
                  </a:cubicBezTo>
                  <a:cubicBezTo>
                    <a:pt x="2965" y="93"/>
                    <a:pt x="2952" y="53"/>
                    <a:pt x="2899" y="40"/>
                  </a:cubicBezTo>
                  <a:cubicBezTo>
                    <a:pt x="2846" y="13"/>
                    <a:pt x="2780" y="0"/>
                    <a:pt x="27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6504149" y="2700815"/>
              <a:ext cx="177804" cy="287515"/>
            </a:xfrm>
            <a:custGeom>
              <a:rect b="b" l="l" r="r" t="t"/>
              <a:pathLst>
                <a:path extrusionOk="0" h="5202" w="3217">
                  <a:moveTo>
                    <a:pt x="1668" y="0"/>
                  </a:moveTo>
                  <a:cubicBezTo>
                    <a:pt x="1417" y="0"/>
                    <a:pt x="1192" y="53"/>
                    <a:pt x="1007" y="159"/>
                  </a:cubicBezTo>
                  <a:cubicBezTo>
                    <a:pt x="808" y="265"/>
                    <a:pt x="649" y="384"/>
                    <a:pt x="517" y="530"/>
                  </a:cubicBezTo>
                  <a:cubicBezTo>
                    <a:pt x="385" y="662"/>
                    <a:pt x="279" y="808"/>
                    <a:pt x="212" y="967"/>
                  </a:cubicBezTo>
                  <a:cubicBezTo>
                    <a:pt x="146" y="1112"/>
                    <a:pt x="120" y="1231"/>
                    <a:pt x="120" y="1337"/>
                  </a:cubicBezTo>
                  <a:cubicBezTo>
                    <a:pt x="120" y="1350"/>
                    <a:pt x="120" y="1377"/>
                    <a:pt x="120" y="1417"/>
                  </a:cubicBezTo>
                  <a:cubicBezTo>
                    <a:pt x="120" y="1456"/>
                    <a:pt x="133" y="1509"/>
                    <a:pt x="146" y="1549"/>
                  </a:cubicBezTo>
                  <a:cubicBezTo>
                    <a:pt x="173" y="1589"/>
                    <a:pt x="199" y="1628"/>
                    <a:pt x="239" y="1655"/>
                  </a:cubicBezTo>
                  <a:cubicBezTo>
                    <a:pt x="279" y="1695"/>
                    <a:pt x="332" y="1708"/>
                    <a:pt x="398" y="1708"/>
                  </a:cubicBezTo>
                  <a:cubicBezTo>
                    <a:pt x="504" y="1708"/>
                    <a:pt x="583" y="1681"/>
                    <a:pt x="649" y="1628"/>
                  </a:cubicBezTo>
                  <a:cubicBezTo>
                    <a:pt x="715" y="1575"/>
                    <a:pt x="742" y="1509"/>
                    <a:pt x="742" y="1417"/>
                  </a:cubicBezTo>
                  <a:cubicBezTo>
                    <a:pt x="742" y="1377"/>
                    <a:pt x="729" y="1350"/>
                    <a:pt x="715" y="1324"/>
                  </a:cubicBezTo>
                  <a:cubicBezTo>
                    <a:pt x="702" y="1297"/>
                    <a:pt x="689" y="1271"/>
                    <a:pt x="662" y="1258"/>
                  </a:cubicBezTo>
                  <a:lnTo>
                    <a:pt x="623" y="1192"/>
                  </a:lnTo>
                  <a:cubicBezTo>
                    <a:pt x="610" y="1165"/>
                    <a:pt x="596" y="1139"/>
                    <a:pt x="596" y="1112"/>
                  </a:cubicBezTo>
                  <a:cubicBezTo>
                    <a:pt x="596" y="1072"/>
                    <a:pt x="623" y="1020"/>
                    <a:pt x="662" y="940"/>
                  </a:cubicBezTo>
                  <a:cubicBezTo>
                    <a:pt x="715" y="861"/>
                    <a:pt x="782" y="781"/>
                    <a:pt x="874" y="702"/>
                  </a:cubicBezTo>
                  <a:cubicBezTo>
                    <a:pt x="954" y="609"/>
                    <a:pt x="1060" y="543"/>
                    <a:pt x="1192" y="477"/>
                  </a:cubicBezTo>
                  <a:cubicBezTo>
                    <a:pt x="1311" y="411"/>
                    <a:pt x="1457" y="384"/>
                    <a:pt x="1602" y="384"/>
                  </a:cubicBezTo>
                  <a:cubicBezTo>
                    <a:pt x="1774" y="384"/>
                    <a:pt x="1907" y="411"/>
                    <a:pt x="2012" y="464"/>
                  </a:cubicBezTo>
                  <a:cubicBezTo>
                    <a:pt x="2132" y="517"/>
                    <a:pt x="2224" y="596"/>
                    <a:pt x="2290" y="675"/>
                  </a:cubicBezTo>
                  <a:cubicBezTo>
                    <a:pt x="2357" y="768"/>
                    <a:pt x="2410" y="861"/>
                    <a:pt x="2436" y="967"/>
                  </a:cubicBezTo>
                  <a:cubicBezTo>
                    <a:pt x="2462" y="1059"/>
                    <a:pt x="2489" y="1165"/>
                    <a:pt x="2489" y="1258"/>
                  </a:cubicBezTo>
                  <a:cubicBezTo>
                    <a:pt x="2489" y="1470"/>
                    <a:pt x="2449" y="1681"/>
                    <a:pt x="2370" y="1906"/>
                  </a:cubicBezTo>
                  <a:cubicBezTo>
                    <a:pt x="2290" y="2131"/>
                    <a:pt x="2198" y="2370"/>
                    <a:pt x="2065" y="2595"/>
                  </a:cubicBezTo>
                  <a:cubicBezTo>
                    <a:pt x="1946" y="2833"/>
                    <a:pt x="1801" y="3058"/>
                    <a:pt x="1629" y="3296"/>
                  </a:cubicBezTo>
                  <a:cubicBezTo>
                    <a:pt x="1470" y="3521"/>
                    <a:pt x="1298" y="3733"/>
                    <a:pt x="1126" y="3931"/>
                  </a:cubicBezTo>
                  <a:cubicBezTo>
                    <a:pt x="954" y="4130"/>
                    <a:pt x="782" y="4315"/>
                    <a:pt x="610" y="4487"/>
                  </a:cubicBezTo>
                  <a:cubicBezTo>
                    <a:pt x="437" y="4646"/>
                    <a:pt x="279" y="4778"/>
                    <a:pt x="133" y="4884"/>
                  </a:cubicBezTo>
                  <a:cubicBezTo>
                    <a:pt x="93" y="4924"/>
                    <a:pt x="67" y="4950"/>
                    <a:pt x="40" y="4964"/>
                  </a:cubicBezTo>
                  <a:cubicBezTo>
                    <a:pt x="14" y="4990"/>
                    <a:pt x="1" y="5017"/>
                    <a:pt x="1" y="5043"/>
                  </a:cubicBezTo>
                  <a:cubicBezTo>
                    <a:pt x="1" y="5083"/>
                    <a:pt x="14" y="5109"/>
                    <a:pt x="40" y="5149"/>
                  </a:cubicBezTo>
                  <a:cubicBezTo>
                    <a:pt x="67" y="5189"/>
                    <a:pt x="120" y="5202"/>
                    <a:pt x="186" y="5202"/>
                  </a:cubicBezTo>
                  <a:cubicBezTo>
                    <a:pt x="239" y="5202"/>
                    <a:pt x="292" y="5189"/>
                    <a:pt x="345" y="5175"/>
                  </a:cubicBezTo>
                  <a:cubicBezTo>
                    <a:pt x="385" y="5162"/>
                    <a:pt x="424" y="5136"/>
                    <a:pt x="437" y="5122"/>
                  </a:cubicBezTo>
                  <a:lnTo>
                    <a:pt x="1510" y="5122"/>
                  </a:lnTo>
                  <a:cubicBezTo>
                    <a:pt x="1642" y="5122"/>
                    <a:pt x="1774" y="5122"/>
                    <a:pt x="1893" y="5136"/>
                  </a:cubicBezTo>
                  <a:lnTo>
                    <a:pt x="2674" y="5136"/>
                  </a:lnTo>
                  <a:cubicBezTo>
                    <a:pt x="2701" y="5136"/>
                    <a:pt x="2727" y="5122"/>
                    <a:pt x="2767" y="5109"/>
                  </a:cubicBezTo>
                  <a:cubicBezTo>
                    <a:pt x="2807" y="5083"/>
                    <a:pt x="2833" y="5043"/>
                    <a:pt x="2873" y="5003"/>
                  </a:cubicBezTo>
                  <a:cubicBezTo>
                    <a:pt x="2979" y="4805"/>
                    <a:pt x="3058" y="4659"/>
                    <a:pt x="3124" y="4567"/>
                  </a:cubicBezTo>
                  <a:cubicBezTo>
                    <a:pt x="3177" y="4461"/>
                    <a:pt x="3217" y="4394"/>
                    <a:pt x="3217" y="4355"/>
                  </a:cubicBezTo>
                  <a:cubicBezTo>
                    <a:pt x="3217" y="4315"/>
                    <a:pt x="3190" y="4275"/>
                    <a:pt x="3151" y="4262"/>
                  </a:cubicBezTo>
                  <a:cubicBezTo>
                    <a:pt x="3111" y="4236"/>
                    <a:pt x="3071" y="4222"/>
                    <a:pt x="3032" y="4222"/>
                  </a:cubicBezTo>
                  <a:cubicBezTo>
                    <a:pt x="2965" y="4222"/>
                    <a:pt x="2926" y="4249"/>
                    <a:pt x="2899" y="4275"/>
                  </a:cubicBezTo>
                  <a:cubicBezTo>
                    <a:pt x="2873" y="4302"/>
                    <a:pt x="2846" y="4342"/>
                    <a:pt x="2820" y="4368"/>
                  </a:cubicBezTo>
                  <a:lnTo>
                    <a:pt x="2661" y="4619"/>
                  </a:lnTo>
                  <a:cubicBezTo>
                    <a:pt x="2621" y="4672"/>
                    <a:pt x="2595" y="4712"/>
                    <a:pt x="2568" y="4725"/>
                  </a:cubicBezTo>
                  <a:cubicBezTo>
                    <a:pt x="2555" y="4739"/>
                    <a:pt x="2529" y="4752"/>
                    <a:pt x="2502" y="4752"/>
                  </a:cubicBezTo>
                  <a:lnTo>
                    <a:pt x="2251" y="4752"/>
                  </a:lnTo>
                  <a:cubicBezTo>
                    <a:pt x="2132" y="4752"/>
                    <a:pt x="1973" y="4739"/>
                    <a:pt x="1801" y="4739"/>
                  </a:cubicBezTo>
                  <a:lnTo>
                    <a:pt x="1285" y="4739"/>
                  </a:lnTo>
                  <a:cubicBezTo>
                    <a:pt x="1099" y="4725"/>
                    <a:pt x="954" y="4725"/>
                    <a:pt x="821" y="4712"/>
                  </a:cubicBezTo>
                  <a:cubicBezTo>
                    <a:pt x="940" y="4606"/>
                    <a:pt x="1073" y="4474"/>
                    <a:pt x="1232" y="4315"/>
                  </a:cubicBezTo>
                  <a:cubicBezTo>
                    <a:pt x="1377" y="4156"/>
                    <a:pt x="1536" y="3984"/>
                    <a:pt x="1695" y="3799"/>
                  </a:cubicBezTo>
                  <a:cubicBezTo>
                    <a:pt x="1854" y="3614"/>
                    <a:pt x="1999" y="3415"/>
                    <a:pt x="2145" y="3203"/>
                  </a:cubicBezTo>
                  <a:cubicBezTo>
                    <a:pt x="2304" y="2992"/>
                    <a:pt x="2436" y="2780"/>
                    <a:pt x="2555" y="2568"/>
                  </a:cubicBezTo>
                  <a:cubicBezTo>
                    <a:pt x="2674" y="2343"/>
                    <a:pt x="2767" y="2131"/>
                    <a:pt x="2833" y="1920"/>
                  </a:cubicBezTo>
                  <a:cubicBezTo>
                    <a:pt x="2912" y="1695"/>
                    <a:pt x="2952" y="1483"/>
                    <a:pt x="2952" y="1271"/>
                  </a:cubicBezTo>
                  <a:cubicBezTo>
                    <a:pt x="2952" y="1099"/>
                    <a:pt x="2926" y="940"/>
                    <a:pt x="2873" y="781"/>
                  </a:cubicBezTo>
                  <a:cubicBezTo>
                    <a:pt x="2833" y="622"/>
                    <a:pt x="2754" y="490"/>
                    <a:pt x="2661" y="384"/>
                  </a:cubicBezTo>
                  <a:cubicBezTo>
                    <a:pt x="2555" y="265"/>
                    <a:pt x="2423" y="172"/>
                    <a:pt x="2264" y="106"/>
                  </a:cubicBezTo>
                  <a:cubicBezTo>
                    <a:pt x="2105" y="40"/>
                    <a:pt x="1907"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6708261" y="2850763"/>
              <a:ext cx="40292" cy="139778"/>
            </a:xfrm>
            <a:custGeom>
              <a:rect b="b" l="l" r="r" t="t"/>
              <a:pathLst>
                <a:path extrusionOk="0" h="2529" w="729">
                  <a:moveTo>
                    <a:pt x="371" y="1"/>
                  </a:moveTo>
                  <a:cubicBezTo>
                    <a:pt x="305" y="1"/>
                    <a:pt x="252" y="14"/>
                    <a:pt x="199" y="40"/>
                  </a:cubicBezTo>
                  <a:cubicBezTo>
                    <a:pt x="159" y="54"/>
                    <a:pt x="119" y="80"/>
                    <a:pt x="93" y="120"/>
                  </a:cubicBezTo>
                  <a:cubicBezTo>
                    <a:pt x="53" y="146"/>
                    <a:pt x="40" y="186"/>
                    <a:pt x="27" y="226"/>
                  </a:cubicBezTo>
                  <a:cubicBezTo>
                    <a:pt x="14" y="265"/>
                    <a:pt x="0" y="305"/>
                    <a:pt x="0" y="331"/>
                  </a:cubicBezTo>
                  <a:cubicBezTo>
                    <a:pt x="0" y="411"/>
                    <a:pt x="40" y="490"/>
                    <a:pt x="93" y="556"/>
                  </a:cubicBezTo>
                  <a:cubicBezTo>
                    <a:pt x="146" y="623"/>
                    <a:pt x="225" y="662"/>
                    <a:pt x="358" y="662"/>
                  </a:cubicBezTo>
                  <a:cubicBezTo>
                    <a:pt x="477" y="662"/>
                    <a:pt x="569" y="623"/>
                    <a:pt x="636" y="556"/>
                  </a:cubicBezTo>
                  <a:cubicBezTo>
                    <a:pt x="702" y="490"/>
                    <a:pt x="728" y="411"/>
                    <a:pt x="728" y="318"/>
                  </a:cubicBezTo>
                  <a:cubicBezTo>
                    <a:pt x="728" y="252"/>
                    <a:pt x="702" y="173"/>
                    <a:pt x="649" y="106"/>
                  </a:cubicBezTo>
                  <a:cubicBezTo>
                    <a:pt x="583" y="27"/>
                    <a:pt x="490" y="1"/>
                    <a:pt x="371" y="1"/>
                  </a:cubicBezTo>
                  <a:close/>
                  <a:moveTo>
                    <a:pt x="371" y="1867"/>
                  </a:moveTo>
                  <a:cubicBezTo>
                    <a:pt x="305" y="1867"/>
                    <a:pt x="252" y="1880"/>
                    <a:pt x="199" y="1906"/>
                  </a:cubicBezTo>
                  <a:cubicBezTo>
                    <a:pt x="159" y="1920"/>
                    <a:pt x="119" y="1946"/>
                    <a:pt x="93" y="1986"/>
                  </a:cubicBezTo>
                  <a:cubicBezTo>
                    <a:pt x="53" y="2012"/>
                    <a:pt x="40" y="2052"/>
                    <a:pt x="27" y="2092"/>
                  </a:cubicBezTo>
                  <a:cubicBezTo>
                    <a:pt x="14" y="2131"/>
                    <a:pt x="0" y="2171"/>
                    <a:pt x="0" y="2211"/>
                  </a:cubicBezTo>
                  <a:cubicBezTo>
                    <a:pt x="0" y="2277"/>
                    <a:pt x="40" y="2356"/>
                    <a:pt x="93" y="2423"/>
                  </a:cubicBezTo>
                  <a:cubicBezTo>
                    <a:pt x="146" y="2502"/>
                    <a:pt x="225" y="2529"/>
                    <a:pt x="358" y="2529"/>
                  </a:cubicBezTo>
                  <a:cubicBezTo>
                    <a:pt x="477" y="2529"/>
                    <a:pt x="569" y="2502"/>
                    <a:pt x="636" y="2423"/>
                  </a:cubicBezTo>
                  <a:cubicBezTo>
                    <a:pt x="702" y="2356"/>
                    <a:pt x="728" y="2277"/>
                    <a:pt x="728" y="2198"/>
                  </a:cubicBezTo>
                  <a:cubicBezTo>
                    <a:pt x="728" y="2118"/>
                    <a:pt x="702" y="2039"/>
                    <a:pt x="649" y="1973"/>
                  </a:cubicBezTo>
                  <a:cubicBezTo>
                    <a:pt x="583" y="1906"/>
                    <a:pt x="490" y="1867"/>
                    <a:pt x="371" y="186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6771877" y="2701534"/>
              <a:ext cx="169789" cy="292655"/>
            </a:xfrm>
            <a:custGeom>
              <a:rect b="b" l="l" r="r" t="t"/>
              <a:pathLst>
                <a:path extrusionOk="0" h="5295" w="3072">
                  <a:moveTo>
                    <a:pt x="1642" y="371"/>
                  </a:moveTo>
                  <a:cubicBezTo>
                    <a:pt x="1814" y="371"/>
                    <a:pt x="1960" y="411"/>
                    <a:pt x="2079" y="477"/>
                  </a:cubicBezTo>
                  <a:cubicBezTo>
                    <a:pt x="2198" y="543"/>
                    <a:pt x="2304" y="636"/>
                    <a:pt x="2383" y="742"/>
                  </a:cubicBezTo>
                  <a:cubicBezTo>
                    <a:pt x="2463" y="848"/>
                    <a:pt x="2529" y="954"/>
                    <a:pt x="2555" y="1086"/>
                  </a:cubicBezTo>
                  <a:cubicBezTo>
                    <a:pt x="2595" y="1218"/>
                    <a:pt x="2621" y="1337"/>
                    <a:pt x="2621" y="1443"/>
                  </a:cubicBezTo>
                  <a:cubicBezTo>
                    <a:pt x="2621" y="1562"/>
                    <a:pt x="2595" y="1682"/>
                    <a:pt x="2542" y="1814"/>
                  </a:cubicBezTo>
                  <a:cubicBezTo>
                    <a:pt x="2502" y="1946"/>
                    <a:pt x="2436" y="2065"/>
                    <a:pt x="2343" y="2184"/>
                  </a:cubicBezTo>
                  <a:cubicBezTo>
                    <a:pt x="2238" y="2304"/>
                    <a:pt x="2118" y="2409"/>
                    <a:pt x="1973" y="2489"/>
                  </a:cubicBezTo>
                  <a:cubicBezTo>
                    <a:pt x="1841" y="2582"/>
                    <a:pt x="1668" y="2621"/>
                    <a:pt x="1457" y="2621"/>
                  </a:cubicBezTo>
                  <a:cubicBezTo>
                    <a:pt x="1311" y="2621"/>
                    <a:pt x="1179" y="2595"/>
                    <a:pt x="1060" y="2542"/>
                  </a:cubicBezTo>
                  <a:cubicBezTo>
                    <a:pt x="941" y="2489"/>
                    <a:pt x="835" y="2409"/>
                    <a:pt x="742" y="2317"/>
                  </a:cubicBezTo>
                  <a:cubicBezTo>
                    <a:pt x="663" y="2224"/>
                    <a:pt x="596" y="2105"/>
                    <a:pt x="543" y="1986"/>
                  </a:cubicBezTo>
                  <a:cubicBezTo>
                    <a:pt x="491" y="1854"/>
                    <a:pt x="464" y="1721"/>
                    <a:pt x="464" y="1562"/>
                  </a:cubicBezTo>
                  <a:cubicBezTo>
                    <a:pt x="464" y="1351"/>
                    <a:pt x="504" y="1179"/>
                    <a:pt x="557" y="1033"/>
                  </a:cubicBezTo>
                  <a:cubicBezTo>
                    <a:pt x="623" y="874"/>
                    <a:pt x="716" y="755"/>
                    <a:pt x="821" y="662"/>
                  </a:cubicBezTo>
                  <a:cubicBezTo>
                    <a:pt x="927" y="557"/>
                    <a:pt x="1046" y="490"/>
                    <a:pt x="1192" y="437"/>
                  </a:cubicBezTo>
                  <a:cubicBezTo>
                    <a:pt x="1338" y="398"/>
                    <a:pt x="1483" y="371"/>
                    <a:pt x="1642" y="371"/>
                  </a:cubicBezTo>
                  <a:close/>
                  <a:moveTo>
                    <a:pt x="1589" y="1"/>
                  </a:moveTo>
                  <a:cubicBezTo>
                    <a:pt x="1298" y="1"/>
                    <a:pt x="1060" y="40"/>
                    <a:pt x="861" y="146"/>
                  </a:cubicBezTo>
                  <a:cubicBezTo>
                    <a:pt x="663" y="239"/>
                    <a:pt x="491" y="358"/>
                    <a:pt x="371" y="504"/>
                  </a:cubicBezTo>
                  <a:cubicBezTo>
                    <a:pt x="239" y="649"/>
                    <a:pt x="146" y="821"/>
                    <a:pt x="93" y="1007"/>
                  </a:cubicBezTo>
                  <a:cubicBezTo>
                    <a:pt x="27" y="1192"/>
                    <a:pt x="1" y="1364"/>
                    <a:pt x="1" y="1536"/>
                  </a:cubicBezTo>
                  <a:cubicBezTo>
                    <a:pt x="1" y="1761"/>
                    <a:pt x="41" y="1959"/>
                    <a:pt x="107" y="2145"/>
                  </a:cubicBezTo>
                  <a:cubicBezTo>
                    <a:pt x="186" y="2330"/>
                    <a:pt x="279" y="2489"/>
                    <a:pt x="398" y="2621"/>
                  </a:cubicBezTo>
                  <a:cubicBezTo>
                    <a:pt x="517" y="2754"/>
                    <a:pt x="663" y="2846"/>
                    <a:pt x="821" y="2926"/>
                  </a:cubicBezTo>
                  <a:cubicBezTo>
                    <a:pt x="980" y="2992"/>
                    <a:pt x="1152" y="3031"/>
                    <a:pt x="1338" y="3031"/>
                  </a:cubicBezTo>
                  <a:cubicBezTo>
                    <a:pt x="1430" y="3031"/>
                    <a:pt x="1536" y="3018"/>
                    <a:pt x="1655" y="2992"/>
                  </a:cubicBezTo>
                  <a:cubicBezTo>
                    <a:pt x="1761" y="2965"/>
                    <a:pt x="1880" y="2926"/>
                    <a:pt x="1986" y="2886"/>
                  </a:cubicBezTo>
                  <a:cubicBezTo>
                    <a:pt x="2092" y="2833"/>
                    <a:pt x="2198" y="2767"/>
                    <a:pt x="2291" y="2701"/>
                  </a:cubicBezTo>
                  <a:cubicBezTo>
                    <a:pt x="2396" y="2621"/>
                    <a:pt x="2476" y="2529"/>
                    <a:pt x="2555" y="2423"/>
                  </a:cubicBezTo>
                  <a:lnTo>
                    <a:pt x="2555" y="2423"/>
                  </a:lnTo>
                  <a:cubicBezTo>
                    <a:pt x="2516" y="2648"/>
                    <a:pt x="2436" y="2886"/>
                    <a:pt x="2343" y="3124"/>
                  </a:cubicBezTo>
                  <a:cubicBezTo>
                    <a:pt x="2251" y="3362"/>
                    <a:pt x="2132" y="3601"/>
                    <a:pt x="1986" y="3839"/>
                  </a:cubicBezTo>
                  <a:cubicBezTo>
                    <a:pt x="1841" y="4064"/>
                    <a:pt x="1695" y="4276"/>
                    <a:pt x="1523" y="4474"/>
                  </a:cubicBezTo>
                  <a:cubicBezTo>
                    <a:pt x="1351" y="4659"/>
                    <a:pt x="1166" y="4818"/>
                    <a:pt x="967" y="4951"/>
                  </a:cubicBezTo>
                  <a:cubicBezTo>
                    <a:pt x="927" y="4977"/>
                    <a:pt x="888" y="5017"/>
                    <a:pt x="874" y="5030"/>
                  </a:cubicBezTo>
                  <a:cubicBezTo>
                    <a:pt x="848" y="5056"/>
                    <a:pt x="835" y="5096"/>
                    <a:pt x="835" y="5136"/>
                  </a:cubicBezTo>
                  <a:cubicBezTo>
                    <a:pt x="835" y="5202"/>
                    <a:pt x="848" y="5242"/>
                    <a:pt x="901" y="5255"/>
                  </a:cubicBezTo>
                  <a:cubicBezTo>
                    <a:pt x="941" y="5281"/>
                    <a:pt x="980" y="5295"/>
                    <a:pt x="1020" y="5295"/>
                  </a:cubicBezTo>
                  <a:cubicBezTo>
                    <a:pt x="1073" y="5295"/>
                    <a:pt x="1126" y="5281"/>
                    <a:pt x="1166" y="5268"/>
                  </a:cubicBezTo>
                  <a:cubicBezTo>
                    <a:pt x="1218" y="5242"/>
                    <a:pt x="1258" y="5215"/>
                    <a:pt x="1311" y="5176"/>
                  </a:cubicBezTo>
                  <a:cubicBezTo>
                    <a:pt x="1470" y="5043"/>
                    <a:pt x="1642" y="4871"/>
                    <a:pt x="1854" y="4659"/>
                  </a:cubicBezTo>
                  <a:cubicBezTo>
                    <a:pt x="2052" y="4434"/>
                    <a:pt x="2251" y="4143"/>
                    <a:pt x="2449" y="3786"/>
                  </a:cubicBezTo>
                  <a:cubicBezTo>
                    <a:pt x="2529" y="3640"/>
                    <a:pt x="2608" y="3468"/>
                    <a:pt x="2688" y="3283"/>
                  </a:cubicBezTo>
                  <a:cubicBezTo>
                    <a:pt x="2754" y="3111"/>
                    <a:pt x="2820" y="2912"/>
                    <a:pt x="2886" y="2714"/>
                  </a:cubicBezTo>
                  <a:cubicBezTo>
                    <a:pt x="2939" y="2515"/>
                    <a:pt x="2979" y="2304"/>
                    <a:pt x="3018" y="2092"/>
                  </a:cubicBezTo>
                  <a:cubicBezTo>
                    <a:pt x="3058" y="1893"/>
                    <a:pt x="3071" y="1682"/>
                    <a:pt x="3071" y="1470"/>
                  </a:cubicBezTo>
                  <a:cubicBezTo>
                    <a:pt x="3071" y="1337"/>
                    <a:pt x="3045" y="1179"/>
                    <a:pt x="3005" y="1007"/>
                  </a:cubicBezTo>
                  <a:cubicBezTo>
                    <a:pt x="2966" y="834"/>
                    <a:pt x="2899" y="676"/>
                    <a:pt x="2780" y="530"/>
                  </a:cubicBezTo>
                  <a:cubicBezTo>
                    <a:pt x="2674" y="371"/>
                    <a:pt x="2529" y="252"/>
                    <a:pt x="2330" y="159"/>
                  </a:cubicBezTo>
                  <a:cubicBezTo>
                    <a:pt x="2132" y="54"/>
                    <a:pt x="1893" y="1"/>
                    <a:pt x="15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3"/>
          <p:cNvSpPr/>
          <p:nvPr/>
        </p:nvSpPr>
        <p:spPr>
          <a:xfrm>
            <a:off x="609310" y="244850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1" name="Shape 71"/>
        <p:cNvGrpSpPr/>
        <p:nvPr/>
      </p:nvGrpSpPr>
      <p:grpSpPr>
        <a:xfrm>
          <a:off x="0" y="0"/>
          <a:ext cx="0" cy="0"/>
          <a:chOff x="0" y="0"/>
          <a:chExt cx="0" cy="0"/>
        </a:xfrm>
      </p:grpSpPr>
      <p:sp>
        <p:nvSpPr>
          <p:cNvPr id="72" name="Google Shape;72;p4"/>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solidFill>
                  <a:schemeClr val="lt2"/>
                </a:solidFill>
              </a:defRPr>
            </a:lvl1pPr>
            <a:lvl2pPr lvl="1" rtl="0">
              <a:spcBef>
                <a:spcPts val="0"/>
              </a:spcBef>
              <a:spcAft>
                <a:spcPts val="0"/>
              </a:spcAft>
              <a:buClr>
                <a:srgbClr val="FFEC9D"/>
              </a:buClr>
              <a:buSzPts val="2800"/>
              <a:buNone/>
              <a:defRPr>
                <a:solidFill>
                  <a:srgbClr val="FFEC9D"/>
                </a:solidFill>
              </a:defRPr>
            </a:lvl2pPr>
            <a:lvl3pPr lvl="2" rtl="0">
              <a:spcBef>
                <a:spcPts val="0"/>
              </a:spcBef>
              <a:spcAft>
                <a:spcPts val="0"/>
              </a:spcAft>
              <a:buClr>
                <a:srgbClr val="FFEC9D"/>
              </a:buClr>
              <a:buSzPts val="2800"/>
              <a:buNone/>
              <a:defRPr>
                <a:solidFill>
                  <a:srgbClr val="FFEC9D"/>
                </a:solidFill>
              </a:defRPr>
            </a:lvl3pPr>
            <a:lvl4pPr lvl="3" rtl="0">
              <a:spcBef>
                <a:spcPts val="0"/>
              </a:spcBef>
              <a:spcAft>
                <a:spcPts val="0"/>
              </a:spcAft>
              <a:buClr>
                <a:srgbClr val="FFEC9D"/>
              </a:buClr>
              <a:buSzPts val="2800"/>
              <a:buNone/>
              <a:defRPr>
                <a:solidFill>
                  <a:srgbClr val="FFEC9D"/>
                </a:solidFill>
              </a:defRPr>
            </a:lvl4pPr>
            <a:lvl5pPr lvl="4" rtl="0">
              <a:spcBef>
                <a:spcPts val="0"/>
              </a:spcBef>
              <a:spcAft>
                <a:spcPts val="0"/>
              </a:spcAft>
              <a:buClr>
                <a:srgbClr val="FFEC9D"/>
              </a:buClr>
              <a:buSzPts val="2800"/>
              <a:buNone/>
              <a:defRPr>
                <a:solidFill>
                  <a:srgbClr val="FFEC9D"/>
                </a:solidFill>
              </a:defRPr>
            </a:lvl5pPr>
            <a:lvl6pPr lvl="5" rtl="0">
              <a:spcBef>
                <a:spcPts val="0"/>
              </a:spcBef>
              <a:spcAft>
                <a:spcPts val="0"/>
              </a:spcAft>
              <a:buClr>
                <a:srgbClr val="FFEC9D"/>
              </a:buClr>
              <a:buSzPts val="2800"/>
              <a:buNone/>
              <a:defRPr>
                <a:solidFill>
                  <a:srgbClr val="FFEC9D"/>
                </a:solidFill>
              </a:defRPr>
            </a:lvl6pPr>
            <a:lvl7pPr lvl="6" rtl="0">
              <a:spcBef>
                <a:spcPts val="0"/>
              </a:spcBef>
              <a:spcAft>
                <a:spcPts val="0"/>
              </a:spcAft>
              <a:buClr>
                <a:srgbClr val="FFEC9D"/>
              </a:buClr>
              <a:buSzPts val="2800"/>
              <a:buNone/>
              <a:defRPr>
                <a:solidFill>
                  <a:srgbClr val="FFEC9D"/>
                </a:solidFill>
              </a:defRPr>
            </a:lvl7pPr>
            <a:lvl8pPr lvl="7" rtl="0">
              <a:spcBef>
                <a:spcPts val="0"/>
              </a:spcBef>
              <a:spcAft>
                <a:spcPts val="0"/>
              </a:spcAft>
              <a:buClr>
                <a:srgbClr val="FFEC9D"/>
              </a:buClr>
              <a:buSzPts val="2800"/>
              <a:buNone/>
              <a:defRPr>
                <a:solidFill>
                  <a:srgbClr val="FFEC9D"/>
                </a:solidFill>
              </a:defRPr>
            </a:lvl8pPr>
            <a:lvl9pPr lvl="8" rtl="0">
              <a:spcBef>
                <a:spcPts val="0"/>
              </a:spcBef>
              <a:spcAft>
                <a:spcPts val="0"/>
              </a:spcAft>
              <a:buClr>
                <a:srgbClr val="FFEC9D"/>
              </a:buClr>
              <a:buSzPts val="2800"/>
              <a:buNone/>
              <a:defRPr>
                <a:solidFill>
                  <a:srgbClr val="FFEC9D"/>
                </a:solidFill>
              </a:defRPr>
            </a:lvl9pPr>
          </a:lstStyle>
          <a:p/>
        </p:txBody>
      </p:sp>
      <p:sp>
        <p:nvSpPr>
          <p:cNvPr id="73" name="Google Shape;73;p4"/>
          <p:cNvSpPr txBox="1"/>
          <p:nvPr>
            <p:ph idx="1" type="body"/>
          </p:nvPr>
        </p:nvSpPr>
        <p:spPr>
          <a:xfrm>
            <a:off x="720000" y="1123900"/>
            <a:ext cx="7704000" cy="34800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sz="1200"/>
            </a:lvl1pPr>
            <a:lvl2pPr indent="-317500" lvl="1" marL="914400" rtl="0">
              <a:lnSpc>
                <a:spcPct val="115000"/>
              </a:lnSpc>
              <a:spcBef>
                <a:spcPts val="1600"/>
              </a:spcBef>
              <a:spcAft>
                <a:spcPts val="0"/>
              </a:spcAft>
              <a:buSzPts val="1400"/>
              <a:buAutoNum type="alphaLcPeriod"/>
              <a:defRPr/>
            </a:lvl2pPr>
            <a:lvl3pPr indent="-317500" lvl="2" marL="1371600" rtl="0">
              <a:lnSpc>
                <a:spcPct val="115000"/>
              </a:lnSpc>
              <a:spcBef>
                <a:spcPts val="1600"/>
              </a:spcBef>
              <a:spcAft>
                <a:spcPts val="0"/>
              </a:spcAft>
              <a:buSzPts val="1400"/>
              <a:buAutoNum type="romanLcPeriod"/>
              <a:defRPr/>
            </a:lvl3pPr>
            <a:lvl4pPr indent="-317500" lvl="3" marL="1828800" rtl="0">
              <a:lnSpc>
                <a:spcPct val="115000"/>
              </a:lnSpc>
              <a:spcBef>
                <a:spcPts val="1600"/>
              </a:spcBef>
              <a:spcAft>
                <a:spcPts val="0"/>
              </a:spcAft>
              <a:buSzPts val="1400"/>
              <a:buAutoNum type="arabicPeriod"/>
              <a:defRPr/>
            </a:lvl4pPr>
            <a:lvl5pPr indent="-317500" lvl="4" marL="2286000" rtl="0">
              <a:lnSpc>
                <a:spcPct val="115000"/>
              </a:lnSpc>
              <a:spcBef>
                <a:spcPts val="1600"/>
              </a:spcBef>
              <a:spcAft>
                <a:spcPts val="0"/>
              </a:spcAft>
              <a:buSzPts val="1400"/>
              <a:buAutoNum type="alphaLcPeriod"/>
              <a:defRPr/>
            </a:lvl5pPr>
            <a:lvl6pPr indent="-317500" lvl="5" marL="2743200" rtl="0">
              <a:lnSpc>
                <a:spcPct val="115000"/>
              </a:lnSpc>
              <a:spcBef>
                <a:spcPts val="1600"/>
              </a:spcBef>
              <a:spcAft>
                <a:spcPts val="0"/>
              </a:spcAft>
              <a:buSzPts val="1400"/>
              <a:buAutoNum type="romanLcPeriod"/>
              <a:defRPr/>
            </a:lvl6pPr>
            <a:lvl7pPr indent="-317500" lvl="6" marL="3200400" rtl="0">
              <a:lnSpc>
                <a:spcPct val="115000"/>
              </a:lnSpc>
              <a:spcBef>
                <a:spcPts val="1600"/>
              </a:spcBef>
              <a:spcAft>
                <a:spcPts val="0"/>
              </a:spcAft>
              <a:buSzPts val="1400"/>
              <a:buAutoNum type="arabicPeriod"/>
              <a:defRPr/>
            </a:lvl7pPr>
            <a:lvl8pPr indent="-317500" lvl="7" marL="3657600" rtl="0">
              <a:lnSpc>
                <a:spcPct val="115000"/>
              </a:lnSpc>
              <a:spcBef>
                <a:spcPts val="1600"/>
              </a:spcBef>
              <a:spcAft>
                <a:spcPts val="0"/>
              </a:spcAft>
              <a:buSzPts val="1400"/>
              <a:buAutoNum type="alphaLcPeriod"/>
              <a:defRPr/>
            </a:lvl8pPr>
            <a:lvl9pPr indent="-317500" lvl="8" marL="4114800" rtl="0">
              <a:lnSpc>
                <a:spcPct val="115000"/>
              </a:lnSpc>
              <a:spcBef>
                <a:spcPts val="1600"/>
              </a:spcBef>
              <a:spcAft>
                <a:spcPts val="1600"/>
              </a:spcAft>
              <a:buSzPts val="1400"/>
              <a:buAutoNum type="romanLcPeriod"/>
              <a:defRPr/>
            </a:lvl9pPr>
          </a:lstStyle>
          <a:p/>
        </p:txBody>
      </p:sp>
      <p:sp>
        <p:nvSpPr>
          <p:cNvPr id="74" name="Google Shape;74;p4"/>
          <p:cNvSpPr/>
          <p:nvPr/>
        </p:nvSpPr>
        <p:spPr>
          <a:xfrm>
            <a:off x="505031" y="26574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1437650" y="49147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235848" y="867429"/>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rot="-1315996">
            <a:off x="8660343" y="877746"/>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8418593" y="34229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9" name="Shape 79"/>
        <p:cNvGrpSpPr/>
        <p:nvPr/>
      </p:nvGrpSpPr>
      <p:grpSpPr>
        <a:xfrm>
          <a:off x="0" y="0"/>
          <a:ext cx="0" cy="0"/>
          <a:chOff x="0" y="0"/>
          <a:chExt cx="0" cy="0"/>
        </a:xfrm>
      </p:grpSpPr>
      <p:sp>
        <p:nvSpPr>
          <p:cNvPr id="80" name="Google Shape;80;p5"/>
          <p:cNvSpPr txBox="1"/>
          <p:nvPr>
            <p:ph idx="1" type="subTitle"/>
          </p:nvPr>
        </p:nvSpPr>
        <p:spPr>
          <a:xfrm>
            <a:off x="1290763" y="2721716"/>
            <a:ext cx="29076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EC9D"/>
              </a:buClr>
              <a:buSzPts val="1800"/>
              <a:buFont typeface="Life Savers"/>
              <a:buNone/>
              <a:defRPr b="1" sz="3000">
                <a:solidFill>
                  <a:schemeClr val="lt2"/>
                </a:solidFill>
                <a:latin typeface="Life Savers"/>
                <a:ea typeface="Life Savers"/>
                <a:cs typeface="Life Savers"/>
                <a:sym typeface="Life Savers"/>
              </a:defRPr>
            </a:lvl1pPr>
            <a:lvl2pPr lvl="1"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2pPr>
            <a:lvl3pPr lvl="2"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3pPr>
            <a:lvl4pPr lvl="3"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4pPr>
            <a:lvl5pPr lvl="4"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5pPr>
            <a:lvl6pPr lvl="5"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6pPr>
            <a:lvl7pPr lvl="6"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7pPr>
            <a:lvl8pPr lvl="7"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8pPr>
            <a:lvl9pPr lvl="8" rtl="0" algn="ctr">
              <a:lnSpc>
                <a:spcPct val="100000"/>
              </a:lnSpc>
              <a:spcBef>
                <a:spcPts val="1600"/>
              </a:spcBef>
              <a:spcAft>
                <a:spcPts val="1600"/>
              </a:spcAft>
              <a:buClr>
                <a:srgbClr val="FFEC9D"/>
              </a:buClr>
              <a:buSzPts val="1400"/>
              <a:buFont typeface="Life Savers"/>
              <a:buNone/>
              <a:defRPr b="1">
                <a:solidFill>
                  <a:srgbClr val="FFEC9D"/>
                </a:solidFill>
                <a:latin typeface="Life Savers"/>
                <a:ea typeface="Life Savers"/>
                <a:cs typeface="Life Savers"/>
                <a:sym typeface="Life Savers"/>
              </a:defRPr>
            </a:lvl9pPr>
          </a:lstStyle>
          <a:p/>
        </p:txBody>
      </p:sp>
      <p:sp>
        <p:nvSpPr>
          <p:cNvPr id="81" name="Google Shape;81;p5"/>
          <p:cNvSpPr txBox="1"/>
          <p:nvPr>
            <p:ph idx="2" type="subTitle"/>
          </p:nvPr>
        </p:nvSpPr>
        <p:spPr>
          <a:xfrm>
            <a:off x="4945638" y="770091"/>
            <a:ext cx="29076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EC9D"/>
              </a:buClr>
              <a:buSzPts val="1800"/>
              <a:buFont typeface="Life Savers"/>
              <a:buNone/>
              <a:defRPr b="1" sz="3000">
                <a:solidFill>
                  <a:schemeClr val="lt2"/>
                </a:solidFill>
                <a:latin typeface="Life Savers"/>
                <a:ea typeface="Life Savers"/>
                <a:cs typeface="Life Savers"/>
                <a:sym typeface="Life Savers"/>
              </a:defRPr>
            </a:lvl1pPr>
            <a:lvl2pPr lvl="1"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2pPr>
            <a:lvl3pPr lvl="2"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3pPr>
            <a:lvl4pPr lvl="3"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4pPr>
            <a:lvl5pPr lvl="4"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5pPr>
            <a:lvl6pPr lvl="5"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6pPr>
            <a:lvl7pPr lvl="6"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7pPr>
            <a:lvl8pPr lvl="7" rtl="0" algn="ctr">
              <a:lnSpc>
                <a:spcPct val="100000"/>
              </a:lnSpc>
              <a:spcBef>
                <a:spcPts val="1600"/>
              </a:spcBef>
              <a:spcAft>
                <a:spcPts val="0"/>
              </a:spcAft>
              <a:buClr>
                <a:srgbClr val="FFEC9D"/>
              </a:buClr>
              <a:buSzPts val="1400"/>
              <a:buFont typeface="Life Savers"/>
              <a:buNone/>
              <a:defRPr b="1">
                <a:solidFill>
                  <a:srgbClr val="FFEC9D"/>
                </a:solidFill>
                <a:latin typeface="Life Savers"/>
                <a:ea typeface="Life Savers"/>
                <a:cs typeface="Life Savers"/>
                <a:sym typeface="Life Savers"/>
              </a:defRPr>
            </a:lvl8pPr>
            <a:lvl9pPr lvl="8" rtl="0" algn="ctr">
              <a:lnSpc>
                <a:spcPct val="100000"/>
              </a:lnSpc>
              <a:spcBef>
                <a:spcPts val="1600"/>
              </a:spcBef>
              <a:spcAft>
                <a:spcPts val="1600"/>
              </a:spcAft>
              <a:buClr>
                <a:srgbClr val="FFEC9D"/>
              </a:buClr>
              <a:buSzPts val="1400"/>
              <a:buFont typeface="Life Savers"/>
              <a:buNone/>
              <a:defRPr b="1">
                <a:solidFill>
                  <a:srgbClr val="FFEC9D"/>
                </a:solidFill>
                <a:latin typeface="Life Savers"/>
                <a:ea typeface="Life Savers"/>
                <a:cs typeface="Life Savers"/>
                <a:sym typeface="Life Savers"/>
              </a:defRPr>
            </a:lvl9pPr>
          </a:lstStyle>
          <a:p/>
        </p:txBody>
      </p:sp>
      <p:sp>
        <p:nvSpPr>
          <p:cNvPr id="82" name="Google Shape;82;p5"/>
          <p:cNvSpPr txBox="1"/>
          <p:nvPr>
            <p:ph idx="3" type="subTitle"/>
          </p:nvPr>
        </p:nvSpPr>
        <p:spPr>
          <a:xfrm>
            <a:off x="1519213" y="3259541"/>
            <a:ext cx="2450700" cy="105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atin typeface="Mukta Light"/>
                <a:ea typeface="Mukta Light"/>
                <a:cs typeface="Mukta Light"/>
                <a:sym typeface="Mukta Light"/>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3" name="Google Shape;83;p5"/>
          <p:cNvSpPr txBox="1"/>
          <p:nvPr>
            <p:ph idx="4" type="subTitle"/>
          </p:nvPr>
        </p:nvSpPr>
        <p:spPr>
          <a:xfrm>
            <a:off x="5175288" y="1307916"/>
            <a:ext cx="2448300" cy="105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atin typeface="Mukta Light"/>
                <a:ea typeface="Mukta Light"/>
                <a:cs typeface="Mukta Light"/>
                <a:sym typeface="Mukta Light"/>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4" name="Google Shape;84;p5"/>
          <p:cNvGrpSpPr/>
          <p:nvPr/>
        </p:nvGrpSpPr>
        <p:grpSpPr>
          <a:xfrm>
            <a:off x="8083133" y="249192"/>
            <a:ext cx="703436" cy="246214"/>
            <a:chOff x="7657026" y="2119264"/>
            <a:chExt cx="819378" cy="286796"/>
          </a:xfrm>
        </p:grpSpPr>
        <p:sp>
          <p:nvSpPr>
            <p:cNvPr id="85" name="Google Shape;85;p5"/>
            <p:cNvSpPr/>
            <p:nvPr/>
          </p:nvSpPr>
          <p:spPr>
            <a:xfrm>
              <a:off x="7657026" y="2119264"/>
              <a:ext cx="177804" cy="286796"/>
            </a:xfrm>
            <a:custGeom>
              <a:rect b="b" l="l" r="r" t="t"/>
              <a:pathLst>
                <a:path extrusionOk="0" h="5189" w="3217">
                  <a:moveTo>
                    <a:pt x="1668" y="0"/>
                  </a:moveTo>
                  <a:cubicBezTo>
                    <a:pt x="1417" y="0"/>
                    <a:pt x="1205" y="40"/>
                    <a:pt x="1006" y="146"/>
                  </a:cubicBezTo>
                  <a:cubicBezTo>
                    <a:pt x="808" y="252"/>
                    <a:pt x="649" y="371"/>
                    <a:pt x="517" y="517"/>
                  </a:cubicBezTo>
                  <a:cubicBezTo>
                    <a:pt x="384" y="649"/>
                    <a:pt x="292" y="795"/>
                    <a:pt x="212" y="953"/>
                  </a:cubicBezTo>
                  <a:cubicBezTo>
                    <a:pt x="146" y="1099"/>
                    <a:pt x="120" y="1218"/>
                    <a:pt x="120" y="1324"/>
                  </a:cubicBezTo>
                  <a:cubicBezTo>
                    <a:pt x="120" y="1337"/>
                    <a:pt x="120" y="1364"/>
                    <a:pt x="120" y="1403"/>
                  </a:cubicBezTo>
                  <a:cubicBezTo>
                    <a:pt x="133" y="1443"/>
                    <a:pt x="133" y="1496"/>
                    <a:pt x="159" y="1536"/>
                  </a:cubicBezTo>
                  <a:cubicBezTo>
                    <a:pt x="173" y="1575"/>
                    <a:pt x="199" y="1615"/>
                    <a:pt x="239" y="1655"/>
                  </a:cubicBezTo>
                  <a:cubicBezTo>
                    <a:pt x="278" y="1681"/>
                    <a:pt x="331" y="1695"/>
                    <a:pt x="398" y="1695"/>
                  </a:cubicBezTo>
                  <a:cubicBezTo>
                    <a:pt x="503" y="1695"/>
                    <a:pt x="596" y="1668"/>
                    <a:pt x="649" y="1615"/>
                  </a:cubicBezTo>
                  <a:cubicBezTo>
                    <a:pt x="715" y="1562"/>
                    <a:pt x="742" y="1496"/>
                    <a:pt x="742" y="1403"/>
                  </a:cubicBezTo>
                  <a:cubicBezTo>
                    <a:pt x="742" y="1377"/>
                    <a:pt x="742" y="1337"/>
                    <a:pt x="715" y="1311"/>
                  </a:cubicBezTo>
                  <a:cubicBezTo>
                    <a:pt x="715" y="1284"/>
                    <a:pt x="689" y="1258"/>
                    <a:pt x="676" y="1245"/>
                  </a:cubicBezTo>
                  <a:lnTo>
                    <a:pt x="623" y="1178"/>
                  </a:lnTo>
                  <a:cubicBezTo>
                    <a:pt x="609" y="1152"/>
                    <a:pt x="609" y="1125"/>
                    <a:pt x="609" y="1099"/>
                  </a:cubicBezTo>
                  <a:cubicBezTo>
                    <a:pt x="609" y="1072"/>
                    <a:pt x="623" y="1006"/>
                    <a:pt x="676" y="927"/>
                  </a:cubicBezTo>
                  <a:cubicBezTo>
                    <a:pt x="715" y="847"/>
                    <a:pt x="795" y="768"/>
                    <a:pt x="874" y="689"/>
                  </a:cubicBezTo>
                  <a:cubicBezTo>
                    <a:pt x="967" y="609"/>
                    <a:pt x="1073" y="530"/>
                    <a:pt x="1192" y="464"/>
                  </a:cubicBezTo>
                  <a:cubicBezTo>
                    <a:pt x="1311" y="411"/>
                    <a:pt x="1456" y="371"/>
                    <a:pt x="1615" y="371"/>
                  </a:cubicBezTo>
                  <a:cubicBezTo>
                    <a:pt x="1774" y="371"/>
                    <a:pt x="1906" y="397"/>
                    <a:pt x="2012" y="464"/>
                  </a:cubicBezTo>
                  <a:cubicBezTo>
                    <a:pt x="2131" y="517"/>
                    <a:pt x="2224" y="583"/>
                    <a:pt x="2290" y="662"/>
                  </a:cubicBezTo>
                  <a:cubicBezTo>
                    <a:pt x="2356" y="755"/>
                    <a:pt x="2409" y="847"/>
                    <a:pt x="2436" y="953"/>
                  </a:cubicBezTo>
                  <a:cubicBezTo>
                    <a:pt x="2476" y="1059"/>
                    <a:pt x="2489" y="1152"/>
                    <a:pt x="2489" y="1245"/>
                  </a:cubicBezTo>
                  <a:cubicBezTo>
                    <a:pt x="2489" y="1456"/>
                    <a:pt x="2449" y="1668"/>
                    <a:pt x="2370" y="1893"/>
                  </a:cubicBezTo>
                  <a:cubicBezTo>
                    <a:pt x="2290" y="2118"/>
                    <a:pt x="2198" y="2356"/>
                    <a:pt x="2065" y="2581"/>
                  </a:cubicBezTo>
                  <a:cubicBezTo>
                    <a:pt x="1946" y="2819"/>
                    <a:pt x="1801" y="3044"/>
                    <a:pt x="1642" y="3283"/>
                  </a:cubicBezTo>
                  <a:cubicBezTo>
                    <a:pt x="1470" y="3508"/>
                    <a:pt x="1311" y="3719"/>
                    <a:pt x="1126" y="3918"/>
                  </a:cubicBezTo>
                  <a:cubicBezTo>
                    <a:pt x="953" y="4117"/>
                    <a:pt x="781" y="4302"/>
                    <a:pt x="609" y="4474"/>
                  </a:cubicBezTo>
                  <a:cubicBezTo>
                    <a:pt x="437" y="4633"/>
                    <a:pt x="278" y="4765"/>
                    <a:pt x="133" y="4884"/>
                  </a:cubicBezTo>
                  <a:cubicBezTo>
                    <a:pt x="106" y="4911"/>
                    <a:pt x="67" y="4937"/>
                    <a:pt x="40" y="4964"/>
                  </a:cubicBezTo>
                  <a:cubicBezTo>
                    <a:pt x="14" y="4977"/>
                    <a:pt x="1" y="5003"/>
                    <a:pt x="1" y="5043"/>
                  </a:cubicBezTo>
                  <a:cubicBezTo>
                    <a:pt x="1" y="5069"/>
                    <a:pt x="14" y="5109"/>
                    <a:pt x="40" y="5136"/>
                  </a:cubicBezTo>
                  <a:cubicBezTo>
                    <a:pt x="67" y="5175"/>
                    <a:pt x="120" y="5189"/>
                    <a:pt x="186" y="5189"/>
                  </a:cubicBezTo>
                  <a:cubicBezTo>
                    <a:pt x="239" y="5189"/>
                    <a:pt x="292" y="5189"/>
                    <a:pt x="345" y="5162"/>
                  </a:cubicBezTo>
                  <a:cubicBezTo>
                    <a:pt x="398" y="5149"/>
                    <a:pt x="424" y="5122"/>
                    <a:pt x="451" y="5109"/>
                  </a:cubicBezTo>
                  <a:lnTo>
                    <a:pt x="1523" y="5109"/>
                  </a:lnTo>
                  <a:cubicBezTo>
                    <a:pt x="1642" y="5109"/>
                    <a:pt x="1774" y="5109"/>
                    <a:pt x="1893" y="5122"/>
                  </a:cubicBezTo>
                  <a:lnTo>
                    <a:pt x="2674" y="5122"/>
                  </a:lnTo>
                  <a:cubicBezTo>
                    <a:pt x="2701" y="5122"/>
                    <a:pt x="2727" y="5109"/>
                    <a:pt x="2767" y="5096"/>
                  </a:cubicBezTo>
                  <a:cubicBezTo>
                    <a:pt x="2806" y="5069"/>
                    <a:pt x="2846" y="5043"/>
                    <a:pt x="2873" y="4990"/>
                  </a:cubicBezTo>
                  <a:cubicBezTo>
                    <a:pt x="2978" y="4792"/>
                    <a:pt x="3071" y="4646"/>
                    <a:pt x="3124" y="4553"/>
                  </a:cubicBezTo>
                  <a:cubicBezTo>
                    <a:pt x="3190" y="4461"/>
                    <a:pt x="3217" y="4394"/>
                    <a:pt x="3217" y="4342"/>
                  </a:cubicBezTo>
                  <a:cubicBezTo>
                    <a:pt x="3217" y="4302"/>
                    <a:pt x="3190" y="4262"/>
                    <a:pt x="3151" y="4249"/>
                  </a:cubicBezTo>
                  <a:cubicBezTo>
                    <a:pt x="3111" y="4222"/>
                    <a:pt x="3071" y="4222"/>
                    <a:pt x="3031" y="4222"/>
                  </a:cubicBezTo>
                  <a:cubicBezTo>
                    <a:pt x="2978" y="4222"/>
                    <a:pt x="2926" y="4236"/>
                    <a:pt x="2899" y="4262"/>
                  </a:cubicBezTo>
                  <a:cubicBezTo>
                    <a:pt x="2873" y="4302"/>
                    <a:pt x="2846" y="4328"/>
                    <a:pt x="2833" y="4355"/>
                  </a:cubicBezTo>
                  <a:lnTo>
                    <a:pt x="2661" y="4606"/>
                  </a:lnTo>
                  <a:cubicBezTo>
                    <a:pt x="2621" y="4659"/>
                    <a:pt x="2595" y="4699"/>
                    <a:pt x="2568" y="4712"/>
                  </a:cubicBezTo>
                  <a:cubicBezTo>
                    <a:pt x="2555" y="4725"/>
                    <a:pt x="2528" y="4739"/>
                    <a:pt x="2502" y="4739"/>
                  </a:cubicBezTo>
                  <a:lnTo>
                    <a:pt x="2264" y="4739"/>
                  </a:lnTo>
                  <a:cubicBezTo>
                    <a:pt x="2131" y="4739"/>
                    <a:pt x="1986" y="4739"/>
                    <a:pt x="1814" y="4725"/>
                  </a:cubicBezTo>
                  <a:lnTo>
                    <a:pt x="1284" y="4725"/>
                  </a:lnTo>
                  <a:cubicBezTo>
                    <a:pt x="1112" y="4725"/>
                    <a:pt x="953" y="4712"/>
                    <a:pt x="821" y="4699"/>
                  </a:cubicBezTo>
                  <a:cubicBezTo>
                    <a:pt x="940" y="4593"/>
                    <a:pt x="1086" y="4461"/>
                    <a:pt x="1231" y="4302"/>
                  </a:cubicBezTo>
                  <a:cubicBezTo>
                    <a:pt x="1390" y="4143"/>
                    <a:pt x="1536" y="3971"/>
                    <a:pt x="1695" y="3786"/>
                  </a:cubicBezTo>
                  <a:cubicBezTo>
                    <a:pt x="1853" y="3600"/>
                    <a:pt x="2012" y="3402"/>
                    <a:pt x="2158" y="3190"/>
                  </a:cubicBezTo>
                  <a:cubicBezTo>
                    <a:pt x="2303" y="2978"/>
                    <a:pt x="2436" y="2767"/>
                    <a:pt x="2555" y="2555"/>
                  </a:cubicBezTo>
                  <a:cubicBezTo>
                    <a:pt x="2674" y="2343"/>
                    <a:pt x="2767" y="2118"/>
                    <a:pt x="2833" y="1906"/>
                  </a:cubicBezTo>
                  <a:cubicBezTo>
                    <a:pt x="2912" y="1681"/>
                    <a:pt x="2952" y="1470"/>
                    <a:pt x="2952" y="1258"/>
                  </a:cubicBezTo>
                  <a:cubicBezTo>
                    <a:pt x="2952" y="1086"/>
                    <a:pt x="2926" y="927"/>
                    <a:pt x="2886" y="768"/>
                  </a:cubicBezTo>
                  <a:cubicBezTo>
                    <a:pt x="2833" y="622"/>
                    <a:pt x="2767" y="477"/>
                    <a:pt x="2661" y="371"/>
                  </a:cubicBezTo>
                  <a:cubicBezTo>
                    <a:pt x="2555" y="252"/>
                    <a:pt x="2423" y="159"/>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852350" y="2207752"/>
              <a:ext cx="109048" cy="109821"/>
            </a:xfrm>
            <a:custGeom>
              <a:rect b="b" l="l" r="r" t="t"/>
              <a:pathLst>
                <a:path extrusionOk="0" h="1987" w="1973">
                  <a:moveTo>
                    <a:pt x="980" y="1"/>
                  </a:moveTo>
                  <a:cubicBezTo>
                    <a:pt x="927" y="1"/>
                    <a:pt x="874" y="27"/>
                    <a:pt x="834" y="67"/>
                  </a:cubicBezTo>
                  <a:cubicBezTo>
                    <a:pt x="794" y="94"/>
                    <a:pt x="781" y="133"/>
                    <a:pt x="781" y="186"/>
                  </a:cubicBezTo>
                  <a:cubicBezTo>
                    <a:pt x="781" y="252"/>
                    <a:pt x="781" y="345"/>
                    <a:pt x="781" y="451"/>
                  </a:cubicBezTo>
                  <a:cubicBezTo>
                    <a:pt x="794" y="557"/>
                    <a:pt x="794" y="676"/>
                    <a:pt x="794" y="808"/>
                  </a:cubicBezTo>
                  <a:lnTo>
                    <a:pt x="159" y="808"/>
                  </a:lnTo>
                  <a:cubicBezTo>
                    <a:pt x="119" y="808"/>
                    <a:pt x="93" y="821"/>
                    <a:pt x="53" y="861"/>
                  </a:cubicBezTo>
                  <a:cubicBezTo>
                    <a:pt x="14" y="888"/>
                    <a:pt x="0" y="941"/>
                    <a:pt x="0" y="1007"/>
                  </a:cubicBezTo>
                  <a:cubicBezTo>
                    <a:pt x="0" y="1073"/>
                    <a:pt x="14" y="1126"/>
                    <a:pt x="53" y="1166"/>
                  </a:cubicBezTo>
                  <a:cubicBezTo>
                    <a:pt x="93" y="1192"/>
                    <a:pt x="133" y="1205"/>
                    <a:pt x="159" y="1205"/>
                  </a:cubicBezTo>
                  <a:cubicBezTo>
                    <a:pt x="212" y="1205"/>
                    <a:pt x="305" y="1205"/>
                    <a:pt x="411" y="1192"/>
                  </a:cubicBezTo>
                  <a:cubicBezTo>
                    <a:pt x="530" y="1192"/>
                    <a:pt x="649" y="1192"/>
                    <a:pt x="781" y="1179"/>
                  </a:cubicBezTo>
                  <a:lnTo>
                    <a:pt x="781" y="1179"/>
                  </a:lnTo>
                  <a:cubicBezTo>
                    <a:pt x="781" y="1285"/>
                    <a:pt x="781" y="1404"/>
                    <a:pt x="768" y="1536"/>
                  </a:cubicBezTo>
                  <a:cubicBezTo>
                    <a:pt x="768" y="1655"/>
                    <a:pt x="768" y="1748"/>
                    <a:pt x="768" y="1814"/>
                  </a:cubicBezTo>
                  <a:cubicBezTo>
                    <a:pt x="768" y="1854"/>
                    <a:pt x="781" y="1893"/>
                    <a:pt x="821" y="1920"/>
                  </a:cubicBezTo>
                  <a:cubicBezTo>
                    <a:pt x="847" y="1960"/>
                    <a:pt x="900" y="1986"/>
                    <a:pt x="967" y="1986"/>
                  </a:cubicBezTo>
                  <a:cubicBezTo>
                    <a:pt x="1046" y="1986"/>
                    <a:pt x="1099" y="1960"/>
                    <a:pt x="1139" y="1920"/>
                  </a:cubicBezTo>
                  <a:cubicBezTo>
                    <a:pt x="1165" y="1880"/>
                    <a:pt x="1192" y="1854"/>
                    <a:pt x="1192" y="1814"/>
                  </a:cubicBezTo>
                  <a:lnTo>
                    <a:pt x="1192" y="1179"/>
                  </a:lnTo>
                  <a:lnTo>
                    <a:pt x="1787" y="1179"/>
                  </a:lnTo>
                  <a:cubicBezTo>
                    <a:pt x="1840" y="1179"/>
                    <a:pt x="1880" y="1166"/>
                    <a:pt x="1919" y="1139"/>
                  </a:cubicBezTo>
                  <a:cubicBezTo>
                    <a:pt x="1959" y="1099"/>
                    <a:pt x="1972" y="1046"/>
                    <a:pt x="1972" y="980"/>
                  </a:cubicBezTo>
                  <a:cubicBezTo>
                    <a:pt x="1972" y="901"/>
                    <a:pt x="1959" y="848"/>
                    <a:pt x="1933" y="821"/>
                  </a:cubicBezTo>
                  <a:cubicBezTo>
                    <a:pt x="1906" y="795"/>
                    <a:pt x="1867" y="782"/>
                    <a:pt x="1840" y="782"/>
                  </a:cubicBezTo>
                  <a:cubicBezTo>
                    <a:pt x="1761" y="782"/>
                    <a:pt x="1668" y="782"/>
                    <a:pt x="1549" y="795"/>
                  </a:cubicBezTo>
                  <a:cubicBezTo>
                    <a:pt x="1443" y="808"/>
                    <a:pt x="1324" y="808"/>
                    <a:pt x="1192" y="808"/>
                  </a:cubicBezTo>
                  <a:lnTo>
                    <a:pt x="1192" y="451"/>
                  </a:lnTo>
                  <a:cubicBezTo>
                    <a:pt x="1192" y="345"/>
                    <a:pt x="1192" y="252"/>
                    <a:pt x="1192" y="186"/>
                  </a:cubicBezTo>
                  <a:cubicBezTo>
                    <a:pt x="1192" y="133"/>
                    <a:pt x="1178" y="94"/>
                    <a:pt x="1139" y="67"/>
                  </a:cubicBezTo>
                  <a:cubicBezTo>
                    <a:pt x="1099" y="27"/>
                    <a:pt x="1046" y="1"/>
                    <a:pt x="9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7975989" y="2119264"/>
              <a:ext cx="177804" cy="286796"/>
            </a:xfrm>
            <a:custGeom>
              <a:rect b="b" l="l" r="r" t="t"/>
              <a:pathLst>
                <a:path extrusionOk="0" h="5189" w="3217">
                  <a:moveTo>
                    <a:pt x="1668" y="0"/>
                  </a:moveTo>
                  <a:cubicBezTo>
                    <a:pt x="1416" y="0"/>
                    <a:pt x="1191" y="40"/>
                    <a:pt x="1006" y="146"/>
                  </a:cubicBezTo>
                  <a:cubicBezTo>
                    <a:pt x="807" y="252"/>
                    <a:pt x="649" y="371"/>
                    <a:pt x="516" y="517"/>
                  </a:cubicBezTo>
                  <a:cubicBezTo>
                    <a:pt x="384" y="649"/>
                    <a:pt x="278" y="795"/>
                    <a:pt x="212" y="953"/>
                  </a:cubicBezTo>
                  <a:cubicBezTo>
                    <a:pt x="146" y="1099"/>
                    <a:pt x="106" y="1218"/>
                    <a:pt x="106" y="1324"/>
                  </a:cubicBezTo>
                  <a:cubicBezTo>
                    <a:pt x="106" y="1337"/>
                    <a:pt x="119" y="1364"/>
                    <a:pt x="119" y="1403"/>
                  </a:cubicBezTo>
                  <a:cubicBezTo>
                    <a:pt x="119" y="1443"/>
                    <a:pt x="132" y="1496"/>
                    <a:pt x="146" y="1536"/>
                  </a:cubicBezTo>
                  <a:cubicBezTo>
                    <a:pt x="172" y="1575"/>
                    <a:pt x="199" y="1615"/>
                    <a:pt x="238" y="1655"/>
                  </a:cubicBezTo>
                  <a:cubicBezTo>
                    <a:pt x="278" y="1681"/>
                    <a:pt x="331" y="1695"/>
                    <a:pt x="397" y="1695"/>
                  </a:cubicBezTo>
                  <a:cubicBezTo>
                    <a:pt x="503" y="1695"/>
                    <a:pt x="582" y="1668"/>
                    <a:pt x="649" y="1615"/>
                  </a:cubicBezTo>
                  <a:cubicBezTo>
                    <a:pt x="715" y="1562"/>
                    <a:pt x="741" y="1496"/>
                    <a:pt x="741" y="1403"/>
                  </a:cubicBezTo>
                  <a:cubicBezTo>
                    <a:pt x="741" y="1377"/>
                    <a:pt x="728" y="1337"/>
                    <a:pt x="715" y="1311"/>
                  </a:cubicBezTo>
                  <a:cubicBezTo>
                    <a:pt x="702" y="1284"/>
                    <a:pt x="688" y="1258"/>
                    <a:pt x="662" y="1245"/>
                  </a:cubicBezTo>
                  <a:lnTo>
                    <a:pt x="622" y="1178"/>
                  </a:lnTo>
                  <a:cubicBezTo>
                    <a:pt x="609" y="1152"/>
                    <a:pt x="596" y="1125"/>
                    <a:pt x="596" y="1099"/>
                  </a:cubicBezTo>
                  <a:cubicBezTo>
                    <a:pt x="596" y="1072"/>
                    <a:pt x="622" y="1006"/>
                    <a:pt x="662" y="927"/>
                  </a:cubicBezTo>
                  <a:cubicBezTo>
                    <a:pt x="715" y="847"/>
                    <a:pt x="781" y="768"/>
                    <a:pt x="874" y="689"/>
                  </a:cubicBezTo>
                  <a:cubicBezTo>
                    <a:pt x="953" y="609"/>
                    <a:pt x="1059" y="530"/>
                    <a:pt x="1191" y="464"/>
                  </a:cubicBezTo>
                  <a:cubicBezTo>
                    <a:pt x="1310" y="411"/>
                    <a:pt x="1443" y="371"/>
                    <a:pt x="1602" y="371"/>
                  </a:cubicBezTo>
                  <a:cubicBezTo>
                    <a:pt x="1760" y="371"/>
                    <a:pt x="1906" y="397"/>
                    <a:pt x="2012" y="464"/>
                  </a:cubicBezTo>
                  <a:cubicBezTo>
                    <a:pt x="2131" y="517"/>
                    <a:pt x="2224" y="583"/>
                    <a:pt x="2290" y="662"/>
                  </a:cubicBezTo>
                  <a:cubicBezTo>
                    <a:pt x="2356" y="755"/>
                    <a:pt x="2409" y="847"/>
                    <a:pt x="2435" y="953"/>
                  </a:cubicBezTo>
                  <a:cubicBezTo>
                    <a:pt x="2462" y="1059"/>
                    <a:pt x="2488" y="1152"/>
                    <a:pt x="2488" y="1245"/>
                  </a:cubicBezTo>
                  <a:cubicBezTo>
                    <a:pt x="2488" y="1456"/>
                    <a:pt x="2449" y="1668"/>
                    <a:pt x="2369" y="1893"/>
                  </a:cubicBezTo>
                  <a:cubicBezTo>
                    <a:pt x="2290" y="2118"/>
                    <a:pt x="2184" y="2356"/>
                    <a:pt x="2065" y="2581"/>
                  </a:cubicBezTo>
                  <a:cubicBezTo>
                    <a:pt x="1932" y="2819"/>
                    <a:pt x="1800" y="3044"/>
                    <a:pt x="1628" y="3283"/>
                  </a:cubicBezTo>
                  <a:cubicBezTo>
                    <a:pt x="1469" y="3508"/>
                    <a:pt x="1297" y="3719"/>
                    <a:pt x="1125" y="3918"/>
                  </a:cubicBezTo>
                  <a:cubicBezTo>
                    <a:pt x="953" y="4117"/>
                    <a:pt x="781" y="4302"/>
                    <a:pt x="609" y="4474"/>
                  </a:cubicBezTo>
                  <a:cubicBezTo>
                    <a:pt x="437" y="4633"/>
                    <a:pt x="278" y="4765"/>
                    <a:pt x="132" y="4884"/>
                  </a:cubicBezTo>
                  <a:cubicBezTo>
                    <a:pt x="93" y="4911"/>
                    <a:pt x="66" y="4937"/>
                    <a:pt x="40" y="4964"/>
                  </a:cubicBezTo>
                  <a:cubicBezTo>
                    <a:pt x="13" y="4977"/>
                    <a:pt x="0" y="5003"/>
                    <a:pt x="0" y="5043"/>
                  </a:cubicBezTo>
                  <a:cubicBezTo>
                    <a:pt x="0" y="5069"/>
                    <a:pt x="13" y="5109"/>
                    <a:pt x="40" y="5136"/>
                  </a:cubicBezTo>
                  <a:cubicBezTo>
                    <a:pt x="66" y="5175"/>
                    <a:pt x="119" y="5189"/>
                    <a:pt x="185" y="5189"/>
                  </a:cubicBezTo>
                  <a:cubicBezTo>
                    <a:pt x="238" y="5189"/>
                    <a:pt x="291" y="5189"/>
                    <a:pt x="344" y="5162"/>
                  </a:cubicBezTo>
                  <a:cubicBezTo>
                    <a:pt x="384" y="5149"/>
                    <a:pt x="424" y="5122"/>
                    <a:pt x="437" y="5109"/>
                  </a:cubicBezTo>
                  <a:lnTo>
                    <a:pt x="1509" y="5109"/>
                  </a:lnTo>
                  <a:cubicBezTo>
                    <a:pt x="1641" y="5109"/>
                    <a:pt x="1760" y="5109"/>
                    <a:pt x="1893" y="5122"/>
                  </a:cubicBezTo>
                  <a:lnTo>
                    <a:pt x="2674" y="5122"/>
                  </a:lnTo>
                  <a:cubicBezTo>
                    <a:pt x="2700" y="5122"/>
                    <a:pt x="2727" y="5109"/>
                    <a:pt x="2766" y="5096"/>
                  </a:cubicBezTo>
                  <a:cubicBezTo>
                    <a:pt x="2806" y="5069"/>
                    <a:pt x="2832" y="5043"/>
                    <a:pt x="2859" y="4990"/>
                  </a:cubicBezTo>
                  <a:cubicBezTo>
                    <a:pt x="2978" y="4792"/>
                    <a:pt x="3057" y="4646"/>
                    <a:pt x="3124" y="4553"/>
                  </a:cubicBezTo>
                  <a:cubicBezTo>
                    <a:pt x="3177" y="4461"/>
                    <a:pt x="3216" y="4394"/>
                    <a:pt x="3216" y="4342"/>
                  </a:cubicBezTo>
                  <a:cubicBezTo>
                    <a:pt x="3216" y="4302"/>
                    <a:pt x="3190" y="4262"/>
                    <a:pt x="3150" y="4249"/>
                  </a:cubicBezTo>
                  <a:cubicBezTo>
                    <a:pt x="3110" y="4222"/>
                    <a:pt x="3071" y="4222"/>
                    <a:pt x="3031" y="4222"/>
                  </a:cubicBezTo>
                  <a:cubicBezTo>
                    <a:pt x="2965" y="4222"/>
                    <a:pt x="2925" y="4236"/>
                    <a:pt x="2899" y="4262"/>
                  </a:cubicBezTo>
                  <a:cubicBezTo>
                    <a:pt x="2872" y="4302"/>
                    <a:pt x="2846" y="4328"/>
                    <a:pt x="2819" y="4355"/>
                  </a:cubicBezTo>
                  <a:lnTo>
                    <a:pt x="2660" y="4606"/>
                  </a:lnTo>
                  <a:cubicBezTo>
                    <a:pt x="2621" y="4659"/>
                    <a:pt x="2594" y="4699"/>
                    <a:pt x="2568" y="4712"/>
                  </a:cubicBezTo>
                  <a:cubicBezTo>
                    <a:pt x="2541" y="4725"/>
                    <a:pt x="2528" y="4739"/>
                    <a:pt x="2488" y="4739"/>
                  </a:cubicBezTo>
                  <a:lnTo>
                    <a:pt x="2250" y="4739"/>
                  </a:lnTo>
                  <a:cubicBezTo>
                    <a:pt x="2131" y="4739"/>
                    <a:pt x="1972" y="4739"/>
                    <a:pt x="1800" y="4725"/>
                  </a:cubicBezTo>
                  <a:lnTo>
                    <a:pt x="1284" y="4725"/>
                  </a:lnTo>
                  <a:cubicBezTo>
                    <a:pt x="1099" y="4725"/>
                    <a:pt x="953" y="4712"/>
                    <a:pt x="821" y="4699"/>
                  </a:cubicBezTo>
                  <a:cubicBezTo>
                    <a:pt x="940" y="4593"/>
                    <a:pt x="1072" y="4461"/>
                    <a:pt x="1231" y="4302"/>
                  </a:cubicBezTo>
                  <a:cubicBezTo>
                    <a:pt x="1377" y="4143"/>
                    <a:pt x="1535" y="3971"/>
                    <a:pt x="1694" y="3786"/>
                  </a:cubicBezTo>
                  <a:cubicBezTo>
                    <a:pt x="1853" y="3600"/>
                    <a:pt x="1999" y="3402"/>
                    <a:pt x="2144" y="3190"/>
                  </a:cubicBezTo>
                  <a:cubicBezTo>
                    <a:pt x="2303" y="2978"/>
                    <a:pt x="2435" y="2767"/>
                    <a:pt x="2555" y="2555"/>
                  </a:cubicBezTo>
                  <a:cubicBezTo>
                    <a:pt x="2674" y="2343"/>
                    <a:pt x="2766" y="2118"/>
                    <a:pt x="2832" y="1906"/>
                  </a:cubicBezTo>
                  <a:cubicBezTo>
                    <a:pt x="2912" y="1681"/>
                    <a:pt x="2938" y="1470"/>
                    <a:pt x="2938" y="1258"/>
                  </a:cubicBezTo>
                  <a:cubicBezTo>
                    <a:pt x="2938" y="1086"/>
                    <a:pt x="2925" y="927"/>
                    <a:pt x="2872" y="768"/>
                  </a:cubicBezTo>
                  <a:cubicBezTo>
                    <a:pt x="2832" y="622"/>
                    <a:pt x="2753" y="477"/>
                    <a:pt x="2660" y="371"/>
                  </a:cubicBezTo>
                  <a:cubicBezTo>
                    <a:pt x="2555" y="252"/>
                    <a:pt x="2422" y="159"/>
                    <a:pt x="2263"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8179328" y="2237045"/>
              <a:ext cx="94401" cy="79036"/>
            </a:xfrm>
            <a:custGeom>
              <a:rect b="b" l="l" r="r" t="t"/>
              <a:pathLst>
                <a:path extrusionOk="0" h="1430" w="1708">
                  <a:moveTo>
                    <a:pt x="1576" y="0"/>
                  </a:moveTo>
                  <a:cubicBezTo>
                    <a:pt x="1470" y="0"/>
                    <a:pt x="1364" y="14"/>
                    <a:pt x="1231" y="14"/>
                  </a:cubicBezTo>
                  <a:cubicBezTo>
                    <a:pt x="1112" y="27"/>
                    <a:pt x="953" y="27"/>
                    <a:pt x="781" y="27"/>
                  </a:cubicBezTo>
                  <a:lnTo>
                    <a:pt x="609" y="27"/>
                  </a:lnTo>
                  <a:cubicBezTo>
                    <a:pt x="556" y="27"/>
                    <a:pt x="490" y="14"/>
                    <a:pt x="437" y="14"/>
                  </a:cubicBezTo>
                  <a:lnTo>
                    <a:pt x="159" y="14"/>
                  </a:lnTo>
                  <a:cubicBezTo>
                    <a:pt x="106" y="14"/>
                    <a:pt x="67" y="27"/>
                    <a:pt x="40" y="80"/>
                  </a:cubicBezTo>
                  <a:cubicBezTo>
                    <a:pt x="14" y="106"/>
                    <a:pt x="1" y="146"/>
                    <a:pt x="1" y="199"/>
                  </a:cubicBezTo>
                  <a:cubicBezTo>
                    <a:pt x="1" y="239"/>
                    <a:pt x="14" y="291"/>
                    <a:pt x="40" y="331"/>
                  </a:cubicBezTo>
                  <a:cubicBezTo>
                    <a:pt x="80" y="371"/>
                    <a:pt x="120" y="384"/>
                    <a:pt x="159" y="384"/>
                  </a:cubicBezTo>
                  <a:lnTo>
                    <a:pt x="1523" y="384"/>
                  </a:lnTo>
                  <a:cubicBezTo>
                    <a:pt x="1589" y="384"/>
                    <a:pt x="1642" y="358"/>
                    <a:pt x="1668" y="305"/>
                  </a:cubicBezTo>
                  <a:cubicBezTo>
                    <a:pt x="1695" y="252"/>
                    <a:pt x="1708" y="212"/>
                    <a:pt x="1708" y="172"/>
                  </a:cubicBezTo>
                  <a:cubicBezTo>
                    <a:pt x="1708" y="133"/>
                    <a:pt x="1695" y="93"/>
                    <a:pt x="1655" y="66"/>
                  </a:cubicBezTo>
                  <a:cubicBezTo>
                    <a:pt x="1642" y="27"/>
                    <a:pt x="1602" y="0"/>
                    <a:pt x="1576" y="0"/>
                  </a:cubicBezTo>
                  <a:close/>
                  <a:moveTo>
                    <a:pt x="159" y="1046"/>
                  </a:moveTo>
                  <a:cubicBezTo>
                    <a:pt x="106" y="1046"/>
                    <a:pt x="67" y="1072"/>
                    <a:pt x="40" y="1112"/>
                  </a:cubicBezTo>
                  <a:cubicBezTo>
                    <a:pt x="14" y="1152"/>
                    <a:pt x="1" y="1191"/>
                    <a:pt x="1" y="1231"/>
                  </a:cubicBezTo>
                  <a:cubicBezTo>
                    <a:pt x="1" y="1284"/>
                    <a:pt x="14" y="1324"/>
                    <a:pt x="40" y="1363"/>
                  </a:cubicBezTo>
                  <a:cubicBezTo>
                    <a:pt x="80" y="1403"/>
                    <a:pt x="120" y="1430"/>
                    <a:pt x="159" y="1430"/>
                  </a:cubicBezTo>
                  <a:lnTo>
                    <a:pt x="821" y="1430"/>
                  </a:lnTo>
                  <a:cubicBezTo>
                    <a:pt x="953" y="1416"/>
                    <a:pt x="1086" y="1416"/>
                    <a:pt x="1205" y="1416"/>
                  </a:cubicBezTo>
                  <a:lnTo>
                    <a:pt x="1523" y="1416"/>
                  </a:lnTo>
                  <a:cubicBezTo>
                    <a:pt x="1589" y="1416"/>
                    <a:pt x="1642" y="1390"/>
                    <a:pt x="1668" y="1350"/>
                  </a:cubicBezTo>
                  <a:cubicBezTo>
                    <a:pt x="1695" y="1297"/>
                    <a:pt x="1708" y="1244"/>
                    <a:pt x="1708" y="1218"/>
                  </a:cubicBezTo>
                  <a:cubicBezTo>
                    <a:pt x="1708" y="1165"/>
                    <a:pt x="1695" y="1125"/>
                    <a:pt x="1655" y="1099"/>
                  </a:cubicBezTo>
                  <a:cubicBezTo>
                    <a:pt x="1642" y="1059"/>
                    <a:pt x="1602" y="1046"/>
                    <a:pt x="1576" y="1046"/>
                  </a:cubicBezTo>
                  <a:cubicBezTo>
                    <a:pt x="1470" y="1046"/>
                    <a:pt x="1364" y="1046"/>
                    <a:pt x="1231" y="1059"/>
                  </a:cubicBezTo>
                  <a:lnTo>
                    <a:pt x="278" y="1059"/>
                  </a:lnTo>
                  <a:cubicBezTo>
                    <a:pt x="226" y="1046"/>
                    <a:pt x="186" y="1046"/>
                    <a:pt x="159" y="10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8287602" y="2120701"/>
              <a:ext cx="188802" cy="281711"/>
            </a:xfrm>
            <a:custGeom>
              <a:rect b="b" l="l" r="r" t="t"/>
              <a:pathLst>
                <a:path extrusionOk="0" h="5097" w="3416">
                  <a:moveTo>
                    <a:pt x="2542" y="610"/>
                  </a:moveTo>
                  <a:lnTo>
                    <a:pt x="2356" y="3191"/>
                  </a:lnTo>
                  <a:cubicBezTo>
                    <a:pt x="2211" y="3191"/>
                    <a:pt x="2052" y="3204"/>
                    <a:pt x="1867" y="3217"/>
                  </a:cubicBezTo>
                  <a:cubicBezTo>
                    <a:pt x="1681" y="3230"/>
                    <a:pt x="1496" y="3230"/>
                    <a:pt x="1337" y="3243"/>
                  </a:cubicBezTo>
                  <a:cubicBezTo>
                    <a:pt x="1165" y="3243"/>
                    <a:pt x="1019" y="3243"/>
                    <a:pt x="900" y="3257"/>
                  </a:cubicBezTo>
                  <a:lnTo>
                    <a:pt x="702" y="3257"/>
                  </a:lnTo>
                  <a:cubicBezTo>
                    <a:pt x="662" y="3257"/>
                    <a:pt x="636" y="3257"/>
                    <a:pt x="622" y="3243"/>
                  </a:cubicBezTo>
                  <a:cubicBezTo>
                    <a:pt x="622" y="3230"/>
                    <a:pt x="622" y="3217"/>
                    <a:pt x="622" y="3204"/>
                  </a:cubicBezTo>
                  <a:cubicBezTo>
                    <a:pt x="622" y="3191"/>
                    <a:pt x="636" y="3164"/>
                    <a:pt x="649" y="3138"/>
                  </a:cubicBezTo>
                  <a:cubicBezTo>
                    <a:pt x="675" y="3111"/>
                    <a:pt x="689" y="3098"/>
                    <a:pt x="689" y="3085"/>
                  </a:cubicBezTo>
                  <a:lnTo>
                    <a:pt x="2542" y="610"/>
                  </a:lnTo>
                  <a:close/>
                  <a:moveTo>
                    <a:pt x="2714" y="1"/>
                  </a:moveTo>
                  <a:cubicBezTo>
                    <a:pt x="2647" y="1"/>
                    <a:pt x="2581" y="27"/>
                    <a:pt x="2528" y="80"/>
                  </a:cubicBezTo>
                  <a:cubicBezTo>
                    <a:pt x="2462" y="120"/>
                    <a:pt x="2436" y="146"/>
                    <a:pt x="2422" y="173"/>
                  </a:cubicBezTo>
                  <a:cubicBezTo>
                    <a:pt x="2264" y="358"/>
                    <a:pt x="2131" y="530"/>
                    <a:pt x="2012" y="689"/>
                  </a:cubicBezTo>
                  <a:cubicBezTo>
                    <a:pt x="1893" y="835"/>
                    <a:pt x="1787" y="980"/>
                    <a:pt x="1668" y="1126"/>
                  </a:cubicBezTo>
                  <a:lnTo>
                    <a:pt x="1350" y="1563"/>
                  </a:lnTo>
                  <a:cubicBezTo>
                    <a:pt x="1244" y="1708"/>
                    <a:pt x="1125" y="1867"/>
                    <a:pt x="993" y="2039"/>
                  </a:cubicBezTo>
                  <a:cubicBezTo>
                    <a:pt x="874" y="2211"/>
                    <a:pt x="742" y="2396"/>
                    <a:pt x="583" y="2595"/>
                  </a:cubicBezTo>
                  <a:cubicBezTo>
                    <a:pt x="437" y="2807"/>
                    <a:pt x="265" y="3045"/>
                    <a:pt x="67" y="3296"/>
                  </a:cubicBezTo>
                  <a:cubicBezTo>
                    <a:pt x="40" y="3336"/>
                    <a:pt x="27" y="3363"/>
                    <a:pt x="14" y="3389"/>
                  </a:cubicBezTo>
                  <a:cubicBezTo>
                    <a:pt x="14" y="3416"/>
                    <a:pt x="0" y="3442"/>
                    <a:pt x="0" y="3468"/>
                  </a:cubicBezTo>
                  <a:cubicBezTo>
                    <a:pt x="0" y="3521"/>
                    <a:pt x="27" y="3574"/>
                    <a:pt x="80" y="3601"/>
                  </a:cubicBezTo>
                  <a:cubicBezTo>
                    <a:pt x="133" y="3641"/>
                    <a:pt x="199" y="3654"/>
                    <a:pt x="265" y="3654"/>
                  </a:cubicBezTo>
                  <a:cubicBezTo>
                    <a:pt x="358" y="3654"/>
                    <a:pt x="569" y="3654"/>
                    <a:pt x="900" y="3641"/>
                  </a:cubicBezTo>
                  <a:cubicBezTo>
                    <a:pt x="1231" y="3614"/>
                    <a:pt x="1721" y="3601"/>
                    <a:pt x="2356" y="3588"/>
                  </a:cubicBezTo>
                  <a:lnTo>
                    <a:pt x="2356" y="3588"/>
                  </a:lnTo>
                  <a:lnTo>
                    <a:pt x="2290" y="4554"/>
                  </a:lnTo>
                  <a:cubicBezTo>
                    <a:pt x="2290" y="4633"/>
                    <a:pt x="2264" y="4686"/>
                    <a:pt x="2211" y="4726"/>
                  </a:cubicBezTo>
                  <a:cubicBezTo>
                    <a:pt x="2158" y="4752"/>
                    <a:pt x="2078" y="4779"/>
                    <a:pt x="1986" y="4779"/>
                  </a:cubicBezTo>
                  <a:cubicBezTo>
                    <a:pt x="1972" y="4779"/>
                    <a:pt x="1946" y="4792"/>
                    <a:pt x="1893" y="4792"/>
                  </a:cubicBezTo>
                  <a:cubicBezTo>
                    <a:pt x="1853" y="4792"/>
                    <a:pt x="1814" y="4792"/>
                    <a:pt x="1747" y="4805"/>
                  </a:cubicBezTo>
                  <a:cubicBezTo>
                    <a:pt x="1694" y="4805"/>
                    <a:pt x="1642" y="4805"/>
                    <a:pt x="1589" y="4818"/>
                  </a:cubicBezTo>
                  <a:lnTo>
                    <a:pt x="1443" y="4818"/>
                  </a:lnTo>
                  <a:cubicBezTo>
                    <a:pt x="1390" y="4818"/>
                    <a:pt x="1350" y="4832"/>
                    <a:pt x="1311" y="4845"/>
                  </a:cubicBezTo>
                  <a:cubicBezTo>
                    <a:pt x="1271" y="4858"/>
                    <a:pt x="1258" y="4898"/>
                    <a:pt x="1258" y="4951"/>
                  </a:cubicBezTo>
                  <a:cubicBezTo>
                    <a:pt x="1258" y="5017"/>
                    <a:pt x="1271" y="5057"/>
                    <a:pt x="1324" y="5070"/>
                  </a:cubicBezTo>
                  <a:cubicBezTo>
                    <a:pt x="1377" y="5096"/>
                    <a:pt x="1417" y="5096"/>
                    <a:pt x="1456" y="5096"/>
                  </a:cubicBezTo>
                  <a:lnTo>
                    <a:pt x="2965" y="5096"/>
                  </a:lnTo>
                  <a:cubicBezTo>
                    <a:pt x="3044" y="5096"/>
                    <a:pt x="3111" y="5083"/>
                    <a:pt x="3164" y="5070"/>
                  </a:cubicBezTo>
                  <a:cubicBezTo>
                    <a:pt x="3217" y="5043"/>
                    <a:pt x="3243" y="5004"/>
                    <a:pt x="3243" y="4951"/>
                  </a:cubicBezTo>
                  <a:cubicBezTo>
                    <a:pt x="3243" y="4885"/>
                    <a:pt x="3217" y="4845"/>
                    <a:pt x="3177" y="4832"/>
                  </a:cubicBezTo>
                  <a:cubicBezTo>
                    <a:pt x="3124" y="4805"/>
                    <a:pt x="3058" y="4792"/>
                    <a:pt x="2965" y="4792"/>
                  </a:cubicBezTo>
                  <a:cubicBezTo>
                    <a:pt x="2912" y="4792"/>
                    <a:pt x="2859" y="4792"/>
                    <a:pt x="2806" y="4779"/>
                  </a:cubicBezTo>
                  <a:cubicBezTo>
                    <a:pt x="2740" y="4779"/>
                    <a:pt x="2714" y="4752"/>
                    <a:pt x="2714" y="4699"/>
                  </a:cubicBezTo>
                  <a:cubicBezTo>
                    <a:pt x="2714" y="4673"/>
                    <a:pt x="2714" y="4620"/>
                    <a:pt x="2727" y="4527"/>
                  </a:cubicBezTo>
                  <a:cubicBezTo>
                    <a:pt x="2727" y="4448"/>
                    <a:pt x="2727" y="4342"/>
                    <a:pt x="2727" y="4236"/>
                  </a:cubicBezTo>
                  <a:cubicBezTo>
                    <a:pt x="2740" y="4130"/>
                    <a:pt x="2753" y="4011"/>
                    <a:pt x="2753" y="3905"/>
                  </a:cubicBezTo>
                  <a:cubicBezTo>
                    <a:pt x="2753" y="3786"/>
                    <a:pt x="2767" y="3680"/>
                    <a:pt x="2780" y="3588"/>
                  </a:cubicBezTo>
                  <a:lnTo>
                    <a:pt x="3230" y="3588"/>
                  </a:lnTo>
                  <a:cubicBezTo>
                    <a:pt x="3269" y="3588"/>
                    <a:pt x="3309" y="3574"/>
                    <a:pt x="3349" y="3561"/>
                  </a:cubicBezTo>
                  <a:cubicBezTo>
                    <a:pt x="3389" y="3535"/>
                    <a:pt x="3415" y="3482"/>
                    <a:pt x="3415" y="3416"/>
                  </a:cubicBezTo>
                  <a:cubicBezTo>
                    <a:pt x="3415" y="3349"/>
                    <a:pt x="3389" y="3310"/>
                    <a:pt x="3349" y="3270"/>
                  </a:cubicBezTo>
                  <a:cubicBezTo>
                    <a:pt x="3309" y="3230"/>
                    <a:pt x="3256" y="3217"/>
                    <a:pt x="3190" y="3204"/>
                  </a:cubicBezTo>
                  <a:lnTo>
                    <a:pt x="2793" y="3191"/>
                  </a:lnTo>
                  <a:cubicBezTo>
                    <a:pt x="2793" y="3032"/>
                    <a:pt x="2793" y="2860"/>
                    <a:pt x="2806" y="2648"/>
                  </a:cubicBezTo>
                  <a:cubicBezTo>
                    <a:pt x="2819" y="2436"/>
                    <a:pt x="2819" y="2224"/>
                    <a:pt x="2833" y="1999"/>
                  </a:cubicBezTo>
                  <a:cubicBezTo>
                    <a:pt x="2859" y="1774"/>
                    <a:pt x="2872" y="1563"/>
                    <a:pt x="2886" y="1338"/>
                  </a:cubicBezTo>
                  <a:cubicBezTo>
                    <a:pt x="2899" y="1126"/>
                    <a:pt x="2912" y="927"/>
                    <a:pt x="2925" y="755"/>
                  </a:cubicBezTo>
                  <a:cubicBezTo>
                    <a:pt x="2939" y="570"/>
                    <a:pt x="2952" y="438"/>
                    <a:pt x="2965" y="319"/>
                  </a:cubicBezTo>
                  <a:cubicBezTo>
                    <a:pt x="2965" y="199"/>
                    <a:pt x="2978" y="146"/>
                    <a:pt x="2978" y="133"/>
                  </a:cubicBezTo>
                  <a:cubicBezTo>
                    <a:pt x="2978" y="94"/>
                    <a:pt x="2952" y="54"/>
                    <a:pt x="2899" y="41"/>
                  </a:cubicBezTo>
                  <a:cubicBezTo>
                    <a:pt x="2846" y="14"/>
                    <a:pt x="2793" y="1"/>
                    <a:pt x="27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5"/>
          <p:cNvSpPr/>
          <p:nvPr/>
        </p:nvSpPr>
        <p:spPr>
          <a:xfrm rot="-1315996">
            <a:off x="329193" y="3178421"/>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404093" y="2665521"/>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5"/>
          <p:cNvGrpSpPr/>
          <p:nvPr/>
        </p:nvGrpSpPr>
        <p:grpSpPr>
          <a:xfrm>
            <a:off x="213318" y="3936723"/>
            <a:ext cx="1010783" cy="1042425"/>
            <a:chOff x="213318" y="3936723"/>
            <a:chExt cx="1010783" cy="1042425"/>
          </a:xfrm>
        </p:grpSpPr>
        <p:grpSp>
          <p:nvGrpSpPr>
            <p:cNvPr id="93" name="Google Shape;93;p5"/>
            <p:cNvGrpSpPr/>
            <p:nvPr/>
          </p:nvGrpSpPr>
          <p:grpSpPr>
            <a:xfrm>
              <a:off x="213318" y="3936723"/>
              <a:ext cx="882102" cy="1042425"/>
              <a:chOff x="4385705" y="3356597"/>
              <a:chExt cx="1127287" cy="1332173"/>
            </a:xfrm>
          </p:grpSpPr>
          <p:sp>
            <p:nvSpPr>
              <p:cNvPr id="94" name="Google Shape;94;p5"/>
              <p:cNvSpPr/>
              <p:nvPr/>
            </p:nvSpPr>
            <p:spPr>
              <a:xfrm>
                <a:off x="4513711" y="4188355"/>
                <a:ext cx="30067" cy="292655"/>
              </a:xfrm>
              <a:custGeom>
                <a:rect b="b" l="l" r="r" t="t"/>
                <a:pathLst>
                  <a:path extrusionOk="0" h="5295" w="544">
                    <a:moveTo>
                      <a:pt x="0" y="0"/>
                    </a:moveTo>
                    <a:lnTo>
                      <a:pt x="0" y="5294"/>
                    </a:lnTo>
                    <a:lnTo>
                      <a:pt x="543" y="5294"/>
                    </a:lnTo>
                    <a:lnTo>
                      <a:pt x="543" y="3150"/>
                    </a:lnTo>
                    <a:lnTo>
                      <a:pt x="278" y="3150"/>
                    </a:lnTo>
                    <a:cubicBezTo>
                      <a:pt x="212" y="3150"/>
                      <a:pt x="159" y="3097"/>
                      <a:pt x="159" y="3044"/>
                    </a:cubicBezTo>
                    <a:cubicBezTo>
                      <a:pt x="159" y="2978"/>
                      <a:pt x="212" y="2978"/>
                      <a:pt x="278" y="2978"/>
                    </a:cubicBezTo>
                    <a:lnTo>
                      <a:pt x="543" y="2978"/>
                    </a:lnTo>
                    <a:lnTo>
                      <a:pt x="543" y="66"/>
                    </a:lnTo>
                    <a:cubicBezTo>
                      <a:pt x="331" y="66"/>
                      <a:pt x="159" y="6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 name="Google Shape;95;p5"/>
              <p:cNvGrpSpPr/>
              <p:nvPr/>
            </p:nvGrpSpPr>
            <p:grpSpPr>
              <a:xfrm>
                <a:off x="4385705" y="3356597"/>
                <a:ext cx="1127287" cy="1332173"/>
                <a:chOff x="4385705" y="3127997"/>
                <a:chExt cx="1127287" cy="1332173"/>
              </a:xfrm>
            </p:grpSpPr>
            <p:sp>
              <p:nvSpPr>
                <p:cNvPr id="96" name="Google Shape;96;p5"/>
                <p:cNvSpPr/>
                <p:nvPr/>
              </p:nvSpPr>
              <p:spPr>
                <a:xfrm>
                  <a:off x="4513711" y="3396499"/>
                  <a:ext cx="30067" cy="566960"/>
                </a:xfrm>
                <a:custGeom>
                  <a:rect b="b" l="l" r="r" t="t"/>
                  <a:pathLst>
                    <a:path extrusionOk="0" h="10258" w="544">
                      <a:moveTo>
                        <a:pt x="0" y="0"/>
                      </a:moveTo>
                      <a:lnTo>
                        <a:pt x="0" y="10191"/>
                      </a:lnTo>
                      <a:cubicBezTo>
                        <a:pt x="159" y="10257"/>
                        <a:pt x="331" y="10257"/>
                        <a:pt x="543" y="10257"/>
                      </a:cubicBezTo>
                      <a:lnTo>
                        <a:pt x="543" y="3137"/>
                      </a:lnTo>
                      <a:lnTo>
                        <a:pt x="278" y="3137"/>
                      </a:lnTo>
                      <a:cubicBezTo>
                        <a:pt x="212" y="3137"/>
                        <a:pt x="159" y="3084"/>
                        <a:pt x="159" y="3084"/>
                      </a:cubicBezTo>
                      <a:cubicBezTo>
                        <a:pt x="159" y="3031"/>
                        <a:pt x="212" y="2978"/>
                        <a:pt x="278" y="2978"/>
                      </a:cubicBezTo>
                      <a:lnTo>
                        <a:pt x="543" y="2978"/>
                      </a:lnTo>
                      <a:lnTo>
                        <a:pt x="5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4385705" y="4252355"/>
                  <a:ext cx="1127287" cy="30785"/>
                </a:xfrm>
                <a:custGeom>
                  <a:rect b="b" l="l" r="r" t="t"/>
                  <a:pathLst>
                    <a:path extrusionOk="0" h="557" w="20396">
                      <a:moveTo>
                        <a:pt x="278" y="0"/>
                      </a:moveTo>
                      <a:cubicBezTo>
                        <a:pt x="106" y="0"/>
                        <a:pt x="0" y="172"/>
                        <a:pt x="0" y="278"/>
                      </a:cubicBezTo>
                      <a:cubicBezTo>
                        <a:pt x="0" y="450"/>
                        <a:pt x="106" y="556"/>
                        <a:pt x="278" y="556"/>
                      </a:cubicBezTo>
                      <a:lnTo>
                        <a:pt x="20396" y="556"/>
                      </a:lnTo>
                      <a:lnTo>
                        <a:pt x="20396" y="0"/>
                      </a:lnTo>
                      <a:lnTo>
                        <a:pt x="15049" y="0"/>
                      </a:lnTo>
                      <a:lnTo>
                        <a:pt x="15049" y="278"/>
                      </a:lnTo>
                      <a:cubicBezTo>
                        <a:pt x="15049" y="331"/>
                        <a:pt x="14996" y="397"/>
                        <a:pt x="14943" y="397"/>
                      </a:cubicBezTo>
                      <a:cubicBezTo>
                        <a:pt x="14890" y="397"/>
                        <a:pt x="14837" y="331"/>
                        <a:pt x="14837" y="278"/>
                      </a:cubicBezTo>
                      <a:lnTo>
                        <a:pt x="14837" y="0"/>
                      </a:lnTo>
                      <a:lnTo>
                        <a:pt x="5572" y="0"/>
                      </a:lnTo>
                      <a:lnTo>
                        <a:pt x="5572" y="278"/>
                      </a:lnTo>
                      <a:cubicBezTo>
                        <a:pt x="5572" y="331"/>
                        <a:pt x="5506" y="397"/>
                        <a:pt x="5506" y="397"/>
                      </a:cubicBezTo>
                      <a:cubicBezTo>
                        <a:pt x="5453" y="397"/>
                        <a:pt x="5400" y="331"/>
                        <a:pt x="5400" y="278"/>
                      </a:cubicBezTo>
                      <a:lnTo>
                        <a:pt x="54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4467616" y="3261861"/>
                  <a:ext cx="122202" cy="134693"/>
                </a:xfrm>
                <a:custGeom>
                  <a:rect b="b" l="l" r="r" t="t"/>
                  <a:pathLst>
                    <a:path extrusionOk="0" h="2437" w="2211">
                      <a:moveTo>
                        <a:pt x="1112" y="1"/>
                      </a:moveTo>
                      <a:lnTo>
                        <a:pt x="1" y="2436"/>
                      </a:lnTo>
                      <a:lnTo>
                        <a:pt x="2211" y="2436"/>
                      </a:lnTo>
                      <a:lnTo>
                        <a:pt x="1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4836322" y="3945109"/>
                  <a:ext cx="615984" cy="222462"/>
                </a:xfrm>
                <a:custGeom>
                  <a:rect b="b" l="l" r="r" t="t"/>
                  <a:pathLst>
                    <a:path extrusionOk="0" h="4025" w="11145">
                      <a:moveTo>
                        <a:pt x="6843" y="3243"/>
                      </a:moveTo>
                      <a:cubicBezTo>
                        <a:pt x="6896" y="3243"/>
                        <a:pt x="6896" y="3309"/>
                        <a:pt x="6896" y="3309"/>
                      </a:cubicBezTo>
                      <a:cubicBezTo>
                        <a:pt x="6896" y="3362"/>
                        <a:pt x="6843" y="3415"/>
                        <a:pt x="6790" y="3415"/>
                      </a:cubicBezTo>
                      <a:lnTo>
                        <a:pt x="6075" y="3415"/>
                      </a:lnTo>
                      <a:cubicBezTo>
                        <a:pt x="6022" y="3415"/>
                        <a:pt x="5956" y="3362"/>
                        <a:pt x="5956" y="3309"/>
                      </a:cubicBezTo>
                      <a:cubicBezTo>
                        <a:pt x="5956" y="3243"/>
                        <a:pt x="6022" y="3243"/>
                        <a:pt x="6075" y="3243"/>
                      </a:cubicBezTo>
                      <a:close/>
                      <a:moveTo>
                        <a:pt x="728" y="1"/>
                      </a:moveTo>
                      <a:cubicBezTo>
                        <a:pt x="503" y="1"/>
                        <a:pt x="225" y="53"/>
                        <a:pt x="0" y="53"/>
                      </a:cubicBezTo>
                      <a:cubicBezTo>
                        <a:pt x="887" y="993"/>
                        <a:pt x="1986" y="1814"/>
                        <a:pt x="3428" y="2528"/>
                      </a:cubicBezTo>
                      <a:cubicBezTo>
                        <a:pt x="4037" y="2806"/>
                        <a:pt x="4633" y="3031"/>
                        <a:pt x="5294" y="3243"/>
                      </a:cubicBezTo>
                      <a:lnTo>
                        <a:pt x="5413" y="3243"/>
                      </a:lnTo>
                      <a:cubicBezTo>
                        <a:pt x="6949" y="3693"/>
                        <a:pt x="8722" y="4024"/>
                        <a:pt x="10866" y="4024"/>
                      </a:cubicBezTo>
                      <a:cubicBezTo>
                        <a:pt x="11038" y="4024"/>
                        <a:pt x="11144" y="3905"/>
                        <a:pt x="11144" y="3799"/>
                      </a:cubicBezTo>
                      <a:cubicBezTo>
                        <a:pt x="11144" y="3640"/>
                        <a:pt x="11038" y="3521"/>
                        <a:pt x="10866" y="3468"/>
                      </a:cubicBezTo>
                      <a:cubicBezTo>
                        <a:pt x="7836" y="3415"/>
                        <a:pt x="5466" y="2859"/>
                        <a:pt x="3706" y="2039"/>
                      </a:cubicBezTo>
                      <a:cubicBezTo>
                        <a:pt x="2436" y="1430"/>
                        <a:pt x="1496" y="768"/>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4675376" y="3423526"/>
                  <a:ext cx="201238" cy="524568"/>
                </a:xfrm>
                <a:custGeom>
                  <a:rect b="b" l="l" r="r" t="t"/>
                  <a:pathLst>
                    <a:path extrusionOk="0" h="9491" w="3641">
                      <a:moveTo>
                        <a:pt x="331" y="1"/>
                      </a:moveTo>
                      <a:cubicBezTo>
                        <a:pt x="212" y="1"/>
                        <a:pt x="106" y="107"/>
                        <a:pt x="53" y="279"/>
                      </a:cubicBezTo>
                      <a:cubicBezTo>
                        <a:pt x="53" y="279"/>
                        <a:pt x="0" y="715"/>
                        <a:pt x="0" y="1496"/>
                      </a:cubicBezTo>
                      <a:cubicBezTo>
                        <a:pt x="0" y="1827"/>
                        <a:pt x="0" y="2092"/>
                        <a:pt x="53" y="2489"/>
                      </a:cubicBezTo>
                      <a:lnTo>
                        <a:pt x="331" y="2489"/>
                      </a:lnTo>
                      <a:lnTo>
                        <a:pt x="331" y="2595"/>
                      </a:lnTo>
                      <a:lnTo>
                        <a:pt x="331" y="2926"/>
                      </a:lnTo>
                      <a:cubicBezTo>
                        <a:pt x="331" y="2979"/>
                        <a:pt x="265" y="3032"/>
                        <a:pt x="265" y="3032"/>
                      </a:cubicBezTo>
                      <a:cubicBezTo>
                        <a:pt x="212" y="3032"/>
                        <a:pt x="159" y="2979"/>
                        <a:pt x="159" y="2926"/>
                      </a:cubicBezTo>
                      <a:lnTo>
                        <a:pt x="159" y="2648"/>
                      </a:lnTo>
                      <a:lnTo>
                        <a:pt x="53" y="2648"/>
                      </a:lnTo>
                      <a:cubicBezTo>
                        <a:pt x="53" y="2979"/>
                        <a:pt x="106" y="3257"/>
                        <a:pt x="159" y="3588"/>
                      </a:cubicBezTo>
                      <a:cubicBezTo>
                        <a:pt x="159" y="3588"/>
                        <a:pt x="212" y="3535"/>
                        <a:pt x="265" y="3535"/>
                      </a:cubicBezTo>
                      <a:cubicBezTo>
                        <a:pt x="265" y="3535"/>
                        <a:pt x="331" y="3588"/>
                        <a:pt x="331" y="3640"/>
                      </a:cubicBezTo>
                      <a:lnTo>
                        <a:pt x="331" y="4355"/>
                      </a:lnTo>
                      <a:lnTo>
                        <a:pt x="331" y="4408"/>
                      </a:lnTo>
                      <a:cubicBezTo>
                        <a:pt x="596" y="5732"/>
                        <a:pt x="1152" y="7227"/>
                        <a:pt x="2198" y="8604"/>
                      </a:cubicBezTo>
                      <a:cubicBezTo>
                        <a:pt x="2423" y="8882"/>
                        <a:pt x="2648" y="9213"/>
                        <a:pt x="2912" y="9490"/>
                      </a:cubicBezTo>
                      <a:cubicBezTo>
                        <a:pt x="3137" y="9490"/>
                        <a:pt x="3415" y="9438"/>
                        <a:pt x="3640" y="9438"/>
                      </a:cubicBezTo>
                      <a:cubicBezTo>
                        <a:pt x="2648" y="8498"/>
                        <a:pt x="1986" y="7452"/>
                        <a:pt x="1536" y="6393"/>
                      </a:cubicBezTo>
                      <a:cubicBezTo>
                        <a:pt x="715" y="4527"/>
                        <a:pt x="543" y="2648"/>
                        <a:pt x="543" y="1496"/>
                      </a:cubicBezTo>
                      <a:cubicBezTo>
                        <a:pt x="543" y="1165"/>
                        <a:pt x="543" y="835"/>
                        <a:pt x="596" y="663"/>
                      </a:cubicBezTo>
                      <a:lnTo>
                        <a:pt x="596" y="385"/>
                      </a:lnTo>
                      <a:lnTo>
                        <a:pt x="596" y="332"/>
                      </a:lnTo>
                      <a:cubicBezTo>
                        <a:pt x="662" y="173"/>
                        <a:pt x="543" y="54"/>
                        <a:pt x="3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4583959" y="3561093"/>
                  <a:ext cx="48306" cy="8788"/>
                </a:xfrm>
                <a:custGeom>
                  <a:rect b="b" l="l" r="r" t="t"/>
                  <a:pathLst>
                    <a:path extrusionOk="0" h="159" w="874">
                      <a:moveTo>
                        <a:pt x="106" y="0"/>
                      </a:moveTo>
                      <a:cubicBezTo>
                        <a:pt x="53" y="0"/>
                        <a:pt x="0" y="53"/>
                        <a:pt x="0" y="106"/>
                      </a:cubicBezTo>
                      <a:cubicBezTo>
                        <a:pt x="0" y="106"/>
                        <a:pt x="53" y="159"/>
                        <a:pt x="106" y="159"/>
                      </a:cubicBezTo>
                      <a:lnTo>
                        <a:pt x="821" y="159"/>
                      </a:lnTo>
                      <a:cubicBezTo>
                        <a:pt x="874" y="159"/>
                        <a:pt x="874" y="106"/>
                        <a:pt x="874" y="106"/>
                      </a:cubicBezTo>
                      <a:cubicBezTo>
                        <a:pt x="874" y="53"/>
                        <a:pt x="874"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4684163" y="3618850"/>
                  <a:ext cx="9562" cy="283148"/>
                </a:xfrm>
                <a:custGeom>
                  <a:rect b="b" l="l" r="r" t="t"/>
                  <a:pathLst>
                    <a:path extrusionOk="0" h="5123" w="173">
                      <a:moveTo>
                        <a:pt x="106" y="1"/>
                      </a:moveTo>
                      <a:cubicBezTo>
                        <a:pt x="53" y="1"/>
                        <a:pt x="0" y="54"/>
                        <a:pt x="0" y="54"/>
                      </a:cubicBezTo>
                      <a:lnTo>
                        <a:pt x="0" y="106"/>
                      </a:lnTo>
                      <a:lnTo>
                        <a:pt x="0" y="821"/>
                      </a:lnTo>
                      <a:cubicBezTo>
                        <a:pt x="0" y="874"/>
                        <a:pt x="53" y="874"/>
                        <a:pt x="106" y="874"/>
                      </a:cubicBezTo>
                      <a:lnTo>
                        <a:pt x="172" y="874"/>
                      </a:lnTo>
                      <a:lnTo>
                        <a:pt x="172" y="821"/>
                      </a:lnTo>
                      <a:lnTo>
                        <a:pt x="172" y="106"/>
                      </a:lnTo>
                      <a:cubicBezTo>
                        <a:pt x="172" y="54"/>
                        <a:pt x="106" y="1"/>
                        <a:pt x="106" y="1"/>
                      </a:cubicBezTo>
                      <a:close/>
                      <a:moveTo>
                        <a:pt x="106" y="1430"/>
                      </a:moveTo>
                      <a:cubicBezTo>
                        <a:pt x="53" y="1430"/>
                        <a:pt x="0" y="1483"/>
                        <a:pt x="0" y="1536"/>
                      </a:cubicBezTo>
                      <a:lnTo>
                        <a:pt x="0" y="2198"/>
                      </a:lnTo>
                      <a:cubicBezTo>
                        <a:pt x="0" y="2264"/>
                        <a:pt x="53" y="2317"/>
                        <a:pt x="106" y="2317"/>
                      </a:cubicBezTo>
                      <a:cubicBezTo>
                        <a:pt x="106" y="2317"/>
                        <a:pt x="172" y="2264"/>
                        <a:pt x="172" y="2198"/>
                      </a:cubicBezTo>
                      <a:lnTo>
                        <a:pt x="172" y="1536"/>
                      </a:lnTo>
                      <a:cubicBezTo>
                        <a:pt x="172" y="1483"/>
                        <a:pt x="106" y="1430"/>
                        <a:pt x="106" y="1430"/>
                      </a:cubicBezTo>
                      <a:close/>
                      <a:moveTo>
                        <a:pt x="106" y="2806"/>
                      </a:moveTo>
                      <a:cubicBezTo>
                        <a:pt x="53" y="2806"/>
                        <a:pt x="0" y="2859"/>
                        <a:pt x="0" y="2926"/>
                      </a:cubicBezTo>
                      <a:lnTo>
                        <a:pt x="0" y="3640"/>
                      </a:lnTo>
                      <a:cubicBezTo>
                        <a:pt x="0" y="3693"/>
                        <a:pt x="53" y="3746"/>
                        <a:pt x="106" y="3746"/>
                      </a:cubicBezTo>
                      <a:cubicBezTo>
                        <a:pt x="106" y="3746"/>
                        <a:pt x="172" y="3693"/>
                        <a:pt x="172" y="3640"/>
                      </a:cubicBezTo>
                      <a:lnTo>
                        <a:pt x="172" y="2926"/>
                      </a:lnTo>
                      <a:cubicBezTo>
                        <a:pt x="172" y="2859"/>
                        <a:pt x="106" y="2806"/>
                        <a:pt x="106" y="2806"/>
                      </a:cubicBezTo>
                      <a:close/>
                      <a:moveTo>
                        <a:pt x="106" y="4249"/>
                      </a:moveTo>
                      <a:cubicBezTo>
                        <a:pt x="53" y="4249"/>
                        <a:pt x="0" y="4302"/>
                        <a:pt x="0" y="4355"/>
                      </a:cubicBezTo>
                      <a:lnTo>
                        <a:pt x="0" y="5070"/>
                      </a:lnTo>
                      <a:cubicBezTo>
                        <a:pt x="0" y="5070"/>
                        <a:pt x="53" y="5123"/>
                        <a:pt x="106" y="5123"/>
                      </a:cubicBezTo>
                      <a:lnTo>
                        <a:pt x="172" y="5070"/>
                      </a:lnTo>
                      <a:lnTo>
                        <a:pt x="172" y="4355"/>
                      </a:lnTo>
                      <a:cubicBezTo>
                        <a:pt x="172" y="4302"/>
                        <a:pt x="106" y="4249"/>
                        <a:pt x="106" y="424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4684163" y="3932673"/>
                  <a:ext cx="9562" cy="27138"/>
                </a:xfrm>
                <a:custGeom>
                  <a:rect b="b" l="l" r="r" t="t"/>
                  <a:pathLst>
                    <a:path extrusionOk="0" h="491" w="173">
                      <a:moveTo>
                        <a:pt x="106" y="1"/>
                      </a:moveTo>
                      <a:cubicBezTo>
                        <a:pt x="53" y="1"/>
                        <a:pt x="0" y="1"/>
                        <a:pt x="0" y="53"/>
                      </a:cubicBezTo>
                      <a:lnTo>
                        <a:pt x="0" y="490"/>
                      </a:lnTo>
                      <a:lnTo>
                        <a:pt x="172" y="490"/>
                      </a:lnTo>
                      <a:lnTo>
                        <a:pt x="172" y="53"/>
                      </a:lnTo>
                      <a:cubicBezTo>
                        <a:pt x="172" y="1"/>
                        <a:pt x="106" y="1"/>
                        <a:pt x="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4684163" y="4008725"/>
                  <a:ext cx="9562" cy="207097"/>
                </a:xfrm>
                <a:custGeom>
                  <a:rect b="b" l="l" r="r" t="t"/>
                  <a:pathLst>
                    <a:path extrusionOk="0" h="3747" w="173">
                      <a:moveTo>
                        <a:pt x="106" y="1"/>
                      </a:moveTo>
                      <a:cubicBezTo>
                        <a:pt x="53" y="1"/>
                        <a:pt x="0" y="54"/>
                        <a:pt x="0" y="107"/>
                      </a:cubicBezTo>
                      <a:lnTo>
                        <a:pt x="0" y="835"/>
                      </a:lnTo>
                      <a:cubicBezTo>
                        <a:pt x="0" y="888"/>
                        <a:pt x="53" y="888"/>
                        <a:pt x="106" y="888"/>
                      </a:cubicBezTo>
                      <a:cubicBezTo>
                        <a:pt x="106" y="888"/>
                        <a:pt x="172" y="888"/>
                        <a:pt x="172" y="835"/>
                      </a:cubicBezTo>
                      <a:lnTo>
                        <a:pt x="172" y="107"/>
                      </a:lnTo>
                      <a:cubicBezTo>
                        <a:pt x="172" y="54"/>
                        <a:pt x="106" y="1"/>
                        <a:pt x="106" y="1"/>
                      </a:cubicBezTo>
                      <a:close/>
                      <a:moveTo>
                        <a:pt x="106" y="1430"/>
                      </a:moveTo>
                      <a:cubicBezTo>
                        <a:pt x="53" y="1430"/>
                        <a:pt x="0" y="1497"/>
                        <a:pt x="0" y="1549"/>
                      </a:cubicBezTo>
                      <a:lnTo>
                        <a:pt x="0" y="2158"/>
                      </a:lnTo>
                      <a:cubicBezTo>
                        <a:pt x="0" y="2092"/>
                        <a:pt x="53" y="2092"/>
                        <a:pt x="106" y="2092"/>
                      </a:cubicBezTo>
                      <a:lnTo>
                        <a:pt x="172" y="2092"/>
                      </a:lnTo>
                      <a:lnTo>
                        <a:pt x="172" y="1549"/>
                      </a:lnTo>
                      <a:cubicBezTo>
                        <a:pt x="172" y="1497"/>
                        <a:pt x="106" y="1430"/>
                        <a:pt x="106" y="1430"/>
                      </a:cubicBezTo>
                      <a:close/>
                      <a:moveTo>
                        <a:pt x="0" y="2158"/>
                      </a:moveTo>
                      <a:lnTo>
                        <a:pt x="0" y="2211"/>
                      </a:lnTo>
                      <a:cubicBezTo>
                        <a:pt x="0" y="2264"/>
                        <a:pt x="53" y="2317"/>
                        <a:pt x="106" y="2317"/>
                      </a:cubicBezTo>
                      <a:cubicBezTo>
                        <a:pt x="106" y="2317"/>
                        <a:pt x="172" y="2317"/>
                        <a:pt x="172" y="2264"/>
                      </a:cubicBezTo>
                      <a:lnTo>
                        <a:pt x="106" y="2264"/>
                      </a:lnTo>
                      <a:cubicBezTo>
                        <a:pt x="53" y="2264"/>
                        <a:pt x="0" y="2211"/>
                        <a:pt x="0" y="2158"/>
                      </a:cubicBezTo>
                      <a:close/>
                      <a:moveTo>
                        <a:pt x="106" y="2873"/>
                      </a:moveTo>
                      <a:cubicBezTo>
                        <a:pt x="53" y="2873"/>
                        <a:pt x="0" y="2873"/>
                        <a:pt x="0" y="2926"/>
                      </a:cubicBezTo>
                      <a:lnTo>
                        <a:pt x="0" y="3641"/>
                      </a:lnTo>
                      <a:cubicBezTo>
                        <a:pt x="0" y="3694"/>
                        <a:pt x="53" y="3747"/>
                        <a:pt x="106" y="3747"/>
                      </a:cubicBezTo>
                      <a:cubicBezTo>
                        <a:pt x="106" y="3747"/>
                        <a:pt x="172" y="3694"/>
                        <a:pt x="172" y="3641"/>
                      </a:cubicBezTo>
                      <a:lnTo>
                        <a:pt x="172" y="2926"/>
                      </a:lnTo>
                      <a:cubicBezTo>
                        <a:pt x="172" y="2873"/>
                        <a:pt x="106" y="2873"/>
                        <a:pt x="106" y="287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4522499" y="4124349"/>
                  <a:ext cx="694965" cy="150003"/>
                </a:xfrm>
                <a:custGeom>
                  <a:rect b="b" l="l" r="r" t="t"/>
                  <a:pathLst>
                    <a:path extrusionOk="0" h="2714" w="12574">
                      <a:moveTo>
                        <a:pt x="119" y="0"/>
                      </a:moveTo>
                      <a:cubicBezTo>
                        <a:pt x="53" y="0"/>
                        <a:pt x="0" y="0"/>
                        <a:pt x="0" y="66"/>
                      </a:cubicBezTo>
                      <a:cubicBezTo>
                        <a:pt x="0" y="119"/>
                        <a:pt x="53" y="172"/>
                        <a:pt x="119" y="172"/>
                      </a:cubicBezTo>
                      <a:lnTo>
                        <a:pt x="834" y="172"/>
                      </a:lnTo>
                      <a:cubicBezTo>
                        <a:pt x="887" y="172"/>
                        <a:pt x="940" y="119"/>
                        <a:pt x="940" y="66"/>
                      </a:cubicBezTo>
                      <a:cubicBezTo>
                        <a:pt x="940" y="0"/>
                        <a:pt x="887" y="0"/>
                        <a:pt x="834" y="0"/>
                      </a:cubicBezTo>
                      <a:close/>
                      <a:moveTo>
                        <a:pt x="1549" y="0"/>
                      </a:moveTo>
                      <a:cubicBezTo>
                        <a:pt x="1496" y="0"/>
                        <a:pt x="1443" y="0"/>
                        <a:pt x="1443" y="66"/>
                      </a:cubicBezTo>
                      <a:cubicBezTo>
                        <a:pt x="1443" y="119"/>
                        <a:pt x="1496" y="172"/>
                        <a:pt x="1549" y="172"/>
                      </a:cubicBezTo>
                      <a:lnTo>
                        <a:pt x="2264" y="172"/>
                      </a:lnTo>
                      <a:cubicBezTo>
                        <a:pt x="2316" y="172"/>
                        <a:pt x="2369" y="119"/>
                        <a:pt x="2369" y="66"/>
                      </a:cubicBezTo>
                      <a:cubicBezTo>
                        <a:pt x="2369" y="0"/>
                        <a:pt x="2316" y="0"/>
                        <a:pt x="2264" y="0"/>
                      </a:cubicBezTo>
                      <a:close/>
                      <a:moveTo>
                        <a:pt x="3031" y="0"/>
                      </a:moveTo>
                      <a:cubicBezTo>
                        <a:pt x="2978" y="0"/>
                        <a:pt x="2925" y="0"/>
                        <a:pt x="2925" y="66"/>
                      </a:cubicBezTo>
                      <a:cubicBezTo>
                        <a:pt x="2925" y="119"/>
                        <a:pt x="2978" y="172"/>
                        <a:pt x="3031" y="172"/>
                      </a:cubicBezTo>
                      <a:lnTo>
                        <a:pt x="3759" y="172"/>
                      </a:lnTo>
                      <a:cubicBezTo>
                        <a:pt x="3812" y="172"/>
                        <a:pt x="3812" y="119"/>
                        <a:pt x="3812" y="66"/>
                      </a:cubicBezTo>
                      <a:cubicBezTo>
                        <a:pt x="3812" y="0"/>
                        <a:pt x="3812" y="0"/>
                        <a:pt x="3759" y="0"/>
                      </a:cubicBezTo>
                      <a:close/>
                      <a:moveTo>
                        <a:pt x="4474" y="0"/>
                      </a:moveTo>
                      <a:cubicBezTo>
                        <a:pt x="4421" y="0"/>
                        <a:pt x="4355" y="0"/>
                        <a:pt x="4355" y="66"/>
                      </a:cubicBezTo>
                      <a:cubicBezTo>
                        <a:pt x="4355" y="119"/>
                        <a:pt x="4421" y="172"/>
                        <a:pt x="4474" y="172"/>
                      </a:cubicBezTo>
                      <a:lnTo>
                        <a:pt x="5189" y="172"/>
                      </a:lnTo>
                      <a:cubicBezTo>
                        <a:pt x="5241" y="172"/>
                        <a:pt x="5294" y="119"/>
                        <a:pt x="5294" y="66"/>
                      </a:cubicBezTo>
                      <a:cubicBezTo>
                        <a:pt x="5294" y="0"/>
                        <a:pt x="5241" y="0"/>
                        <a:pt x="5189" y="0"/>
                      </a:cubicBezTo>
                      <a:close/>
                      <a:moveTo>
                        <a:pt x="5903" y="0"/>
                      </a:moveTo>
                      <a:cubicBezTo>
                        <a:pt x="5850" y="0"/>
                        <a:pt x="5850" y="0"/>
                        <a:pt x="5850" y="66"/>
                      </a:cubicBezTo>
                      <a:cubicBezTo>
                        <a:pt x="5850" y="119"/>
                        <a:pt x="5850" y="172"/>
                        <a:pt x="5903" y="172"/>
                      </a:cubicBezTo>
                      <a:lnTo>
                        <a:pt x="6618" y="172"/>
                      </a:lnTo>
                      <a:cubicBezTo>
                        <a:pt x="6671" y="172"/>
                        <a:pt x="6737" y="119"/>
                        <a:pt x="6737" y="66"/>
                      </a:cubicBezTo>
                      <a:cubicBezTo>
                        <a:pt x="6737" y="0"/>
                        <a:pt x="6671" y="0"/>
                        <a:pt x="6618" y="0"/>
                      </a:cubicBezTo>
                      <a:close/>
                      <a:moveTo>
                        <a:pt x="7399" y="0"/>
                      </a:moveTo>
                      <a:cubicBezTo>
                        <a:pt x="7333" y="0"/>
                        <a:pt x="7280" y="0"/>
                        <a:pt x="7280" y="66"/>
                      </a:cubicBezTo>
                      <a:cubicBezTo>
                        <a:pt x="7280" y="119"/>
                        <a:pt x="7333" y="172"/>
                        <a:pt x="7399" y="172"/>
                      </a:cubicBezTo>
                      <a:lnTo>
                        <a:pt x="8114" y="172"/>
                      </a:lnTo>
                      <a:cubicBezTo>
                        <a:pt x="8166" y="172"/>
                        <a:pt x="8219" y="119"/>
                        <a:pt x="8219" y="66"/>
                      </a:cubicBezTo>
                      <a:cubicBezTo>
                        <a:pt x="8219" y="0"/>
                        <a:pt x="8166" y="0"/>
                        <a:pt x="8114" y="0"/>
                      </a:cubicBezTo>
                      <a:close/>
                      <a:moveTo>
                        <a:pt x="8828" y="0"/>
                      </a:moveTo>
                      <a:cubicBezTo>
                        <a:pt x="8775" y="0"/>
                        <a:pt x="8722" y="0"/>
                        <a:pt x="8722" y="66"/>
                      </a:cubicBezTo>
                      <a:cubicBezTo>
                        <a:pt x="8722" y="119"/>
                        <a:pt x="8775" y="172"/>
                        <a:pt x="8828" y="172"/>
                      </a:cubicBezTo>
                      <a:lnTo>
                        <a:pt x="9543" y="172"/>
                      </a:lnTo>
                      <a:cubicBezTo>
                        <a:pt x="9596" y="172"/>
                        <a:pt x="9649" y="119"/>
                        <a:pt x="9649" y="66"/>
                      </a:cubicBezTo>
                      <a:cubicBezTo>
                        <a:pt x="9649" y="0"/>
                        <a:pt x="9596" y="0"/>
                        <a:pt x="9543" y="0"/>
                      </a:cubicBezTo>
                      <a:close/>
                      <a:moveTo>
                        <a:pt x="10258" y="0"/>
                      </a:moveTo>
                      <a:cubicBezTo>
                        <a:pt x="10258" y="0"/>
                        <a:pt x="10205" y="0"/>
                        <a:pt x="10205" y="66"/>
                      </a:cubicBezTo>
                      <a:cubicBezTo>
                        <a:pt x="10205" y="119"/>
                        <a:pt x="10258" y="172"/>
                        <a:pt x="10258" y="172"/>
                      </a:cubicBezTo>
                      <a:lnTo>
                        <a:pt x="11039" y="172"/>
                      </a:lnTo>
                      <a:cubicBezTo>
                        <a:pt x="11091" y="172"/>
                        <a:pt x="11091" y="119"/>
                        <a:pt x="11091" y="66"/>
                      </a:cubicBezTo>
                      <a:lnTo>
                        <a:pt x="11091" y="0"/>
                      </a:lnTo>
                      <a:close/>
                      <a:moveTo>
                        <a:pt x="11753" y="0"/>
                      </a:moveTo>
                      <a:cubicBezTo>
                        <a:pt x="11700" y="0"/>
                        <a:pt x="11634" y="0"/>
                        <a:pt x="11634" y="66"/>
                      </a:cubicBezTo>
                      <a:cubicBezTo>
                        <a:pt x="11634" y="119"/>
                        <a:pt x="11700" y="172"/>
                        <a:pt x="11753" y="172"/>
                      </a:cubicBezTo>
                      <a:lnTo>
                        <a:pt x="12468" y="172"/>
                      </a:lnTo>
                      <a:cubicBezTo>
                        <a:pt x="12521" y="172"/>
                        <a:pt x="12574" y="119"/>
                        <a:pt x="12574" y="66"/>
                      </a:cubicBezTo>
                      <a:cubicBezTo>
                        <a:pt x="12574" y="66"/>
                        <a:pt x="12574" y="0"/>
                        <a:pt x="12521" y="0"/>
                      </a:cubicBezTo>
                      <a:close/>
                      <a:moveTo>
                        <a:pt x="12468" y="728"/>
                      </a:moveTo>
                      <a:cubicBezTo>
                        <a:pt x="12415" y="728"/>
                        <a:pt x="12362" y="728"/>
                        <a:pt x="12362" y="781"/>
                      </a:cubicBezTo>
                      <a:lnTo>
                        <a:pt x="12362" y="1549"/>
                      </a:lnTo>
                      <a:cubicBezTo>
                        <a:pt x="12362" y="1602"/>
                        <a:pt x="12415" y="1602"/>
                        <a:pt x="12468" y="1602"/>
                      </a:cubicBezTo>
                      <a:cubicBezTo>
                        <a:pt x="12521" y="1602"/>
                        <a:pt x="12574" y="1602"/>
                        <a:pt x="12574" y="1549"/>
                      </a:cubicBezTo>
                      <a:lnTo>
                        <a:pt x="12574" y="781"/>
                      </a:lnTo>
                      <a:cubicBezTo>
                        <a:pt x="12574" y="728"/>
                        <a:pt x="12521" y="728"/>
                        <a:pt x="12468" y="728"/>
                      </a:cubicBezTo>
                      <a:close/>
                      <a:moveTo>
                        <a:pt x="12468" y="2157"/>
                      </a:moveTo>
                      <a:cubicBezTo>
                        <a:pt x="12415" y="2157"/>
                        <a:pt x="12362" y="2210"/>
                        <a:pt x="12362" y="2263"/>
                      </a:cubicBezTo>
                      <a:lnTo>
                        <a:pt x="12362" y="2316"/>
                      </a:lnTo>
                      <a:lnTo>
                        <a:pt x="12362" y="2594"/>
                      </a:lnTo>
                      <a:cubicBezTo>
                        <a:pt x="12362" y="2647"/>
                        <a:pt x="12415" y="2713"/>
                        <a:pt x="12468" y="2713"/>
                      </a:cubicBezTo>
                      <a:cubicBezTo>
                        <a:pt x="12521" y="2713"/>
                        <a:pt x="12574" y="2647"/>
                        <a:pt x="12574" y="2594"/>
                      </a:cubicBezTo>
                      <a:lnTo>
                        <a:pt x="12574" y="2316"/>
                      </a:lnTo>
                      <a:lnTo>
                        <a:pt x="12574" y="2263"/>
                      </a:lnTo>
                      <a:cubicBezTo>
                        <a:pt x="12574" y="2210"/>
                        <a:pt x="12521" y="2157"/>
                        <a:pt x="12468" y="215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4395212" y="4313815"/>
                  <a:ext cx="87824" cy="146355"/>
                </a:xfrm>
                <a:custGeom>
                  <a:rect b="b" l="l" r="r" t="t"/>
                  <a:pathLst>
                    <a:path extrusionOk="0" h="2648" w="1589">
                      <a:moveTo>
                        <a:pt x="808" y="185"/>
                      </a:moveTo>
                      <a:cubicBezTo>
                        <a:pt x="887" y="185"/>
                        <a:pt x="953" y="212"/>
                        <a:pt x="1019" y="252"/>
                      </a:cubicBezTo>
                      <a:cubicBezTo>
                        <a:pt x="1072" y="278"/>
                        <a:pt x="1125" y="331"/>
                        <a:pt x="1165" y="397"/>
                      </a:cubicBezTo>
                      <a:cubicBezTo>
                        <a:pt x="1205" y="463"/>
                        <a:pt x="1231" y="529"/>
                        <a:pt x="1258" y="609"/>
                      </a:cubicBezTo>
                      <a:cubicBezTo>
                        <a:pt x="1284" y="688"/>
                        <a:pt x="1311" y="768"/>
                        <a:pt x="1311" y="860"/>
                      </a:cubicBezTo>
                      <a:cubicBezTo>
                        <a:pt x="1337" y="940"/>
                        <a:pt x="1337" y="1032"/>
                        <a:pt x="1350" y="1112"/>
                      </a:cubicBezTo>
                      <a:cubicBezTo>
                        <a:pt x="1350" y="1191"/>
                        <a:pt x="1350" y="1271"/>
                        <a:pt x="1350" y="1350"/>
                      </a:cubicBezTo>
                      <a:cubicBezTo>
                        <a:pt x="1350" y="1549"/>
                        <a:pt x="1337" y="1721"/>
                        <a:pt x="1297" y="1866"/>
                      </a:cubicBezTo>
                      <a:cubicBezTo>
                        <a:pt x="1258" y="1999"/>
                        <a:pt x="1218" y="2118"/>
                        <a:pt x="1165" y="2210"/>
                      </a:cubicBezTo>
                      <a:cubicBezTo>
                        <a:pt x="1099" y="2290"/>
                        <a:pt x="1033" y="2356"/>
                        <a:pt x="967" y="2396"/>
                      </a:cubicBezTo>
                      <a:cubicBezTo>
                        <a:pt x="900" y="2435"/>
                        <a:pt x="834" y="2462"/>
                        <a:pt x="768" y="2462"/>
                      </a:cubicBezTo>
                      <a:cubicBezTo>
                        <a:pt x="662" y="2462"/>
                        <a:pt x="569" y="2422"/>
                        <a:pt x="503" y="2356"/>
                      </a:cubicBezTo>
                      <a:cubicBezTo>
                        <a:pt x="437" y="2290"/>
                        <a:pt x="384" y="2197"/>
                        <a:pt x="344" y="2104"/>
                      </a:cubicBezTo>
                      <a:cubicBezTo>
                        <a:pt x="305" y="1999"/>
                        <a:pt x="278" y="1879"/>
                        <a:pt x="252" y="1760"/>
                      </a:cubicBezTo>
                      <a:cubicBezTo>
                        <a:pt x="239" y="1628"/>
                        <a:pt x="239" y="1509"/>
                        <a:pt x="239" y="1403"/>
                      </a:cubicBezTo>
                      <a:cubicBezTo>
                        <a:pt x="239" y="1257"/>
                        <a:pt x="252" y="1112"/>
                        <a:pt x="265" y="979"/>
                      </a:cubicBezTo>
                      <a:cubicBezTo>
                        <a:pt x="292" y="834"/>
                        <a:pt x="331" y="702"/>
                        <a:pt x="371" y="582"/>
                      </a:cubicBezTo>
                      <a:cubicBezTo>
                        <a:pt x="424" y="463"/>
                        <a:pt x="477" y="371"/>
                        <a:pt x="556" y="304"/>
                      </a:cubicBezTo>
                      <a:cubicBezTo>
                        <a:pt x="622" y="225"/>
                        <a:pt x="715" y="185"/>
                        <a:pt x="808" y="185"/>
                      </a:cubicBezTo>
                      <a:close/>
                      <a:moveTo>
                        <a:pt x="821" y="0"/>
                      </a:moveTo>
                      <a:cubicBezTo>
                        <a:pt x="662" y="0"/>
                        <a:pt x="530" y="40"/>
                        <a:pt x="424" y="132"/>
                      </a:cubicBezTo>
                      <a:cubicBezTo>
                        <a:pt x="318" y="225"/>
                        <a:pt x="239" y="344"/>
                        <a:pt x="172" y="477"/>
                      </a:cubicBezTo>
                      <a:cubicBezTo>
                        <a:pt x="119" y="622"/>
                        <a:pt x="67" y="781"/>
                        <a:pt x="40" y="953"/>
                      </a:cubicBezTo>
                      <a:cubicBezTo>
                        <a:pt x="14" y="1125"/>
                        <a:pt x="0" y="1297"/>
                        <a:pt x="0" y="1456"/>
                      </a:cubicBezTo>
                      <a:cubicBezTo>
                        <a:pt x="0" y="1681"/>
                        <a:pt x="27" y="1879"/>
                        <a:pt x="67" y="2025"/>
                      </a:cubicBezTo>
                      <a:cubicBezTo>
                        <a:pt x="119" y="2184"/>
                        <a:pt x="172" y="2303"/>
                        <a:pt x="239" y="2396"/>
                      </a:cubicBezTo>
                      <a:cubicBezTo>
                        <a:pt x="318" y="2488"/>
                        <a:pt x="397" y="2554"/>
                        <a:pt x="490" y="2594"/>
                      </a:cubicBezTo>
                      <a:cubicBezTo>
                        <a:pt x="569" y="2634"/>
                        <a:pt x="662" y="2647"/>
                        <a:pt x="755" y="2647"/>
                      </a:cubicBezTo>
                      <a:cubicBezTo>
                        <a:pt x="834" y="2647"/>
                        <a:pt x="927" y="2634"/>
                        <a:pt x="1033" y="2594"/>
                      </a:cubicBezTo>
                      <a:cubicBezTo>
                        <a:pt x="1125" y="2541"/>
                        <a:pt x="1218" y="2475"/>
                        <a:pt x="1297" y="2369"/>
                      </a:cubicBezTo>
                      <a:cubicBezTo>
                        <a:pt x="1390" y="2277"/>
                        <a:pt x="1456" y="2144"/>
                        <a:pt x="1509" y="1972"/>
                      </a:cubicBezTo>
                      <a:cubicBezTo>
                        <a:pt x="1562" y="1813"/>
                        <a:pt x="1589" y="1602"/>
                        <a:pt x="1589" y="1350"/>
                      </a:cubicBezTo>
                      <a:cubicBezTo>
                        <a:pt x="1589" y="1257"/>
                        <a:pt x="1575" y="1165"/>
                        <a:pt x="1575" y="1059"/>
                      </a:cubicBezTo>
                      <a:cubicBezTo>
                        <a:pt x="1562" y="953"/>
                        <a:pt x="1549" y="860"/>
                        <a:pt x="1536" y="754"/>
                      </a:cubicBezTo>
                      <a:cubicBezTo>
                        <a:pt x="1509" y="649"/>
                        <a:pt x="1483" y="556"/>
                        <a:pt x="1443" y="463"/>
                      </a:cubicBezTo>
                      <a:cubicBezTo>
                        <a:pt x="1403" y="371"/>
                        <a:pt x="1364" y="291"/>
                        <a:pt x="1297" y="225"/>
                      </a:cubicBezTo>
                      <a:cubicBezTo>
                        <a:pt x="1244" y="159"/>
                        <a:pt x="1178" y="106"/>
                        <a:pt x="1099" y="53"/>
                      </a:cubicBezTo>
                      <a:cubicBezTo>
                        <a:pt x="1019" y="13"/>
                        <a:pt x="927"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4452969" y="3127997"/>
                  <a:ext cx="105400" cy="104681"/>
                </a:xfrm>
                <a:custGeom>
                  <a:rect b="b" l="l" r="r" t="t"/>
                  <a:pathLst>
                    <a:path extrusionOk="0" h="1894" w="1907">
                      <a:moveTo>
                        <a:pt x="186" y="1"/>
                      </a:moveTo>
                      <a:cubicBezTo>
                        <a:pt x="147" y="1"/>
                        <a:pt x="94" y="1"/>
                        <a:pt x="54" y="27"/>
                      </a:cubicBezTo>
                      <a:cubicBezTo>
                        <a:pt x="27" y="40"/>
                        <a:pt x="1" y="67"/>
                        <a:pt x="1" y="107"/>
                      </a:cubicBezTo>
                      <a:cubicBezTo>
                        <a:pt x="1" y="133"/>
                        <a:pt x="27" y="160"/>
                        <a:pt x="67" y="160"/>
                      </a:cubicBezTo>
                      <a:cubicBezTo>
                        <a:pt x="107" y="173"/>
                        <a:pt x="173" y="173"/>
                        <a:pt x="239" y="173"/>
                      </a:cubicBezTo>
                      <a:cubicBezTo>
                        <a:pt x="266" y="173"/>
                        <a:pt x="292" y="173"/>
                        <a:pt x="305" y="186"/>
                      </a:cubicBezTo>
                      <a:cubicBezTo>
                        <a:pt x="319" y="186"/>
                        <a:pt x="332" y="186"/>
                        <a:pt x="345" y="199"/>
                      </a:cubicBezTo>
                      <a:cubicBezTo>
                        <a:pt x="358" y="199"/>
                        <a:pt x="372" y="213"/>
                        <a:pt x="385" y="213"/>
                      </a:cubicBezTo>
                      <a:cubicBezTo>
                        <a:pt x="398" y="226"/>
                        <a:pt x="398" y="239"/>
                        <a:pt x="411" y="265"/>
                      </a:cubicBezTo>
                      <a:lnTo>
                        <a:pt x="1020" y="1364"/>
                      </a:lnTo>
                      <a:cubicBezTo>
                        <a:pt x="994" y="1417"/>
                        <a:pt x="967" y="1470"/>
                        <a:pt x="941" y="1523"/>
                      </a:cubicBezTo>
                      <a:cubicBezTo>
                        <a:pt x="914" y="1563"/>
                        <a:pt x="874" y="1602"/>
                        <a:pt x="848" y="1629"/>
                      </a:cubicBezTo>
                      <a:cubicBezTo>
                        <a:pt x="822" y="1655"/>
                        <a:pt x="795" y="1668"/>
                        <a:pt x="755" y="1695"/>
                      </a:cubicBezTo>
                      <a:cubicBezTo>
                        <a:pt x="716" y="1708"/>
                        <a:pt x="689" y="1721"/>
                        <a:pt x="649" y="1721"/>
                      </a:cubicBezTo>
                      <a:cubicBezTo>
                        <a:pt x="597" y="1721"/>
                        <a:pt x="544" y="1708"/>
                        <a:pt x="504" y="1668"/>
                      </a:cubicBezTo>
                      <a:cubicBezTo>
                        <a:pt x="464" y="1642"/>
                        <a:pt x="451" y="1615"/>
                        <a:pt x="451" y="1576"/>
                      </a:cubicBezTo>
                      <a:cubicBezTo>
                        <a:pt x="451" y="1563"/>
                        <a:pt x="451" y="1549"/>
                        <a:pt x="464" y="1536"/>
                      </a:cubicBezTo>
                      <a:cubicBezTo>
                        <a:pt x="464" y="1523"/>
                        <a:pt x="477" y="1510"/>
                        <a:pt x="504" y="1510"/>
                      </a:cubicBezTo>
                      <a:lnTo>
                        <a:pt x="544" y="1510"/>
                      </a:lnTo>
                      <a:cubicBezTo>
                        <a:pt x="557" y="1496"/>
                        <a:pt x="570" y="1496"/>
                        <a:pt x="583" y="1483"/>
                      </a:cubicBezTo>
                      <a:cubicBezTo>
                        <a:pt x="597" y="1483"/>
                        <a:pt x="597" y="1470"/>
                        <a:pt x="610" y="1457"/>
                      </a:cubicBezTo>
                      <a:cubicBezTo>
                        <a:pt x="623" y="1443"/>
                        <a:pt x="623" y="1430"/>
                        <a:pt x="623" y="1404"/>
                      </a:cubicBezTo>
                      <a:cubicBezTo>
                        <a:pt x="623" y="1377"/>
                        <a:pt x="610" y="1351"/>
                        <a:pt x="583" y="1338"/>
                      </a:cubicBezTo>
                      <a:cubicBezTo>
                        <a:pt x="557" y="1324"/>
                        <a:pt x="544" y="1311"/>
                        <a:pt x="517" y="1311"/>
                      </a:cubicBezTo>
                      <a:cubicBezTo>
                        <a:pt x="491" y="1311"/>
                        <a:pt x="451" y="1324"/>
                        <a:pt x="424" y="1338"/>
                      </a:cubicBezTo>
                      <a:cubicBezTo>
                        <a:pt x="398" y="1338"/>
                        <a:pt x="372" y="1364"/>
                        <a:pt x="358" y="1377"/>
                      </a:cubicBezTo>
                      <a:cubicBezTo>
                        <a:pt x="332" y="1404"/>
                        <a:pt x="319" y="1430"/>
                        <a:pt x="305" y="1470"/>
                      </a:cubicBezTo>
                      <a:cubicBezTo>
                        <a:pt x="292" y="1496"/>
                        <a:pt x="279" y="1536"/>
                        <a:pt x="279" y="1576"/>
                      </a:cubicBezTo>
                      <a:cubicBezTo>
                        <a:pt x="279" y="1629"/>
                        <a:pt x="292" y="1668"/>
                        <a:pt x="305" y="1708"/>
                      </a:cubicBezTo>
                      <a:cubicBezTo>
                        <a:pt x="332" y="1748"/>
                        <a:pt x="358" y="1774"/>
                        <a:pt x="385" y="1814"/>
                      </a:cubicBezTo>
                      <a:cubicBezTo>
                        <a:pt x="411" y="1840"/>
                        <a:pt x="451" y="1854"/>
                        <a:pt x="491" y="1867"/>
                      </a:cubicBezTo>
                      <a:cubicBezTo>
                        <a:pt x="530" y="1880"/>
                        <a:pt x="570" y="1893"/>
                        <a:pt x="610" y="1893"/>
                      </a:cubicBezTo>
                      <a:cubicBezTo>
                        <a:pt x="702" y="1893"/>
                        <a:pt x="769" y="1867"/>
                        <a:pt x="835" y="1840"/>
                      </a:cubicBezTo>
                      <a:cubicBezTo>
                        <a:pt x="901" y="1814"/>
                        <a:pt x="967" y="1761"/>
                        <a:pt x="1033" y="1682"/>
                      </a:cubicBezTo>
                      <a:cubicBezTo>
                        <a:pt x="1073" y="1629"/>
                        <a:pt x="1126" y="1563"/>
                        <a:pt x="1152" y="1483"/>
                      </a:cubicBezTo>
                      <a:cubicBezTo>
                        <a:pt x="1192" y="1390"/>
                        <a:pt x="1232" y="1298"/>
                        <a:pt x="1272" y="1192"/>
                      </a:cubicBezTo>
                      <a:lnTo>
                        <a:pt x="1589" y="305"/>
                      </a:lnTo>
                      <a:cubicBezTo>
                        <a:pt x="1602" y="265"/>
                        <a:pt x="1616" y="252"/>
                        <a:pt x="1629" y="239"/>
                      </a:cubicBezTo>
                      <a:cubicBezTo>
                        <a:pt x="1655" y="226"/>
                        <a:pt x="1682" y="226"/>
                        <a:pt x="1735" y="226"/>
                      </a:cubicBezTo>
                      <a:cubicBezTo>
                        <a:pt x="1774" y="226"/>
                        <a:pt x="1814" y="213"/>
                        <a:pt x="1841" y="213"/>
                      </a:cubicBezTo>
                      <a:cubicBezTo>
                        <a:pt x="1880" y="199"/>
                        <a:pt x="1907" y="173"/>
                        <a:pt x="1907" y="133"/>
                      </a:cubicBezTo>
                      <a:cubicBezTo>
                        <a:pt x="1907" y="107"/>
                        <a:pt x="1880" y="80"/>
                        <a:pt x="1854" y="67"/>
                      </a:cubicBezTo>
                      <a:cubicBezTo>
                        <a:pt x="1814" y="54"/>
                        <a:pt x="1774" y="54"/>
                        <a:pt x="1735" y="54"/>
                      </a:cubicBezTo>
                      <a:lnTo>
                        <a:pt x="1219" y="54"/>
                      </a:lnTo>
                      <a:cubicBezTo>
                        <a:pt x="1166" y="54"/>
                        <a:pt x="1139" y="54"/>
                        <a:pt x="1126" y="67"/>
                      </a:cubicBezTo>
                      <a:cubicBezTo>
                        <a:pt x="1113" y="80"/>
                        <a:pt x="1099" y="107"/>
                        <a:pt x="1099" y="133"/>
                      </a:cubicBezTo>
                      <a:cubicBezTo>
                        <a:pt x="1099" y="160"/>
                        <a:pt x="1113" y="186"/>
                        <a:pt x="1126" y="199"/>
                      </a:cubicBezTo>
                      <a:cubicBezTo>
                        <a:pt x="1152" y="213"/>
                        <a:pt x="1192" y="226"/>
                        <a:pt x="1245" y="226"/>
                      </a:cubicBezTo>
                      <a:cubicBezTo>
                        <a:pt x="1285" y="226"/>
                        <a:pt x="1324" y="226"/>
                        <a:pt x="1338" y="239"/>
                      </a:cubicBezTo>
                      <a:cubicBezTo>
                        <a:pt x="1351" y="252"/>
                        <a:pt x="1351" y="265"/>
                        <a:pt x="1351" y="279"/>
                      </a:cubicBezTo>
                      <a:cubicBezTo>
                        <a:pt x="1351" y="305"/>
                        <a:pt x="1351" y="345"/>
                        <a:pt x="1324" y="398"/>
                      </a:cubicBezTo>
                      <a:lnTo>
                        <a:pt x="1099" y="1113"/>
                      </a:lnTo>
                      <a:lnTo>
                        <a:pt x="676" y="305"/>
                      </a:lnTo>
                      <a:cubicBezTo>
                        <a:pt x="663" y="292"/>
                        <a:pt x="649" y="265"/>
                        <a:pt x="649" y="252"/>
                      </a:cubicBezTo>
                      <a:cubicBezTo>
                        <a:pt x="649" y="226"/>
                        <a:pt x="649" y="213"/>
                        <a:pt x="649" y="213"/>
                      </a:cubicBezTo>
                      <a:cubicBezTo>
                        <a:pt x="649" y="186"/>
                        <a:pt x="649" y="186"/>
                        <a:pt x="649" y="173"/>
                      </a:cubicBezTo>
                      <a:lnTo>
                        <a:pt x="676" y="173"/>
                      </a:lnTo>
                      <a:cubicBezTo>
                        <a:pt x="729" y="173"/>
                        <a:pt x="755" y="160"/>
                        <a:pt x="769" y="146"/>
                      </a:cubicBezTo>
                      <a:cubicBezTo>
                        <a:pt x="782" y="120"/>
                        <a:pt x="782" y="107"/>
                        <a:pt x="782" y="80"/>
                      </a:cubicBezTo>
                      <a:cubicBezTo>
                        <a:pt x="782" y="54"/>
                        <a:pt x="782" y="40"/>
                        <a:pt x="755" y="27"/>
                      </a:cubicBezTo>
                      <a:cubicBezTo>
                        <a:pt x="742" y="1"/>
                        <a:pt x="716"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 name="Google Shape;108;p5"/>
            <p:cNvSpPr/>
            <p:nvPr/>
          </p:nvSpPr>
          <p:spPr>
            <a:xfrm>
              <a:off x="1147048" y="4807395"/>
              <a:ext cx="77053" cy="66983"/>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6"/>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1" name="Google Shape;111;p6"/>
          <p:cNvSpPr/>
          <p:nvPr/>
        </p:nvSpPr>
        <p:spPr>
          <a:xfrm>
            <a:off x="8361668" y="740908"/>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 name="Google Shape;112;p6"/>
          <p:cNvGrpSpPr/>
          <p:nvPr/>
        </p:nvGrpSpPr>
        <p:grpSpPr>
          <a:xfrm rot="-1110540">
            <a:off x="482951" y="506221"/>
            <a:ext cx="675282" cy="304782"/>
            <a:chOff x="4763863" y="259761"/>
            <a:chExt cx="766705" cy="346045"/>
          </a:xfrm>
        </p:grpSpPr>
        <p:sp>
          <p:nvSpPr>
            <p:cNvPr id="113" name="Google Shape;113;p6"/>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 name="Google Shape;117;p6"/>
          <p:cNvSpPr/>
          <p:nvPr/>
        </p:nvSpPr>
        <p:spPr>
          <a:xfrm>
            <a:off x="7397512" y="451651"/>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grpSp>
        <p:nvGrpSpPr>
          <p:cNvPr id="119" name="Google Shape;119;p7"/>
          <p:cNvGrpSpPr/>
          <p:nvPr/>
        </p:nvGrpSpPr>
        <p:grpSpPr>
          <a:xfrm>
            <a:off x="7632755" y="4325739"/>
            <a:ext cx="1357006" cy="707493"/>
            <a:chOff x="1787352" y="2530363"/>
            <a:chExt cx="1540651" cy="803239"/>
          </a:xfrm>
        </p:grpSpPr>
        <p:sp>
          <p:nvSpPr>
            <p:cNvPr id="120" name="Google Shape;120;p7"/>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 name="Google Shape;126;p7"/>
          <p:cNvSpPr txBox="1"/>
          <p:nvPr>
            <p:ph idx="1" type="subTitle"/>
          </p:nvPr>
        </p:nvSpPr>
        <p:spPr>
          <a:xfrm>
            <a:off x="5652925" y="2257425"/>
            <a:ext cx="2304300" cy="136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600">
                <a:latin typeface="Mukta Light"/>
                <a:ea typeface="Mukta Light"/>
                <a:cs typeface="Mukta Light"/>
                <a:sym typeface="Mukta Light"/>
              </a:defRPr>
            </a:lvl1pPr>
            <a:lvl2pPr lvl="1" rtl="0">
              <a:spcBef>
                <a:spcPts val="0"/>
              </a:spcBef>
              <a:spcAft>
                <a:spcPts val="0"/>
              </a:spcAft>
              <a:buNone/>
              <a:defRPr sz="1600">
                <a:latin typeface="Mukta Light"/>
                <a:ea typeface="Mukta Light"/>
                <a:cs typeface="Mukta Light"/>
                <a:sym typeface="Mukta Light"/>
              </a:defRPr>
            </a:lvl2pPr>
            <a:lvl3pPr lvl="2" rtl="0">
              <a:spcBef>
                <a:spcPts val="0"/>
              </a:spcBef>
              <a:spcAft>
                <a:spcPts val="0"/>
              </a:spcAft>
              <a:buNone/>
              <a:defRPr sz="1600">
                <a:latin typeface="Mukta Light"/>
                <a:ea typeface="Mukta Light"/>
                <a:cs typeface="Mukta Light"/>
                <a:sym typeface="Mukta Light"/>
              </a:defRPr>
            </a:lvl3pPr>
            <a:lvl4pPr lvl="3" rtl="0">
              <a:spcBef>
                <a:spcPts val="0"/>
              </a:spcBef>
              <a:spcAft>
                <a:spcPts val="0"/>
              </a:spcAft>
              <a:buNone/>
              <a:defRPr sz="1600">
                <a:latin typeface="Mukta Light"/>
                <a:ea typeface="Mukta Light"/>
                <a:cs typeface="Mukta Light"/>
                <a:sym typeface="Mukta Light"/>
              </a:defRPr>
            </a:lvl4pPr>
            <a:lvl5pPr lvl="4" rtl="0">
              <a:spcBef>
                <a:spcPts val="0"/>
              </a:spcBef>
              <a:spcAft>
                <a:spcPts val="0"/>
              </a:spcAft>
              <a:buNone/>
              <a:defRPr sz="1600">
                <a:latin typeface="Mukta Light"/>
                <a:ea typeface="Mukta Light"/>
                <a:cs typeface="Mukta Light"/>
                <a:sym typeface="Mukta Light"/>
              </a:defRPr>
            </a:lvl5pPr>
            <a:lvl6pPr lvl="5" rtl="0">
              <a:spcBef>
                <a:spcPts val="0"/>
              </a:spcBef>
              <a:spcAft>
                <a:spcPts val="0"/>
              </a:spcAft>
              <a:buNone/>
              <a:defRPr sz="1600">
                <a:latin typeface="Mukta Light"/>
                <a:ea typeface="Mukta Light"/>
                <a:cs typeface="Mukta Light"/>
                <a:sym typeface="Mukta Light"/>
              </a:defRPr>
            </a:lvl6pPr>
            <a:lvl7pPr lvl="6" rtl="0">
              <a:spcBef>
                <a:spcPts val="0"/>
              </a:spcBef>
              <a:spcAft>
                <a:spcPts val="0"/>
              </a:spcAft>
              <a:buNone/>
              <a:defRPr sz="1600">
                <a:latin typeface="Mukta Light"/>
                <a:ea typeface="Mukta Light"/>
                <a:cs typeface="Mukta Light"/>
                <a:sym typeface="Mukta Light"/>
              </a:defRPr>
            </a:lvl7pPr>
            <a:lvl8pPr lvl="7" rtl="0">
              <a:spcBef>
                <a:spcPts val="0"/>
              </a:spcBef>
              <a:spcAft>
                <a:spcPts val="0"/>
              </a:spcAft>
              <a:buNone/>
              <a:defRPr sz="1600">
                <a:latin typeface="Mukta Light"/>
                <a:ea typeface="Mukta Light"/>
                <a:cs typeface="Mukta Light"/>
                <a:sym typeface="Mukta Light"/>
              </a:defRPr>
            </a:lvl8pPr>
            <a:lvl9pPr lvl="8" rtl="0">
              <a:spcBef>
                <a:spcPts val="0"/>
              </a:spcBef>
              <a:spcAft>
                <a:spcPts val="0"/>
              </a:spcAft>
              <a:buNone/>
              <a:defRPr sz="1600">
                <a:latin typeface="Mukta Light"/>
                <a:ea typeface="Mukta Light"/>
                <a:cs typeface="Mukta Light"/>
                <a:sym typeface="Mukta Light"/>
              </a:defRPr>
            </a:lvl9pPr>
          </a:lstStyle>
          <a:p/>
        </p:txBody>
      </p:sp>
      <p:sp>
        <p:nvSpPr>
          <p:cNvPr id="127" name="Google Shape;127;p7"/>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8" name="Google Shape;128;p7"/>
          <p:cNvSpPr/>
          <p:nvPr/>
        </p:nvSpPr>
        <p:spPr>
          <a:xfrm rot="-1315996">
            <a:off x="8449968" y="1052396"/>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8524868" y="53949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0" name="Shape 130"/>
        <p:cNvGrpSpPr/>
        <p:nvPr/>
      </p:nvGrpSpPr>
      <p:grpSpPr>
        <a:xfrm>
          <a:off x="0" y="0"/>
          <a:ext cx="0" cy="0"/>
          <a:chOff x="0" y="0"/>
          <a:chExt cx="0" cy="0"/>
        </a:xfrm>
      </p:grpSpPr>
      <p:sp>
        <p:nvSpPr>
          <p:cNvPr id="131" name="Google Shape;131;p8"/>
          <p:cNvSpPr/>
          <p:nvPr/>
        </p:nvSpPr>
        <p:spPr>
          <a:xfrm>
            <a:off x="1839854" y="-160396"/>
            <a:ext cx="5464293" cy="5464293"/>
          </a:xfrm>
          <a:custGeom>
            <a:rect b="b" l="l" r="r" t="t"/>
            <a:pathLst>
              <a:path extrusionOk="0" h="79637" w="79637">
                <a:moveTo>
                  <a:pt x="39825" y="0"/>
                </a:moveTo>
                <a:cubicBezTo>
                  <a:pt x="17815" y="0"/>
                  <a:pt x="0" y="17815"/>
                  <a:pt x="0" y="39812"/>
                </a:cubicBezTo>
                <a:cubicBezTo>
                  <a:pt x="0" y="61822"/>
                  <a:pt x="17815" y="79636"/>
                  <a:pt x="39825" y="79636"/>
                </a:cubicBezTo>
                <a:cubicBezTo>
                  <a:pt x="61822" y="79636"/>
                  <a:pt x="79637" y="61822"/>
                  <a:pt x="79637" y="39812"/>
                </a:cubicBezTo>
                <a:cubicBezTo>
                  <a:pt x="79637" y="17815"/>
                  <a:pt x="61822" y="0"/>
                  <a:pt x="398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p:nvPr/>
        </p:nvSpPr>
        <p:spPr>
          <a:xfrm>
            <a:off x="1313168" y="684333"/>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8"/>
          <p:cNvGrpSpPr/>
          <p:nvPr/>
        </p:nvGrpSpPr>
        <p:grpSpPr>
          <a:xfrm>
            <a:off x="7455302" y="3984540"/>
            <a:ext cx="675314" cy="304797"/>
            <a:chOff x="4763863" y="259761"/>
            <a:chExt cx="766705" cy="346045"/>
          </a:xfrm>
        </p:grpSpPr>
        <p:sp>
          <p:nvSpPr>
            <p:cNvPr id="134" name="Google Shape;134;p8"/>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 name="Google Shape;138;p8"/>
          <p:cNvSpPr/>
          <p:nvPr/>
        </p:nvSpPr>
        <p:spPr>
          <a:xfrm>
            <a:off x="349012" y="39507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349010" y="2944392"/>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8"/>
          <p:cNvGrpSpPr/>
          <p:nvPr/>
        </p:nvGrpSpPr>
        <p:grpSpPr>
          <a:xfrm>
            <a:off x="7641004" y="725508"/>
            <a:ext cx="721026" cy="252610"/>
            <a:chOff x="2109963" y="768908"/>
            <a:chExt cx="818604" cy="286796"/>
          </a:xfrm>
        </p:grpSpPr>
        <p:sp>
          <p:nvSpPr>
            <p:cNvPr id="141" name="Google Shape;141;p8"/>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8"/>
          <p:cNvGrpSpPr/>
          <p:nvPr/>
        </p:nvGrpSpPr>
        <p:grpSpPr>
          <a:xfrm>
            <a:off x="7903636" y="1989680"/>
            <a:ext cx="595379" cy="434972"/>
            <a:chOff x="570141" y="1610117"/>
            <a:chExt cx="675952" cy="493837"/>
          </a:xfrm>
        </p:grpSpPr>
        <p:sp>
          <p:nvSpPr>
            <p:cNvPr id="147" name="Google Shape;147;p8"/>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 name="Google Shape;150;p8"/>
          <p:cNvGrpSpPr/>
          <p:nvPr/>
        </p:nvGrpSpPr>
        <p:grpSpPr>
          <a:xfrm>
            <a:off x="911731" y="1723613"/>
            <a:ext cx="563833" cy="258403"/>
            <a:chOff x="6301529" y="2700815"/>
            <a:chExt cx="640137" cy="293373"/>
          </a:xfrm>
        </p:grpSpPr>
        <p:sp>
          <p:nvSpPr>
            <p:cNvPr id="151" name="Google Shape;151;p8"/>
            <p:cNvSpPr/>
            <p:nvPr/>
          </p:nvSpPr>
          <p:spPr>
            <a:xfrm>
              <a:off x="6301529" y="2703026"/>
              <a:ext cx="188802" cy="281656"/>
            </a:xfrm>
            <a:custGeom>
              <a:rect b="b" l="l" r="r" t="t"/>
              <a:pathLst>
                <a:path extrusionOk="0" h="5096" w="3416">
                  <a:moveTo>
                    <a:pt x="2528" y="609"/>
                  </a:moveTo>
                  <a:lnTo>
                    <a:pt x="2356" y="3177"/>
                  </a:lnTo>
                  <a:cubicBezTo>
                    <a:pt x="2211" y="3190"/>
                    <a:pt x="2039" y="3203"/>
                    <a:pt x="1853" y="3216"/>
                  </a:cubicBezTo>
                  <a:cubicBezTo>
                    <a:pt x="1668" y="3216"/>
                    <a:pt x="1496" y="3229"/>
                    <a:pt x="1324" y="3243"/>
                  </a:cubicBezTo>
                  <a:cubicBezTo>
                    <a:pt x="1165" y="3243"/>
                    <a:pt x="1020" y="3243"/>
                    <a:pt x="901" y="3256"/>
                  </a:cubicBezTo>
                  <a:lnTo>
                    <a:pt x="702" y="3256"/>
                  </a:lnTo>
                  <a:cubicBezTo>
                    <a:pt x="662" y="3256"/>
                    <a:pt x="636" y="3256"/>
                    <a:pt x="623" y="3243"/>
                  </a:cubicBezTo>
                  <a:cubicBezTo>
                    <a:pt x="623" y="3229"/>
                    <a:pt x="623" y="3216"/>
                    <a:pt x="623" y="3203"/>
                  </a:cubicBezTo>
                  <a:cubicBezTo>
                    <a:pt x="623" y="3177"/>
                    <a:pt x="623" y="3163"/>
                    <a:pt x="649" y="3137"/>
                  </a:cubicBezTo>
                  <a:cubicBezTo>
                    <a:pt x="676" y="3110"/>
                    <a:pt x="689" y="3097"/>
                    <a:pt x="689" y="3084"/>
                  </a:cubicBezTo>
                  <a:lnTo>
                    <a:pt x="2528" y="609"/>
                  </a:lnTo>
                  <a:close/>
                  <a:moveTo>
                    <a:pt x="2714" y="0"/>
                  </a:moveTo>
                  <a:cubicBezTo>
                    <a:pt x="2648" y="0"/>
                    <a:pt x="2581" y="27"/>
                    <a:pt x="2515" y="66"/>
                  </a:cubicBezTo>
                  <a:cubicBezTo>
                    <a:pt x="2462" y="119"/>
                    <a:pt x="2423" y="146"/>
                    <a:pt x="2409" y="172"/>
                  </a:cubicBezTo>
                  <a:cubicBezTo>
                    <a:pt x="2264" y="357"/>
                    <a:pt x="2131" y="530"/>
                    <a:pt x="2012" y="688"/>
                  </a:cubicBezTo>
                  <a:cubicBezTo>
                    <a:pt x="1893" y="834"/>
                    <a:pt x="1774" y="980"/>
                    <a:pt x="1668" y="1125"/>
                  </a:cubicBezTo>
                  <a:lnTo>
                    <a:pt x="1351" y="1562"/>
                  </a:lnTo>
                  <a:cubicBezTo>
                    <a:pt x="1245" y="1707"/>
                    <a:pt x="1126" y="1866"/>
                    <a:pt x="993" y="2038"/>
                  </a:cubicBezTo>
                  <a:cubicBezTo>
                    <a:pt x="874" y="2197"/>
                    <a:pt x="728" y="2396"/>
                    <a:pt x="583" y="2594"/>
                  </a:cubicBezTo>
                  <a:cubicBezTo>
                    <a:pt x="437" y="2806"/>
                    <a:pt x="265" y="3031"/>
                    <a:pt x="67" y="3296"/>
                  </a:cubicBezTo>
                  <a:cubicBezTo>
                    <a:pt x="40" y="3335"/>
                    <a:pt x="27" y="3362"/>
                    <a:pt x="14" y="3388"/>
                  </a:cubicBezTo>
                  <a:cubicBezTo>
                    <a:pt x="1" y="3415"/>
                    <a:pt x="1" y="3441"/>
                    <a:pt x="1" y="3468"/>
                  </a:cubicBezTo>
                  <a:cubicBezTo>
                    <a:pt x="1" y="3521"/>
                    <a:pt x="27" y="3574"/>
                    <a:pt x="80" y="3600"/>
                  </a:cubicBezTo>
                  <a:cubicBezTo>
                    <a:pt x="133" y="3640"/>
                    <a:pt x="186" y="3653"/>
                    <a:pt x="265" y="3653"/>
                  </a:cubicBezTo>
                  <a:cubicBezTo>
                    <a:pt x="345" y="3653"/>
                    <a:pt x="570" y="3640"/>
                    <a:pt x="901" y="3627"/>
                  </a:cubicBezTo>
                  <a:cubicBezTo>
                    <a:pt x="1231" y="3613"/>
                    <a:pt x="1721" y="3600"/>
                    <a:pt x="2343" y="3587"/>
                  </a:cubicBezTo>
                  <a:lnTo>
                    <a:pt x="2343" y="3587"/>
                  </a:lnTo>
                  <a:lnTo>
                    <a:pt x="2290" y="4540"/>
                  </a:lnTo>
                  <a:cubicBezTo>
                    <a:pt x="2290" y="4632"/>
                    <a:pt x="2264" y="4685"/>
                    <a:pt x="2211" y="4725"/>
                  </a:cubicBezTo>
                  <a:cubicBezTo>
                    <a:pt x="2158" y="4752"/>
                    <a:pt x="2078" y="4778"/>
                    <a:pt x="1986" y="4778"/>
                  </a:cubicBezTo>
                  <a:cubicBezTo>
                    <a:pt x="1973" y="4778"/>
                    <a:pt x="1946" y="4778"/>
                    <a:pt x="1893" y="4791"/>
                  </a:cubicBezTo>
                  <a:cubicBezTo>
                    <a:pt x="1853" y="4791"/>
                    <a:pt x="1801" y="4791"/>
                    <a:pt x="1748" y="4804"/>
                  </a:cubicBezTo>
                  <a:cubicBezTo>
                    <a:pt x="1695" y="4804"/>
                    <a:pt x="1642" y="4804"/>
                    <a:pt x="1576" y="4818"/>
                  </a:cubicBezTo>
                  <a:lnTo>
                    <a:pt x="1430" y="4818"/>
                  </a:lnTo>
                  <a:cubicBezTo>
                    <a:pt x="1390" y="4818"/>
                    <a:pt x="1351" y="4831"/>
                    <a:pt x="1311" y="4844"/>
                  </a:cubicBezTo>
                  <a:cubicBezTo>
                    <a:pt x="1271" y="4857"/>
                    <a:pt x="1245" y="4897"/>
                    <a:pt x="1245" y="4950"/>
                  </a:cubicBezTo>
                  <a:cubicBezTo>
                    <a:pt x="1245" y="5003"/>
                    <a:pt x="1271" y="5056"/>
                    <a:pt x="1324" y="5069"/>
                  </a:cubicBezTo>
                  <a:cubicBezTo>
                    <a:pt x="1377" y="5082"/>
                    <a:pt x="1417" y="5096"/>
                    <a:pt x="1456" y="5096"/>
                  </a:cubicBezTo>
                  <a:lnTo>
                    <a:pt x="2965" y="5096"/>
                  </a:lnTo>
                  <a:cubicBezTo>
                    <a:pt x="3045" y="5096"/>
                    <a:pt x="3111" y="5082"/>
                    <a:pt x="3164" y="5069"/>
                  </a:cubicBezTo>
                  <a:cubicBezTo>
                    <a:pt x="3217" y="5043"/>
                    <a:pt x="3230" y="5003"/>
                    <a:pt x="3230" y="4937"/>
                  </a:cubicBezTo>
                  <a:cubicBezTo>
                    <a:pt x="3230" y="4884"/>
                    <a:pt x="3217" y="4844"/>
                    <a:pt x="3164" y="4818"/>
                  </a:cubicBezTo>
                  <a:cubicBezTo>
                    <a:pt x="3124" y="4804"/>
                    <a:pt x="3058" y="4791"/>
                    <a:pt x="2965" y="4791"/>
                  </a:cubicBezTo>
                  <a:cubicBezTo>
                    <a:pt x="2912" y="4791"/>
                    <a:pt x="2859" y="4791"/>
                    <a:pt x="2793" y="4778"/>
                  </a:cubicBezTo>
                  <a:cubicBezTo>
                    <a:pt x="2740" y="4778"/>
                    <a:pt x="2714" y="4738"/>
                    <a:pt x="2714" y="4699"/>
                  </a:cubicBezTo>
                  <a:cubicBezTo>
                    <a:pt x="2714" y="4672"/>
                    <a:pt x="2714" y="4619"/>
                    <a:pt x="2714" y="4527"/>
                  </a:cubicBezTo>
                  <a:cubicBezTo>
                    <a:pt x="2727" y="4447"/>
                    <a:pt x="2727" y="4341"/>
                    <a:pt x="2727" y="4235"/>
                  </a:cubicBezTo>
                  <a:cubicBezTo>
                    <a:pt x="2740" y="4129"/>
                    <a:pt x="2740" y="4010"/>
                    <a:pt x="2753" y="3904"/>
                  </a:cubicBezTo>
                  <a:cubicBezTo>
                    <a:pt x="2753" y="3785"/>
                    <a:pt x="2767" y="3679"/>
                    <a:pt x="2767" y="3587"/>
                  </a:cubicBezTo>
                  <a:lnTo>
                    <a:pt x="3230" y="3587"/>
                  </a:lnTo>
                  <a:cubicBezTo>
                    <a:pt x="3256" y="3587"/>
                    <a:pt x="3296" y="3574"/>
                    <a:pt x="3336" y="3547"/>
                  </a:cubicBezTo>
                  <a:cubicBezTo>
                    <a:pt x="3389" y="3534"/>
                    <a:pt x="3415" y="3481"/>
                    <a:pt x="3415" y="3415"/>
                  </a:cubicBezTo>
                  <a:cubicBezTo>
                    <a:pt x="3415" y="3349"/>
                    <a:pt x="3389" y="3296"/>
                    <a:pt x="3349" y="3269"/>
                  </a:cubicBezTo>
                  <a:cubicBezTo>
                    <a:pt x="3309" y="3229"/>
                    <a:pt x="3256" y="3216"/>
                    <a:pt x="3190" y="3203"/>
                  </a:cubicBezTo>
                  <a:lnTo>
                    <a:pt x="2793" y="3177"/>
                  </a:lnTo>
                  <a:cubicBezTo>
                    <a:pt x="2793" y="3031"/>
                    <a:pt x="2793" y="2846"/>
                    <a:pt x="2806" y="2647"/>
                  </a:cubicBezTo>
                  <a:cubicBezTo>
                    <a:pt x="2806" y="2435"/>
                    <a:pt x="2820" y="2224"/>
                    <a:pt x="2833" y="1999"/>
                  </a:cubicBezTo>
                  <a:cubicBezTo>
                    <a:pt x="2846" y="1774"/>
                    <a:pt x="2859" y="1549"/>
                    <a:pt x="2873" y="1337"/>
                  </a:cubicBezTo>
                  <a:cubicBezTo>
                    <a:pt x="2899" y="1112"/>
                    <a:pt x="2912" y="927"/>
                    <a:pt x="2926" y="755"/>
                  </a:cubicBezTo>
                  <a:cubicBezTo>
                    <a:pt x="2939" y="569"/>
                    <a:pt x="2952" y="424"/>
                    <a:pt x="2952" y="318"/>
                  </a:cubicBezTo>
                  <a:cubicBezTo>
                    <a:pt x="2965" y="199"/>
                    <a:pt x="2965" y="146"/>
                    <a:pt x="2965" y="132"/>
                  </a:cubicBezTo>
                  <a:cubicBezTo>
                    <a:pt x="2965" y="93"/>
                    <a:pt x="2952" y="53"/>
                    <a:pt x="2899" y="40"/>
                  </a:cubicBezTo>
                  <a:cubicBezTo>
                    <a:pt x="2846" y="13"/>
                    <a:pt x="2780" y="0"/>
                    <a:pt x="2714"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6504149" y="2700815"/>
              <a:ext cx="177804" cy="287515"/>
            </a:xfrm>
            <a:custGeom>
              <a:rect b="b" l="l" r="r" t="t"/>
              <a:pathLst>
                <a:path extrusionOk="0" h="5202" w="3217">
                  <a:moveTo>
                    <a:pt x="1668" y="0"/>
                  </a:moveTo>
                  <a:cubicBezTo>
                    <a:pt x="1417" y="0"/>
                    <a:pt x="1192" y="53"/>
                    <a:pt x="1007" y="159"/>
                  </a:cubicBezTo>
                  <a:cubicBezTo>
                    <a:pt x="808" y="265"/>
                    <a:pt x="649" y="384"/>
                    <a:pt x="517" y="530"/>
                  </a:cubicBezTo>
                  <a:cubicBezTo>
                    <a:pt x="385" y="662"/>
                    <a:pt x="279" y="808"/>
                    <a:pt x="212" y="967"/>
                  </a:cubicBezTo>
                  <a:cubicBezTo>
                    <a:pt x="146" y="1112"/>
                    <a:pt x="120" y="1231"/>
                    <a:pt x="120" y="1337"/>
                  </a:cubicBezTo>
                  <a:cubicBezTo>
                    <a:pt x="120" y="1350"/>
                    <a:pt x="120" y="1377"/>
                    <a:pt x="120" y="1417"/>
                  </a:cubicBezTo>
                  <a:cubicBezTo>
                    <a:pt x="120" y="1456"/>
                    <a:pt x="133" y="1509"/>
                    <a:pt x="146" y="1549"/>
                  </a:cubicBezTo>
                  <a:cubicBezTo>
                    <a:pt x="173" y="1589"/>
                    <a:pt x="199" y="1628"/>
                    <a:pt x="239" y="1655"/>
                  </a:cubicBezTo>
                  <a:cubicBezTo>
                    <a:pt x="279" y="1695"/>
                    <a:pt x="332" y="1708"/>
                    <a:pt x="398" y="1708"/>
                  </a:cubicBezTo>
                  <a:cubicBezTo>
                    <a:pt x="504" y="1708"/>
                    <a:pt x="583" y="1681"/>
                    <a:pt x="649" y="1628"/>
                  </a:cubicBezTo>
                  <a:cubicBezTo>
                    <a:pt x="715" y="1575"/>
                    <a:pt x="742" y="1509"/>
                    <a:pt x="742" y="1417"/>
                  </a:cubicBezTo>
                  <a:cubicBezTo>
                    <a:pt x="742" y="1377"/>
                    <a:pt x="729" y="1350"/>
                    <a:pt x="715" y="1324"/>
                  </a:cubicBezTo>
                  <a:cubicBezTo>
                    <a:pt x="702" y="1297"/>
                    <a:pt x="689" y="1271"/>
                    <a:pt x="662" y="1258"/>
                  </a:cubicBezTo>
                  <a:lnTo>
                    <a:pt x="623" y="1192"/>
                  </a:lnTo>
                  <a:cubicBezTo>
                    <a:pt x="610" y="1165"/>
                    <a:pt x="596" y="1139"/>
                    <a:pt x="596" y="1112"/>
                  </a:cubicBezTo>
                  <a:cubicBezTo>
                    <a:pt x="596" y="1072"/>
                    <a:pt x="623" y="1020"/>
                    <a:pt x="662" y="940"/>
                  </a:cubicBezTo>
                  <a:cubicBezTo>
                    <a:pt x="715" y="861"/>
                    <a:pt x="782" y="781"/>
                    <a:pt x="874" y="702"/>
                  </a:cubicBezTo>
                  <a:cubicBezTo>
                    <a:pt x="954" y="609"/>
                    <a:pt x="1060" y="543"/>
                    <a:pt x="1192" y="477"/>
                  </a:cubicBezTo>
                  <a:cubicBezTo>
                    <a:pt x="1311" y="411"/>
                    <a:pt x="1457" y="384"/>
                    <a:pt x="1602" y="384"/>
                  </a:cubicBezTo>
                  <a:cubicBezTo>
                    <a:pt x="1774" y="384"/>
                    <a:pt x="1907" y="411"/>
                    <a:pt x="2012" y="464"/>
                  </a:cubicBezTo>
                  <a:cubicBezTo>
                    <a:pt x="2132" y="517"/>
                    <a:pt x="2224" y="596"/>
                    <a:pt x="2290" y="675"/>
                  </a:cubicBezTo>
                  <a:cubicBezTo>
                    <a:pt x="2357" y="768"/>
                    <a:pt x="2410" y="861"/>
                    <a:pt x="2436" y="967"/>
                  </a:cubicBezTo>
                  <a:cubicBezTo>
                    <a:pt x="2462" y="1059"/>
                    <a:pt x="2489" y="1165"/>
                    <a:pt x="2489" y="1258"/>
                  </a:cubicBezTo>
                  <a:cubicBezTo>
                    <a:pt x="2489" y="1470"/>
                    <a:pt x="2449" y="1681"/>
                    <a:pt x="2370" y="1906"/>
                  </a:cubicBezTo>
                  <a:cubicBezTo>
                    <a:pt x="2290" y="2131"/>
                    <a:pt x="2198" y="2370"/>
                    <a:pt x="2065" y="2595"/>
                  </a:cubicBezTo>
                  <a:cubicBezTo>
                    <a:pt x="1946" y="2833"/>
                    <a:pt x="1801" y="3058"/>
                    <a:pt x="1629" y="3296"/>
                  </a:cubicBezTo>
                  <a:cubicBezTo>
                    <a:pt x="1470" y="3521"/>
                    <a:pt x="1298" y="3733"/>
                    <a:pt x="1126" y="3931"/>
                  </a:cubicBezTo>
                  <a:cubicBezTo>
                    <a:pt x="954" y="4130"/>
                    <a:pt x="782" y="4315"/>
                    <a:pt x="610" y="4487"/>
                  </a:cubicBezTo>
                  <a:cubicBezTo>
                    <a:pt x="437" y="4646"/>
                    <a:pt x="279" y="4778"/>
                    <a:pt x="133" y="4884"/>
                  </a:cubicBezTo>
                  <a:cubicBezTo>
                    <a:pt x="93" y="4924"/>
                    <a:pt x="67" y="4950"/>
                    <a:pt x="40" y="4964"/>
                  </a:cubicBezTo>
                  <a:cubicBezTo>
                    <a:pt x="14" y="4990"/>
                    <a:pt x="1" y="5017"/>
                    <a:pt x="1" y="5043"/>
                  </a:cubicBezTo>
                  <a:cubicBezTo>
                    <a:pt x="1" y="5083"/>
                    <a:pt x="14" y="5109"/>
                    <a:pt x="40" y="5149"/>
                  </a:cubicBezTo>
                  <a:cubicBezTo>
                    <a:pt x="67" y="5189"/>
                    <a:pt x="120" y="5202"/>
                    <a:pt x="186" y="5202"/>
                  </a:cubicBezTo>
                  <a:cubicBezTo>
                    <a:pt x="239" y="5202"/>
                    <a:pt x="292" y="5189"/>
                    <a:pt x="345" y="5175"/>
                  </a:cubicBezTo>
                  <a:cubicBezTo>
                    <a:pt x="385" y="5162"/>
                    <a:pt x="424" y="5136"/>
                    <a:pt x="437" y="5122"/>
                  </a:cubicBezTo>
                  <a:lnTo>
                    <a:pt x="1510" y="5122"/>
                  </a:lnTo>
                  <a:cubicBezTo>
                    <a:pt x="1642" y="5122"/>
                    <a:pt x="1774" y="5122"/>
                    <a:pt x="1893" y="5136"/>
                  </a:cubicBezTo>
                  <a:lnTo>
                    <a:pt x="2674" y="5136"/>
                  </a:lnTo>
                  <a:cubicBezTo>
                    <a:pt x="2701" y="5136"/>
                    <a:pt x="2727" y="5122"/>
                    <a:pt x="2767" y="5109"/>
                  </a:cubicBezTo>
                  <a:cubicBezTo>
                    <a:pt x="2807" y="5083"/>
                    <a:pt x="2833" y="5043"/>
                    <a:pt x="2873" y="5003"/>
                  </a:cubicBezTo>
                  <a:cubicBezTo>
                    <a:pt x="2979" y="4805"/>
                    <a:pt x="3058" y="4659"/>
                    <a:pt x="3124" y="4567"/>
                  </a:cubicBezTo>
                  <a:cubicBezTo>
                    <a:pt x="3177" y="4461"/>
                    <a:pt x="3217" y="4394"/>
                    <a:pt x="3217" y="4355"/>
                  </a:cubicBezTo>
                  <a:cubicBezTo>
                    <a:pt x="3217" y="4315"/>
                    <a:pt x="3190" y="4275"/>
                    <a:pt x="3151" y="4262"/>
                  </a:cubicBezTo>
                  <a:cubicBezTo>
                    <a:pt x="3111" y="4236"/>
                    <a:pt x="3071" y="4222"/>
                    <a:pt x="3032" y="4222"/>
                  </a:cubicBezTo>
                  <a:cubicBezTo>
                    <a:pt x="2965" y="4222"/>
                    <a:pt x="2926" y="4249"/>
                    <a:pt x="2899" y="4275"/>
                  </a:cubicBezTo>
                  <a:cubicBezTo>
                    <a:pt x="2873" y="4302"/>
                    <a:pt x="2846" y="4342"/>
                    <a:pt x="2820" y="4368"/>
                  </a:cubicBezTo>
                  <a:lnTo>
                    <a:pt x="2661" y="4619"/>
                  </a:lnTo>
                  <a:cubicBezTo>
                    <a:pt x="2621" y="4672"/>
                    <a:pt x="2595" y="4712"/>
                    <a:pt x="2568" y="4725"/>
                  </a:cubicBezTo>
                  <a:cubicBezTo>
                    <a:pt x="2555" y="4739"/>
                    <a:pt x="2529" y="4752"/>
                    <a:pt x="2502" y="4752"/>
                  </a:cubicBezTo>
                  <a:lnTo>
                    <a:pt x="2251" y="4752"/>
                  </a:lnTo>
                  <a:cubicBezTo>
                    <a:pt x="2132" y="4752"/>
                    <a:pt x="1973" y="4739"/>
                    <a:pt x="1801" y="4739"/>
                  </a:cubicBezTo>
                  <a:lnTo>
                    <a:pt x="1285" y="4739"/>
                  </a:lnTo>
                  <a:cubicBezTo>
                    <a:pt x="1099" y="4725"/>
                    <a:pt x="954" y="4725"/>
                    <a:pt x="821" y="4712"/>
                  </a:cubicBezTo>
                  <a:cubicBezTo>
                    <a:pt x="940" y="4606"/>
                    <a:pt x="1073" y="4474"/>
                    <a:pt x="1232" y="4315"/>
                  </a:cubicBezTo>
                  <a:cubicBezTo>
                    <a:pt x="1377" y="4156"/>
                    <a:pt x="1536" y="3984"/>
                    <a:pt x="1695" y="3799"/>
                  </a:cubicBezTo>
                  <a:cubicBezTo>
                    <a:pt x="1854" y="3614"/>
                    <a:pt x="1999" y="3415"/>
                    <a:pt x="2145" y="3203"/>
                  </a:cubicBezTo>
                  <a:cubicBezTo>
                    <a:pt x="2304" y="2992"/>
                    <a:pt x="2436" y="2780"/>
                    <a:pt x="2555" y="2568"/>
                  </a:cubicBezTo>
                  <a:cubicBezTo>
                    <a:pt x="2674" y="2343"/>
                    <a:pt x="2767" y="2131"/>
                    <a:pt x="2833" y="1920"/>
                  </a:cubicBezTo>
                  <a:cubicBezTo>
                    <a:pt x="2912" y="1695"/>
                    <a:pt x="2952" y="1483"/>
                    <a:pt x="2952" y="1271"/>
                  </a:cubicBezTo>
                  <a:cubicBezTo>
                    <a:pt x="2952" y="1099"/>
                    <a:pt x="2926" y="940"/>
                    <a:pt x="2873" y="781"/>
                  </a:cubicBezTo>
                  <a:cubicBezTo>
                    <a:pt x="2833" y="622"/>
                    <a:pt x="2754" y="490"/>
                    <a:pt x="2661" y="384"/>
                  </a:cubicBezTo>
                  <a:cubicBezTo>
                    <a:pt x="2555" y="265"/>
                    <a:pt x="2423" y="172"/>
                    <a:pt x="2264" y="106"/>
                  </a:cubicBezTo>
                  <a:cubicBezTo>
                    <a:pt x="2105" y="40"/>
                    <a:pt x="1907"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6708261" y="2850763"/>
              <a:ext cx="40292" cy="139778"/>
            </a:xfrm>
            <a:custGeom>
              <a:rect b="b" l="l" r="r" t="t"/>
              <a:pathLst>
                <a:path extrusionOk="0" h="2529" w="729">
                  <a:moveTo>
                    <a:pt x="371" y="1"/>
                  </a:moveTo>
                  <a:cubicBezTo>
                    <a:pt x="305" y="1"/>
                    <a:pt x="252" y="14"/>
                    <a:pt x="199" y="40"/>
                  </a:cubicBezTo>
                  <a:cubicBezTo>
                    <a:pt x="159" y="54"/>
                    <a:pt x="119" y="80"/>
                    <a:pt x="93" y="120"/>
                  </a:cubicBezTo>
                  <a:cubicBezTo>
                    <a:pt x="53" y="146"/>
                    <a:pt x="40" y="186"/>
                    <a:pt x="27" y="226"/>
                  </a:cubicBezTo>
                  <a:cubicBezTo>
                    <a:pt x="14" y="265"/>
                    <a:pt x="0" y="305"/>
                    <a:pt x="0" y="331"/>
                  </a:cubicBezTo>
                  <a:cubicBezTo>
                    <a:pt x="0" y="411"/>
                    <a:pt x="40" y="490"/>
                    <a:pt x="93" y="556"/>
                  </a:cubicBezTo>
                  <a:cubicBezTo>
                    <a:pt x="146" y="623"/>
                    <a:pt x="225" y="662"/>
                    <a:pt x="358" y="662"/>
                  </a:cubicBezTo>
                  <a:cubicBezTo>
                    <a:pt x="477" y="662"/>
                    <a:pt x="569" y="623"/>
                    <a:pt x="636" y="556"/>
                  </a:cubicBezTo>
                  <a:cubicBezTo>
                    <a:pt x="702" y="490"/>
                    <a:pt x="728" y="411"/>
                    <a:pt x="728" y="318"/>
                  </a:cubicBezTo>
                  <a:cubicBezTo>
                    <a:pt x="728" y="252"/>
                    <a:pt x="702" y="173"/>
                    <a:pt x="649" y="106"/>
                  </a:cubicBezTo>
                  <a:cubicBezTo>
                    <a:pt x="583" y="27"/>
                    <a:pt x="490" y="1"/>
                    <a:pt x="371" y="1"/>
                  </a:cubicBezTo>
                  <a:close/>
                  <a:moveTo>
                    <a:pt x="371" y="1867"/>
                  </a:moveTo>
                  <a:cubicBezTo>
                    <a:pt x="305" y="1867"/>
                    <a:pt x="252" y="1880"/>
                    <a:pt x="199" y="1906"/>
                  </a:cubicBezTo>
                  <a:cubicBezTo>
                    <a:pt x="159" y="1920"/>
                    <a:pt x="119" y="1946"/>
                    <a:pt x="93" y="1986"/>
                  </a:cubicBezTo>
                  <a:cubicBezTo>
                    <a:pt x="53" y="2012"/>
                    <a:pt x="40" y="2052"/>
                    <a:pt x="27" y="2092"/>
                  </a:cubicBezTo>
                  <a:cubicBezTo>
                    <a:pt x="14" y="2131"/>
                    <a:pt x="0" y="2171"/>
                    <a:pt x="0" y="2211"/>
                  </a:cubicBezTo>
                  <a:cubicBezTo>
                    <a:pt x="0" y="2277"/>
                    <a:pt x="40" y="2356"/>
                    <a:pt x="93" y="2423"/>
                  </a:cubicBezTo>
                  <a:cubicBezTo>
                    <a:pt x="146" y="2502"/>
                    <a:pt x="225" y="2529"/>
                    <a:pt x="358" y="2529"/>
                  </a:cubicBezTo>
                  <a:cubicBezTo>
                    <a:pt x="477" y="2529"/>
                    <a:pt x="569" y="2502"/>
                    <a:pt x="636" y="2423"/>
                  </a:cubicBezTo>
                  <a:cubicBezTo>
                    <a:pt x="702" y="2356"/>
                    <a:pt x="728" y="2277"/>
                    <a:pt x="728" y="2198"/>
                  </a:cubicBezTo>
                  <a:cubicBezTo>
                    <a:pt x="728" y="2118"/>
                    <a:pt x="702" y="2039"/>
                    <a:pt x="649" y="1973"/>
                  </a:cubicBezTo>
                  <a:cubicBezTo>
                    <a:pt x="583" y="1906"/>
                    <a:pt x="490" y="1867"/>
                    <a:pt x="371" y="1867"/>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6771877" y="2701534"/>
              <a:ext cx="169789" cy="292655"/>
            </a:xfrm>
            <a:custGeom>
              <a:rect b="b" l="l" r="r" t="t"/>
              <a:pathLst>
                <a:path extrusionOk="0" h="5295" w="3072">
                  <a:moveTo>
                    <a:pt x="1642" y="371"/>
                  </a:moveTo>
                  <a:cubicBezTo>
                    <a:pt x="1814" y="371"/>
                    <a:pt x="1960" y="411"/>
                    <a:pt x="2079" y="477"/>
                  </a:cubicBezTo>
                  <a:cubicBezTo>
                    <a:pt x="2198" y="543"/>
                    <a:pt x="2304" y="636"/>
                    <a:pt x="2383" y="742"/>
                  </a:cubicBezTo>
                  <a:cubicBezTo>
                    <a:pt x="2463" y="848"/>
                    <a:pt x="2529" y="954"/>
                    <a:pt x="2555" y="1086"/>
                  </a:cubicBezTo>
                  <a:cubicBezTo>
                    <a:pt x="2595" y="1218"/>
                    <a:pt x="2621" y="1337"/>
                    <a:pt x="2621" y="1443"/>
                  </a:cubicBezTo>
                  <a:cubicBezTo>
                    <a:pt x="2621" y="1562"/>
                    <a:pt x="2595" y="1682"/>
                    <a:pt x="2542" y="1814"/>
                  </a:cubicBezTo>
                  <a:cubicBezTo>
                    <a:pt x="2502" y="1946"/>
                    <a:pt x="2436" y="2065"/>
                    <a:pt x="2343" y="2184"/>
                  </a:cubicBezTo>
                  <a:cubicBezTo>
                    <a:pt x="2238" y="2304"/>
                    <a:pt x="2118" y="2409"/>
                    <a:pt x="1973" y="2489"/>
                  </a:cubicBezTo>
                  <a:cubicBezTo>
                    <a:pt x="1841" y="2582"/>
                    <a:pt x="1668" y="2621"/>
                    <a:pt x="1457" y="2621"/>
                  </a:cubicBezTo>
                  <a:cubicBezTo>
                    <a:pt x="1311" y="2621"/>
                    <a:pt x="1179" y="2595"/>
                    <a:pt x="1060" y="2542"/>
                  </a:cubicBezTo>
                  <a:cubicBezTo>
                    <a:pt x="941" y="2489"/>
                    <a:pt x="835" y="2409"/>
                    <a:pt x="742" y="2317"/>
                  </a:cubicBezTo>
                  <a:cubicBezTo>
                    <a:pt x="663" y="2224"/>
                    <a:pt x="596" y="2105"/>
                    <a:pt x="543" y="1986"/>
                  </a:cubicBezTo>
                  <a:cubicBezTo>
                    <a:pt x="491" y="1854"/>
                    <a:pt x="464" y="1721"/>
                    <a:pt x="464" y="1562"/>
                  </a:cubicBezTo>
                  <a:cubicBezTo>
                    <a:pt x="464" y="1351"/>
                    <a:pt x="504" y="1179"/>
                    <a:pt x="557" y="1033"/>
                  </a:cubicBezTo>
                  <a:cubicBezTo>
                    <a:pt x="623" y="874"/>
                    <a:pt x="716" y="755"/>
                    <a:pt x="821" y="662"/>
                  </a:cubicBezTo>
                  <a:cubicBezTo>
                    <a:pt x="927" y="557"/>
                    <a:pt x="1046" y="490"/>
                    <a:pt x="1192" y="437"/>
                  </a:cubicBezTo>
                  <a:cubicBezTo>
                    <a:pt x="1338" y="398"/>
                    <a:pt x="1483" y="371"/>
                    <a:pt x="1642" y="371"/>
                  </a:cubicBezTo>
                  <a:close/>
                  <a:moveTo>
                    <a:pt x="1589" y="1"/>
                  </a:moveTo>
                  <a:cubicBezTo>
                    <a:pt x="1298" y="1"/>
                    <a:pt x="1060" y="40"/>
                    <a:pt x="861" y="146"/>
                  </a:cubicBezTo>
                  <a:cubicBezTo>
                    <a:pt x="663" y="239"/>
                    <a:pt x="491" y="358"/>
                    <a:pt x="371" y="504"/>
                  </a:cubicBezTo>
                  <a:cubicBezTo>
                    <a:pt x="239" y="649"/>
                    <a:pt x="146" y="821"/>
                    <a:pt x="93" y="1007"/>
                  </a:cubicBezTo>
                  <a:cubicBezTo>
                    <a:pt x="27" y="1192"/>
                    <a:pt x="1" y="1364"/>
                    <a:pt x="1" y="1536"/>
                  </a:cubicBezTo>
                  <a:cubicBezTo>
                    <a:pt x="1" y="1761"/>
                    <a:pt x="41" y="1959"/>
                    <a:pt x="107" y="2145"/>
                  </a:cubicBezTo>
                  <a:cubicBezTo>
                    <a:pt x="186" y="2330"/>
                    <a:pt x="279" y="2489"/>
                    <a:pt x="398" y="2621"/>
                  </a:cubicBezTo>
                  <a:cubicBezTo>
                    <a:pt x="517" y="2754"/>
                    <a:pt x="663" y="2846"/>
                    <a:pt x="821" y="2926"/>
                  </a:cubicBezTo>
                  <a:cubicBezTo>
                    <a:pt x="980" y="2992"/>
                    <a:pt x="1152" y="3031"/>
                    <a:pt x="1338" y="3031"/>
                  </a:cubicBezTo>
                  <a:cubicBezTo>
                    <a:pt x="1430" y="3031"/>
                    <a:pt x="1536" y="3018"/>
                    <a:pt x="1655" y="2992"/>
                  </a:cubicBezTo>
                  <a:cubicBezTo>
                    <a:pt x="1761" y="2965"/>
                    <a:pt x="1880" y="2926"/>
                    <a:pt x="1986" y="2886"/>
                  </a:cubicBezTo>
                  <a:cubicBezTo>
                    <a:pt x="2092" y="2833"/>
                    <a:pt x="2198" y="2767"/>
                    <a:pt x="2291" y="2701"/>
                  </a:cubicBezTo>
                  <a:cubicBezTo>
                    <a:pt x="2396" y="2621"/>
                    <a:pt x="2476" y="2529"/>
                    <a:pt x="2555" y="2423"/>
                  </a:cubicBezTo>
                  <a:lnTo>
                    <a:pt x="2555" y="2423"/>
                  </a:lnTo>
                  <a:cubicBezTo>
                    <a:pt x="2516" y="2648"/>
                    <a:pt x="2436" y="2886"/>
                    <a:pt x="2343" y="3124"/>
                  </a:cubicBezTo>
                  <a:cubicBezTo>
                    <a:pt x="2251" y="3362"/>
                    <a:pt x="2132" y="3601"/>
                    <a:pt x="1986" y="3839"/>
                  </a:cubicBezTo>
                  <a:cubicBezTo>
                    <a:pt x="1841" y="4064"/>
                    <a:pt x="1695" y="4276"/>
                    <a:pt x="1523" y="4474"/>
                  </a:cubicBezTo>
                  <a:cubicBezTo>
                    <a:pt x="1351" y="4659"/>
                    <a:pt x="1166" y="4818"/>
                    <a:pt x="967" y="4951"/>
                  </a:cubicBezTo>
                  <a:cubicBezTo>
                    <a:pt x="927" y="4977"/>
                    <a:pt x="888" y="5017"/>
                    <a:pt x="874" y="5030"/>
                  </a:cubicBezTo>
                  <a:cubicBezTo>
                    <a:pt x="848" y="5056"/>
                    <a:pt x="835" y="5096"/>
                    <a:pt x="835" y="5136"/>
                  </a:cubicBezTo>
                  <a:cubicBezTo>
                    <a:pt x="835" y="5202"/>
                    <a:pt x="848" y="5242"/>
                    <a:pt x="901" y="5255"/>
                  </a:cubicBezTo>
                  <a:cubicBezTo>
                    <a:pt x="941" y="5281"/>
                    <a:pt x="980" y="5295"/>
                    <a:pt x="1020" y="5295"/>
                  </a:cubicBezTo>
                  <a:cubicBezTo>
                    <a:pt x="1073" y="5295"/>
                    <a:pt x="1126" y="5281"/>
                    <a:pt x="1166" y="5268"/>
                  </a:cubicBezTo>
                  <a:cubicBezTo>
                    <a:pt x="1218" y="5242"/>
                    <a:pt x="1258" y="5215"/>
                    <a:pt x="1311" y="5176"/>
                  </a:cubicBezTo>
                  <a:cubicBezTo>
                    <a:pt x="1470" y="5043"/>
                    <a:pt x="1642" y="4871"/>
                    <a:pt x="1854" y="4659"/>
                  </a:cubicBezTo>
                  <a:cubicBezTo>
                    <a:pt x="2052" y="4434"/>
                    <a:pt x="2251" y="4143"/>
                    <a:pt x="2449" y="3786"/>
                  </a:cubicBezTo>
                  <a:cubicBezTo>
                    <a:pt x="2529" y="3640"/>
                    <a:pt x="2608" y="3468"/>
                    <a:pt x="2688" y="3283"/>
                  </a:cubicBezTo>
                  <a:cubicBezTo>
                    <a:pt x="2754" y="3111"/>
                    <a:pt x="2820" y="2912"/>
                    <a:pt x="2886" y="2714"/>
                  </a:cubicBezTo>
                  <a:cubicBezTo>
                    <a:pt x="2939" y="2515"/>
                    <a:pt x="2979" y="2304"/>
                    <a:pt x="3018" y="2092"/>
                  </a:cubicBezTo>
                  <a:cubicBezTo>
                    <a:pt x="3058" y="1893"/>
                    <a:pt x="3071" y="1682"/>
                    <a:pt x="3071" y="1470"/>
                  </a:cubicBezTo>
                  <a:cubicBezTo>
                    <a:pt x="3071" y="1337"/>
                    <a:pt x="3045" y="1179"/>
                    <a:pt x="3005" y="1007"/>
                  </a:cubicBezTo>
                  <a:cubicBezTo>
                    <a:pt x="2966" y="834"/>
                    <a:pt x="2899" y="676"/>
                    <a:pt x="2780" y="530"/>
                  </a:cubicBezTo>
                  <a:cubicBezTo>
                    <a:pt x="2674" y="371"/>
                    <a:pt x="2529" y="252"/>
                    <a:pt x="2330" y="159"/>
                  </a:cubicBezTo>
                  <a:cubicBezTo>
                    <a:pt x="2132" y="54"/>
                    <a:pt x="1893" y="1"/>
                    <a:pt x="1589"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 name="Google Shape;155;p8"/>
          <p:cNvSpPr/>
          <p:nvPr/>
        </p:nvSpPr>
        <p:spPr>
          <a:xfrm>
            <a:off x="7985855" y="3316577"/>
            <a:ext cx="84950" cy="18350"/>
          </a:xfrm>
          <a:custGeom>
            <a:rect b="b" l="l" r="r" t="t"/>
            <a:pathLst>
              <a:path extrusionOk="0" h="332" w="1537">
                <a:moveTo>
                  <a:pt x="1" y="1"/>
                </a:moveTo>
                <a:lnTo>
                  <a:pt x="1" y="332"/>
                </a:lnTo>
                <a:lnTo>
                  <a:pt x="1536" y="332"/>
                </a:lnTo>
                <a:lnTo>
                  <a:pt x="15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txBox="1"/>
          <p:nvPr>
            <p:ph type="title"/>
          </p:nvPr>
        </p:nvSpPr>
        <p:spPr>
          <a:xfrm>
            <a:off x="1839850" y="1307100"/>
            <a:ext cx="5464200" cy="2529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7000">
                <a:solidFill>
                  <a:schemeClr val="lt2"/>
                </a:solidFill>
              </a:defRPr>
            </a:lvl1pPr>
            <a:lvl2pPr lvl="1" rtl="0">
              <a:spcBef>
                <a:spcPts val="0"/>
              </a:spcBef>
              <a:spcAft>
                <a:spcPts val="0"/>
              </a:spcAft>
              <a:buClr>
                <a:srgbClr val="FFEC9D"/>
              </a:buClr>
              <a:buSzPts val="4800"/>
              <a:buNone/>
              <a:defRPr sz="4800">
                <a:solidFill>
                  <a:srgbClr val="FFEC9D"/>
                </a:solidFill>
              </a:defRPr>
            </a:lvl2pPr>
            <a:lvl3pPr lvl="2" rtl="0">
              <a:spcBef>
                <a:spcPts val="0"/>
              </a:spcBef>
              <a:spcAft>
                <a:spcPts val="0"/>
              </a:spcAft>
              <a:buClr>
                <a:srgbClr val="FFEC9D"/>
              </a:buClr>
              <a:buSzPts val="4800"/>
              <a:buNone/>
              <a:defRPr sz="4800">
                <a:solidFill>
                  <a:srgbClr val="FFEC9D"/>
                </a:solidFill>
              </a:defRPr>
            </a:lvl3pPr>
            <a:lvl4pPr lvl="3" rtl="0">
              <a:spcBef>
                <a:spcPts val="0"/>
              </a:spcBef>
              <a:spcAft>
                <a:spcPts val="0"/>
              </a:spcAft>
              <a:buClr>
                <a:srgbClr val="FFEC9D"/>
              </a:buClr>
              <a:buSzPts val="4800"/>
              <a:buNone/>
              <a:defRPr sz="4800">
                <a:solidFill>
                  <a:srgbClr val="FFEC9D"/>
                </a:solidFill>
              </a:defRPr>
            </a:lvl4pPr>
            <a:lvl5pPr lvl="4" rtl="0">
              <a:spcBef>
                <a:spcPts val="0"/>
              </a:spcBef>
              <a:spcAft>
                <a:spcPts val="0"/>
              </a:spcAft>
              <a:buClr>
                <a:srgbClr val="FFEC9D"/>
              </a:buClr>
              <a:buSzPts val="4800"/>
              <a:buNone/>
              <a:defRPr sz="4800">
                <a:solidFill>
                  <a:srgbClr val="FFEC9D"/>
                </a:solidFill>
              </a:defRPr>
            </a:lvl5pPr>
            <a:lvl6pPr lvl="5" rtl="0">
              <a:spcBef>
                <a:spcPts val="0"/>
              </a:spcBef>
              <a:spcAft>
                <a:spcPts val="0"/>
              </a:spcAft>
              <a:buClr>
                <a:srgbClr val="FFEC9D"/>
              </a:buClr>
              <a:buSzPts val="4800"/>
              <a:buNone/>
              <a:defRPr sz="4800">
                <a:solidFill>
                  <a:srgbClr val="FFEC9D"/>
                </a:solidFill>
              </a:defRPr>
            </a:lvl6pPr>
            <a:lvl7pPr lvl="6" rtl="0">
              <a:spcBef>
                <a:spcPts val="0"/>
              </a:spcBef>
              <a:spcAft>
                <a:spcPts val="0"/>
              </a:spcAft>
              <a:buClr>
                <a:srgbClr val="FFEC9D"/>
              </a:buClr>
              <a:buSzPts val="4800"/>
              <a:buNone/>
              <a:defRPr sz="4800">
                <a:solidFill>
                  <a:srgbClr val="FFEC9D"/>
                </a:solidFill>
              </a:defRPr>
            </a:lvl7pPr>
            <a:lvl8pPr lvl="7" rtl="0">
              <a:spcBef>
                <a:spcPts val="0"/>
              </a:spcBef>
              <a:spcAft>
                <a:spcPts val="0"/>
              </a:spcAft>
              <a:buClr>
                <a:srgbClr val="FFEC9D"/>
              </a:buClr>
              <a:buSzPts val="4800"/>
              <a:buNone/>
              <a:defRPr sz="4800">
                <a:solidFill>
                  <a:srgbClr val="FFEC9D"/>
                </a:solidFill>
              </a:defRPr>
            </a:lvl8pPr>
            <a:lvl9pPr lvl="8" rtl="0">
              <a:spcBef>
                <a:spcPts val="0"/>
              </a:spcBef>
              <a:spcAft>
                <a:spcPts val="0"/>
              </a:spcAft>
              <a:buClr>
                <a:srgbClr val="FFEC9D"/>
              </a:buClr>
              <a:buSzPts val="4800"/>
              <a:buNone/>
              <a:defRPr sz="4800">
                <a:solidFill>
                  <a:srgbClr val="FFEC9D"/>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7" name="Shape 157"/>
        <p:cNvGrpSpPr/>
        <p:nvPr/>
      </p:nvGrpSpPr>
      <p:grpSpPr>
        <a:xfrm>
          <a:off x="0" y="0"/>
          <a:ext cx="0" cy="0"/>
          <a:chOff x="0" y="0"/>
          <a:chExt cx="0" cy="0"/>
        </a:xfrm>
      </p:grpSpPr>
      <p:sp>
        <p:nvSpPr>
          <p:cNvPr id="158" name="Google Shape;158;p9"/>
          <p:cNvSpPr txBox="1"/>
          <p:nvPr>
            <p:ph idx="1" type="subTitle"/>
          </p:nvPr>
        </p:nvSpPr>
        <p:spPr>
          <a:xfrm>
            <a:off x="4707375" y="2448600"/>
            <a:ext cx="2907600" cy="130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600">
                <a:latin typeface="Mukta Light"/>
                <a:ea typeface="Mukta Light"/>
                <a:cs typeface="Mukta Light"/>
                <a:sym typeface="Mukta Light"/>
              </a:defRPr>
            </a:lvl1pPr>
            <a:lvl2pPr lvl="1" rtl="0" algn="ctr">
              <a:lnSpc>
                <a:spcPct val="100000"/>
              </a:lnSpc>
              <a:spcBef>
                <a:spcPts val="10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59" name="Google Shape;159;p9"/>
          <p:cNvGrpSpPr/>
          <p:nvPr/>
        </p:nvGrpSpPr>
        <p:grpSpPr>
          <a:xfrm>
            <a:off x="7632755" y="4325739"/>
            <a:ext cx="1357006" cy="707493"/>
            <a:chOff x="1787352" y="2530363"/>
            <a:chExt cx="1540651" cy="803239"/>
          </a:xfrm>
        </p:grpSpPr>
        <p:sp>
          <p:nvSpPr>
            <p:cNvPr id="160" name="Google Shape;160;p9"/>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 name="Google Shape;166;p9"/>
          <p:cNvSpPr txBox="1"/>
          <p:nvPr>
            <p:ph type="title"/>
          </p:nvPr>
        </p:nvSpPr>
        <p:spPr>
          <a:xfrm>
            <a:off x="4707375" y="1498625"/>
            <a:ext cx="3711300" cy="7599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43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7" name="Shape 167"/>
        <p:cNvGrpSpPr/>
        <p:nvPr/>
      </p:nvGrpSpPr>
      <p:grpSpPr>
        <a:xfrm>
          <a:off x="0" y="0"/>
          <a:ext cx="0" cy="0"/>
          <a:chOff x="0" y="0"/>
          <a:chExt cx="0" cy="0"/>
        </a:xfrm>
      </p:grpSpPr>
      <p:sp>
        <p:nvSpPr>
          <p:cNvPr id="168" name="Google Shape;168;p10"/>
          <p:cNvSpPr txBox="1"/>
          <p:nvPr>
            <p:ph type="title"/>
          </p:nvPr>
        </p:nvSpPr>
        <p:spPr>
          <a:xfrm>
            <a:off x="5549475" y="1238300"/>
            <a:ext cx="2607900" cy="267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4000"/>
            </a:lvl1pPr>
            <a:lvl2pPr lvl="1" rtl="0">
              <a:spcBef>
                <a:spcPts val="0"/>
              </a:spcBef>
              <a:spcAft>
                <a:spcPts val="0"/>
              </a:spcAft>
              <a:buClr>
                <a:srgbClr val="FFEC9D"/>
              </a:buClr>
              <a:buSzPts val="2800"/>
              <a:buNone/>
              <a:defRPr>
                <a:solidFill>
                  <a:srgbClr val="FFEC9D"/>
                </a:solidFill>
              </a:defRPr>
            </a:lvl2pPr>
            <a:lvl3pPr lvl="2" rtl="0">
              <a:spcBef>
                <a:spcPts val="0"/>
              </a:spcBef>
              <a:spcAft>
                <a:spcPts val="0"/>
              </a:spcAft>
              <a:buClr>
                <a:srgbClr val="FFEC9D"/>
              </a:buClr>
              <a:buSzPts val="2800"/>
              <a:buNone/>
              <a:defRPr>
                <a:solidFill>
                  <a:srgbClr val="FFEC9D"/>
                </a:solidFill>
              </a:defRPr>
            </a:lvl3pPr>
            <a:lvl4pPr lvl="3" rtl="0">
              <a:spcBef>
                <a:spcPts val="0"/>
              </a:spcBef>
              <a:spcAft>
                <a:spcPts val="0"/>
              </a:spcAft>
              <a:buClr>
                <a:srgbClr val="FFEC9D"/>
              </a:buClr>
              <a:buSzPts val="2800"/>
              <a:buNone/>
              <a:defRPr>
                <a:solidFill>
                  <a:srgbClr val="FFEC9D"/>
                </a:solidFill>
              </a:defRPr>
            </a:lvl4pPr>
            <a:lvl5pPr lvl="4" rtl="0">
              <a:spcBef>
                <a:spcPts val="0"/>
              </a:spcBef>
              <a:spcAft>
                <a:spcPts val="0"/>
              </a:spcAft>
              <a:buClr>
                <a:srgbClr val="FFEC9D"/>
              </a:buClr>
              <a:buSzPts val="2800"/>
              <a:buNone/>
              <a:defRPr>
                <a:solidFill>
                  <a:srgbClr val="FFEC9D"/>
                </a:solidFill>
              </a:defRPr>
            </a:lvl5pPr>
            <a:lvl6pPr lvl="5" rtl="0">
              <a:spcBef>
                <a:spcPts val="0"/>
              </a:spcBef>
              <a:spcAft>
                <a:spcPts val="0"/>
              </a:spcAft>
              <a:buClr>
                <a:srgbClr val="FFEC9D"/>
              </a:buClr>
              <a:buSzPts val="2800"/>
              <a:buNone/>
              <a:defRPr>
                <a:solidFill>
                  <a:srgbClr val="FFEC9D"/>
                </a:solidFill>
              </a:defRPr>
            </a:lvl6pPr>
            <a:lvl7pPr lvl="6" rtl="0">
              <a:spcBef>
                <a:spcPts val="0"/>
              </a:spcBef>
              <a:spcAft>
                <a:spcPts val="0"/>
              </a:spcAft>
              <a:buClr>
                <a:srgbClr val="FFEC9D"/>
              </a:buClr>
              <a:buSzPts val="2800"/>
              <a:buNone/>
              <a:defRPr>
                <a:solidFill>
                  <a:srgbClr val="FFEC9D"/>
                </a:solidFill>
              </a:defRPr>
            </a:lvl7pPr>
            <a:lvl8pPr lvl="7" rtl="0">
              <a:spcBef>
                <a:spcPts val="0"/>
              </a:spcBef>
              <a:spcAft>
                <a:spcPts val="0"/>
              </a:spcAft>
              <a:buClr>
                <a:srgbClr val="FFEC9D"/>
              </a:buClr>
              <a:buSzPts val="2800"/>
              <a:buNone/>
              <a:defRPr>
                <a:solidFill>
                  <a:srgbClr val="FFEC9D"/>
                </a:solidFill>
              </a:defRPr>
            </a:lvl8pPr>
            <a:lvl9pPr lvl="8" rtl="0">
              <a:spcBef>
                <a:spcPts val="0"/>
              </a:spcBef>
              <a:spcAft>
                <a:spcPts val="0"/>
              </a:spcAft>
              <a:buClr>
                <a:srgbClr val="FFEC9D"/>
              </a:buClr>
              <a:buSzPts val="2800"/>
              <a:buNone/>
              <a:defRPr>
                <a:solidFill>
                  <a:srgbClr val="FFEC9D"/>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9" name="Shape 169"/>
        <p:cNvGrpSpPr/>
        <p:nvPr/>
      </p:nvGrpSpPr>
      <p:grpSpPr>
        <a:xfrm>
          <a:off x="0" y="0"/>
          <a:ext cx="0" cy="0"/>
          <a:chOff x="0" y="0"/>
          <a:chExt cx="0" cy="0"/>
        </a:xfrm>
      </p:grpSpPr>
      <p:sp>
        <p:nvSpPr>
          <p:cNvPr id="170" name="Google Shape;170;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000">
                <a:solidFill>
                  <a:schemeClr val="lt2"/>
                </a:solidFill>
              </a:defRPr>
            </a:lvl1pPr>
            <a:lvl2pPr lvl="1" rtl="0" algn="ctr">
              <a:spcBef>
                <a:spcPts val="0"/>
              </a:spcBef>
              <a:spcAft>
                <a:spcPts val="0"/>
              </a:spcAft>
              <a:buClr>
                <a:schemeClr val="dk2"/>
              </a:buClr>
              <a:buSzPts val="9600"/>
              <a:buNone/>
              <a:defRPr sz="9600">
                <a:solidFill>
                  <a:schemeClr val="dk2"/>
                </a:solidFill>
              </a:defRPr>
            </a:lvl2pPr>
            <a:lvl3pPr lvl="2" rtl="0" algn="ctr">
              <a:spcBef>
                <a:spcPts val="0"/>
              </a:spcBef>
              <a:spcAft>
                <a:spcPts val="0"/>
              </a:spcAft>
              <a:buClr>
                <a:schemeClr val="dk2"/>
              </a:buClr>
              <a:buSzPts val="9600"/>
              <a:buNone/>
              <a:defRPr sz="9600">
                <a:solidFill>
                  <a:schemeClr val="dk2"/>
                </a:solidFill>
              </a:defRPr>
            </a:lvl3pPr>
            <a:lvl4pPr lvl="3" rtl="0" algn="ctr">
              <a:spcBef>
                <a:spcPts val="0"/>
              </a:spcBef>
              <a:spcAft>
                <a:spcPts val="0"/>
              </a:spcAft>
              <a:buClr>
                <a:schemeClr val="dk2"/>
              </a:buClr>
              <a:buSzPts val="9600"/>
              <a:buNone/>
              <a:defRPr sz="9600">
                <a:solidFill>
                  <a:schemeClr val="dk2"/>
                </a:solidFill>
              </a:defRPr>
            </a:lvl4pPr>
            <a:lvl5pPr lvl="4" rtl="0" algn="ctr">
              <a:spcBef>
                <a:spcPts val="0"/>
              </a:spcBef>
              <a:spcAft>
                <a:spcPts val="0"/>
              </a:spcAft>
              <a:buClr>
                <a:schemeClr val="dk2"/>
              </a:buClr>
              <a:buSzPts val="9600"/>
              <a:buNone/>
              <a:defRPr sz="9600">
                <a:solidFill>
                  <a:schemeClr val="dk2"/>
                </a:solidFill>
              </a:defRPr>
            </a:lvl5pPr>
            <a:lvl6pPr lvl="5" rtl="0" algn="ctr">
              <a:spcBef>
                <a:spcPts val="0"/>
              </a:spcBef>
              <a:spcAft>
                <a:spcPts val="0"/>
              </a:spcAft>
              <a:buClr>
                <a:schemeClr val="dk2"/>
              </a:buClr>
              <a:buSzPts val="9600"/>
              <a:buNone/>
              <a:defRPr sz="9600">
                <a:solidFill>
                  <a:schemeClr val="dk2"/>
                </a:solidFill>
              </a:defRPr>
            </a:lvl6pPr>
            <a:lvl7pPr lvl="6" rtl="0" algn="ctr">
              <a:spcBef>
                <a:spcPts val="0"/>
              </a:spcBef>
              <a:spcAft>
                <a:spcPts val="0"/>
              </a:spcAft>
              <a:buClr>
                <a:schemeClr val="dk2"/>
              </a:buClr>
              <a:buSzPts val="9600"/>
              <a:buNone/>
              <a:defRPr sz="9600">
                <a:solidFill>
                  <a:schemeClr val="dk2"/>
                </a:solidFill>
              </a:defRPr>
            </a:lvl7pPr>
            <a:lvl8pPr lvl="7" rtl="0" algn="ctr">
              <a:spcBef>
                <a:spcPts val="0"/>
              </a:spcBef>
              <a:spcAft>
                <a:spcPts val="0"/>
              </a:spcAft>
              <a:buClr>
                <a:schemeClr val="dk2"/>
              </a:buClr>
              <a:buSzPts val="9600"/>
              <a:buNone/>
              <a:defRPr sz="9600">
                <a:solidFill>
                  <a:schemeClr val="dk2"/>
                </a:solidFill>
              </a:defRPr>
            </a:lvl8pPr>
            <a:lvl9pPr lvl="8" rtl="0" algn="ctr">
              <a:spcBef>
                <a:spcPts val="0"/>
              </a:spcBef>
              <a:spcAft>
                <a:spcPts val="0"/>
              </a:spcAft>
              <a:buClr>
                <a:schemeClr val="dk2"/>
              </a:buClr>
              <a:buSzPts val="9600"/>
              <a:buNone/>
              <a:defRPr sz="9600">
                <a:solidFill>
                  <a:schemeClr val="dk2"/>
                </a:solidFill>
              </a:defRPr>
            </a:lvl9pPr>
          </a:lstStyle>
          <a:p>
            <a:r>
              <a:t>xx%</a:t>
            </a:r>
          </a:p>
        </p:txBody>
      </p:sp>
      <p:sp>
        <p:nvSpPr>
          <p:cNvPr id="171" name="Google Shape;171;p11"/>
          <p:cNvSpPr txBox="1"/>
          <p:nvPr>
            <p:ph idx="1" type="subTitle"/>
          </p:nvPr>
        </p:nvSpPr>
        <p:spPr>
          <a:xfrm>
            <a:off x="3135900" y="3069625"/>
            <a:ext cx="28722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latin typeface="Mukta Light"/>
                <a:ea typeface="Mukta Light"/>
                <a:cs typeface="Mukta Light"/>
                <a:sym typeface="Mukta Light"/>
              </a:defRPr>
            </a:lvl1pPr>
            <a:lvl2pPr lvl="1" rtl="0" algn="ctr">
              <a:lnSpc>
                <a:spcPct val="100000"/>
              </a:lnSpc>
              <a:spcBef>
                <a:spcPts val="160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172" name="Google Shape;172;p11"/>
          <p:cNvGrpSpPr/>
          <p:nvPr/>
        </p:nvGrpSpPr>
        <p:grpSpPr>
          <a:xfrm>
            <a:off x="1197377" y="4163777"/>
            <a:ext cx="675314" cy="304797"/>
            <a:chOff x="4763863" y="259761"/>
            <a:chExt cx="766705" cy="346045"/>
          </a:xfrm>
        </p:grpSpPr>
        <p:sp>
          <p:nvSpPr>
            <p:cNvPr id="173" name="Google Shape;173;p11"/>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1"/>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 name="Google Shape;177;p11"/>
          <p:cNvGrpSpPr/>
          <p:nvPr/>
        </p:nvGrpSpPr>
        <p:grpSpPr>
          <a:xfrm>
            <a:off x="1174529" y="741120"/>
            <a:ext cx="721026" cy="252610"/>
            <a:chOff x="2109963" y="768908"/>
            <a:chExt cx="818604" cy="286796"/>
          </a:xfrm>
        </p:grpSpPr>
        <p:sp>
          <p:nvSpPr>
            <p:cNvPr id="178" name="Google Shape;178;p11"/>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11"/>
          <p:cNvGrpSpPr/>
          <p:nvPr/>
        </p:nvGrpSpPr>
        <p:grpSpPr>
          <a:xfrm>
            <a:off x="579149" y="2344267"/>
            <a:ext cx="595379" cy="434972"/>
            <a:chOff x="570141" y="1610117"/>
            <a:chExt cx="675952" cy="493837"/>
          </a:xfrm>
        </p:grpSpPr>
        <p:sp>
          <p:nvSpPr>
            <p:cNvPr id="184" name="Google Shape;184;p11"/>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 name="Google Shape;187;p11"/>
          <p:cNvGrpSpPr/>
          <p:nvPr/>
        </p:nvGrpSpPr>
        <p:grpSpPr>
          <a:xfrm>
            <a:off x="7578957" y="753109"/>
            <a:ext cx="1205251" cy="628374"/>
            <a:chOff x="1787352" y="2530363"/>
            <a:chExt cx="1540651" cy="803239"/>
          </a:xfrm>
        </p:grpSpPr>
        <p:sp>
          <p:nvSpPr>
            <p:cNvPr id="188" name="Google Shape;188;p11"/>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 name="Google Shape;194;p11"/>
          <p:cNvSpPr/>
          <p:nvPr/>
        </p:nvSpPr>
        <p:spPr>
          <a:xfrm>
            <a:off x="6832818" y="329108"/>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 name="Google Shape;195;p11"/>
          <p:cNvGrpSpPr/>
          <p:nvPr/>
        </p:nvGrpSpPr>
        <p:grpSpPr>
          <a:xfrm>
            <a:off x="8031856" y="2129313"/>
            <a:ext cx="563833" cy="258403"/>
            <a:chOff x="6301529" y="2700815"/>
            <a:chExt cx="640137" cy="293373"/>
          </a:xfrm>
        </p:grpSpPr>
        <p:sp>
          <p:nvSpPr>
            <p:cNvPr id="196" name="Google Shape;196;p11"/>
            <p:cNvSpPr/>
            <p:nvPr/>
          </p:nvSpPr>
          <p:spPr>
            <a:xfrm>
              <a:off x="6301529" y="2703026"/>
              <a:ext cx="188802" cy="281656"/>
            </a:xfrm>
            <a:custGeom>
              <a:rect b="b" l="l" r="r" t="t"/>
              <a:pathLst>
                <a:path extrusionOk="0" h="5096" w="3416">
                  <a:moveTo>
                    <a:pt x="2528" y="609"/>
                  </a:moveTo>
                  <a:lnTo>
                    <a:pt x="2356" y="3177"/>
                  </a:lnTo>
                  <a:cubicBezTo>
                    <a:pt x="2211" y="3190"/>
                    <a:pt x="2039" y="3203"/>
                    <a:pt x="1853" y="3216"/>
                  </a:cubicBezTo>
                  <a:cubicBezTo>
                    <a:pt x="1668" y="3216"/>
                    <a:pt x="1496" y="3229"/>
                    <a:pt x="1324" y="3243"/>
                  </a:cubicBezTo>
                  <a:cubicBezTo>
                    <a:pt x="1165" y="3243"/>
                    <a:pt x="1020" y="3243"/>
                    <a:pt x="901" y="3256"/>
                  </a:cubicBezTo>
                  <a:lnTo>
                    <a:pt x="702" y="3256"/>
                  </a:lnTo>
                  <a:cubicBezTo>
                    <a:pt x="662" y="3256"/>
                    <a:pt x="636" y="3256"/>
                    <a:pt x="623" y="3243"/>
                  </a:cubicBezTo>
                  <a:cubicBezTo>
                    <a:pt x="623" y="3229"/>
                    <a:pt x="623" y="3216"/>
                    <a:pt x="623" y="3203"/>
                  </a:cubicBezTo>
                  <a:cubicBezTo>
                    <a:pt x="623" y="3177"/>
                    <a:pt x="623" y="3163"/>
                    <a:pt x="649" y="3137"/>
                  </a:cubicBezTo>
                  <a:cubicBezTo>
                    <a:pt x="676" y="3110"/>
                    <a:pt x="689" y="3097"/>
                    <a:pt x="689" y="3084"/>
                  </a:cubicBezTo>
                  <a:lnTo>
                    <a:pt x="2528" y="609"/>
                  </a:lnTo>
                  <a:close/>
                  <a:moveTo>
                    <a:pt x="2714" y="0"/>
                  </a:moveTo>
                  <a:cubicBezTo>
                    <a:pt x="2648" y="0"/>
                    <a:pt x="2581" y="27"/>
                    <a:pt x="2515" y="66"/>
                  </a:cubicBezTo>
                  <a:cubicBezTo>
                    <a:pt x="2462" y="119"/>
                    <a:pt x="2423" y="146"/>
                    <a:pt x="2409" y="172"/>
                  </a:cubicBezTo>
                  <a:cubicBezTo>
                    <a:pt x="2264" y="357"/>
                    <a:pt x="2131" y="530"/>
                    <a:pt x="2012" y="688"/>
                  </a:cubicBezTo>
                  <a:cubicBezTo>
                    <a:pt x="1893" y="834"/>
                    <a:pt x="1774" y="980"/>
                    <a:pt x="1668" y="1125"/>
                  </a:cubicBezTo>
                  <a:lnTo>
                    <a:pt x="1351" y="1562"/>
                  </a:lnTo>
                  <a:cubicBezTo>
                    <a:pt x="1245" y="1707"/>
                    <a:pt x="1126" y="1866"/>
                    <a:pt x="993" y="2038"/>
                  </a:cubicBezTo>
                  <a:cubicBezTo>
                    <a:pt x="874" y="2197"/>
                    <a:pt x="728" y="2396"/>
                    <a:pt x="583" y="2594"/>
                  </a:cubicBezTo>
                  <a:cubicBezTo>
                    <a:pt x="437" y="2806"/>
                    <a:pt x="265" y="3031"/>
                    <a:pt x="67" y="3296"/>
                  </a:cubicBezTo>
                  <a:cubicBezTo>
                    <a:pt x="40" y="3335"/>
                    <a:pt x="27" y="3362"/>
                    <a:pt x="14" y="3388"/>
                  </a:cubicBezTo>
                  <a:cubicBezTo>
                    <a:pt x="1" y="3415"/>
                    <a:pt x="1" y="3441"/>
                    <a:pt x="1" y="3468"/>
                  </a:cubicBezTo>
                  <a:cubicBezTo>
                    <a:pt x="1" y="3521"/>
                    <a:pt x="27" y="3574"/>
                    <a:pt x="80" y="3600"/>
                  </a:cubicBezTo>
                  <a:cubicBezTo>
                    <a:pt x="133" y="3640"/>
                    <a:pt x="186" y="3653"/>
                    <a:pt x="265" y="3653"/>
                  </a:cubicBezTo>
                  <a:cubicBezTo>
                    <a:pt x="345" y="3653"/>
                    <a:pt x="570" y="3640"/>
                    <a:pt x="901" y="3627"/>
                  </a:cubicBezTo>
                  <a:cubicBezTo>
                    <a:pt x="1231" y="3613"/>
                    <a:pt x="1721" y="3600"/>
                    <a:pt x="2343" y="3587"/>
                  </a:cubicBezTo>
                  <a:lnTo>
                    <a:pt x="2343" y="3587"/>
                  </a:lnTo>
                  <a:lnTo>
                    <a:pt x="2290" y="4540"/>
                  </a:lnTo>
                  <a:cubicBezTo>
                    <a:pt x="2290" y="4632"/>
                    <a:pt x="2264" y="4685"/>
                    <a:pt x="2211" y="4725"/>
                  </a:cubicBezTo>
                  <a:cubicBezTo>
                    <a:pt x="2158" y="4752"/>
                    <a:pt x="2078" y="4778"/>
                    <a:pt x="1986" y="4778"/>
                  </a:cubicBezTo>
                  <a:cubicBezTo>
                    <a:pt x="1973" y="4778"/>
                    <a:pt x="1946" y="4778"/>
                    <a:pt x="1893" y="4791"/>
                  </a:cubicBezTo>
                  <a:cubicBezTo>
                    <a:pt x="1853" y="4791"/>
                    <a:pt x="1801" y="4791"/>
                    <a:pt x="1748" y="4804"/>
                  </a:cubicBezTo>
                  <a:cubicBezTo>
                    <a:pt x="1695" y="4804"/>
                    <a:pt x="1642" y="4804"/>
                    <a:pt x="1576" y="4818"/>
                  </a:cubicBezTo>
                  <a:lnTo>
                    <a:pt x="1430" y="4818"/>
                  </a:lnTo>
                  <a:cubicBezTo>
                    <a:pt x="1390" y="4818"/>
                    <a:pt x="1351" y="4831"/>
                    <a:pt x="1311" y="4844"/>
                  </a:cubicBezTo>
                  <a:cubicBezTo>
                    <a:pt x="1271" y="4857"/>
                    <a:pt x="1245" y="4897"/>
                    <a:pt x="1245" y="4950"/>
                  </a:cubicBezTo>
                  <a:cubicBezTo>
                    <a:pt x="1245" y="5003"/>
                    <a:pt x="1271" y="5056"/>
                    <a:pt x="1324" y="5069"/>
                  </a:cubicBezTo>
                  <a:cubicBezTo>
                    <a:pt x="1377" y="5082"/>
                    <a:pt x="1417" y="5096"/>
                    <a:pt x="1456" y="5096"/>
                  </a:cubicBezTo>
                  <a:lnTo>
                    <a:pt x="2965" y="5096"/>
                  </a:lnTo>
                  <a:cubicBezTo>
                    <a:pt x="3045" y="5096"/>
                    <a:pt x="3111" y="5082"/>
                    <a:pt x="3164" y="5069"/>
                  </a:cubicBezTo>
                  <a:cubicBezTo>
                    <a:pt x="3217" y="5043"/>
                    <a:pt x="3230" y="5003"/>
                    <a:pt x="3230" y="4937"/>
                  </a:cubicBezTo>
                  <a:cubicBezTo>
                    <a:pt x="3230" y="4884"/>
                    <a:pt x="3217" y="4844"/>
                    <a:pt x="3164" y="4818"/>
                  </a:cubicBezTo>
                  <a:cubicBezTo>
                    <a:pt x="3124" y="4804"/>
                    <a:pt x="3058" y="4791"/>
                    <a:pt x="2965" y="4791"/>
                  </a:cubicBezTo>
                  <a:cubicBezTo>
                    <a:pt x="2912" y="4791"/>
                    <a:pt x="2859" y="4791"/>
                    <a:pt x="2793" y="4778"/>
                  </a:cubicBezTo>
                  <a:cubicBezTo>
                    <a:pt x="2740" y="4778"/>
                    <a:pt x="2714" y="4738"/>
                    <a:pt x="2714" y="4699"/>
                  </a:cubicBezTo>
                  <a:cubicBezTo>
                    <a:pt x="2714" y="4672"/>
                    <a:pt x="2714" y="4619"/>
                    <a:pt x="2714" y="4527"/>
                  </a:cubicBezTo>
                  <a:cubicBezTo>
                    <a:pt x="2727" y="4447"/>
                    <a:pt x="2727" y="4341"/>
                    <a:pt x="2727" y="4235"/>
                  </a:cubicBezTo>
                  <a:cubicBezTo>
                    <a:pt x="2740" y="4129"/>
                    <a:pt x="2740" y="4010"/>
                    <a:pt x="2753" y="3904"/>
                  </a:cubicBezTo>
                  <a:cubicBezTo>
                    <a:pt x="2753" y="3785"/>
                    <a:pt x="2767" y="3679"/>
                    <a:pt x="2767" y="3587"/>
                  </a:cubicBezTo>
                  <a:lnTo>
                    <a:pt x="3230" y="3587"/>
                  </a:lnTo>
                  <a:cubicBezTo>
                    <a:pt x="3256" y="3587"/>
                    <a:pt x="3296" y="3574"/>
                    <a:pt x="3336" y="3547"/>
                  </a:cubicBezTo>
                  <a:cubicBezTo>
                    <a:pt x="3389" y="3534"/>
                    <a:pt x="3415" y="3481"/>
                    <a:pt x="3415" y="3415"/>
                  </a:cubicBezTo>
                  <a:cubicBezTo>
                    <a:pt x="3415" y="3349"/>
                    <a:pt x="3389" y="3296"/>
                    <a:pt x="3349" y="3269"/>
                  </a:cubicBezTo>
                  <a:cubicBezTo>
                    <a:pt x="3309" y="3229"/>
                    <a:pt x="3256" y="3216"/>
                    <a:pt x="3190" y="3203"/>
                  </a:cubicBezTo>
                  <a:lnTo>
                    <a:pt x="2793" y="3177"/>
                  </a:lnTo>
                  <a:cubicBezTo>
                    <a:pt x="2793" y="3031"/>
                    <a:pt x="2793" y="2846"/>
                    <a:pt x="2806" y="2647"/>
                  </a:cubicBezTo>
                  <a:cubicBezTo>
                    <a:pt x="2806" y="2435"/>
                    <a:pt x="2820" y="2224"/>
                    <a:pt x="2833" y="1999"/>
                  </a:cubicBezTo>
                  <a:cubicBezTo>
                    <a:pt x="2846" y="1774"/>
                    <a:pt x="2859" y="1549"/>
                    <a:pt x="2873" y="1337"/>
                  </a:cubicBezTo>
                  <a:cubicBezTo>
                    <a:pt x="2899" y="1112"/>
                    <a:pt x="2912" y="927"/>
                    <a:pt x="2926" y="755"/>
                  </a:cubicBezTo>
                  <a:cubicBezTo>
                    <a:pt x="2939" y="569"/>
                    <a:pt x="2952" y="424"/>
                    <a:pt x="2952" y="318"/>
                  </a:cubicBezTo>
                  <a:cubicBezTo>
                    <a:pt x="2965" y="199"/>
                    <a:pt x="2965" y="146"/>
                    <a:pt x="2965" y="132"/>
                  </a:cubicBezTo>
                  <a:cubicBezTo>
                    <a:pt x="2965" y="93"/>
                    <a:pt x="2952" y="53"/>
                    <a:pt x="2899" y="40"/>
                  </a:cubicBezTo>
                  <a:cubicBezTo>
                    <a:pt x="2846" y="13"/>
                    <a:pt x="2780" y="0"/>
                    <a:pt x="27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a:off x="6504149" y="2700815"/>
              <a:ext cx="177804" cy="287515"/>
            </a:xfrm>
            <a:custGeom>
              <a:rect b="b" l="l" r="r" t="t"/>
              <a:pathLst>
                <a:path extrusionOk="0" h="5202" w="3217">
                  <a:moveTo>
                    <a:pt x="1668" y="0"/>
                  </a:moveTo>
                  <a:cubicBezTo>
                    <a:pt x="1417" y="0"/>
                    <a:pt x="1192" y="53"/>
                    <a:pt x="1007" y="159"/>
                  </a:cubicBezTo>
                  <a:cubicBezTo>
                    <a:pt x="808" y="265"/>
                    <a:pt x="649" y="384"/>
                    <a:pt x="517" y="530"/>
                  </a:cubicBezTo>
                  <a:cubicBezTo>
                    <a:pt x="385" y="662"/>
                    <a:pt x="279" y="808"/>
                    <a:pt x="212" y="967"/>
                  </a:cubicBezTo>
                  <a:cubicBezTo>
                    <a:pt x="146" y="1112"/>
                    <a:pt x="120" y="1231"/>
                    <a:pt x="120" y="1337"/>
                  </a:cubicBezTo>
                  <a:cubicBezTo>
                    <a:pt x="120" y="1350"/>
                    <a:pt x="120" y="1377"/>
                    <a:pt x="120" y="1417"/>
                  </a:cubicBezTo>
                  <a:cubicBezTo>
                    <a:pt x="120" y="1456"/>
                    <a:pt x="133" y="1509"/>
                    <a:pt x="146" y="1549"/>
                  </a:cubicBezTo>
                  <a:cubicBezTo>
                    <a:pt x="173" y="1589"/>
                    <a:pt x="199" y="1628"/>
                    <a:pt x="239" y="1655"/>
                  </a:cubicBezTo>
                  <a:cubicBezTo>
                    <a:pt x="279" y="1695"/>
                    <a:pt x="332" y="1708"/>
                    <a:pt x="398" y="1708"/>
                  </a:cubicBezTo>
                  <a:cubicBezTo>
                    <a:pt x="504" y="1708"/>
                    <a:pt x="583" y="1681"/>
                    <a:pt x="649" y="1628"/>
                  </a:cubicBezTo>
                  <a:cubicBezTo>
                    <a:pt x="715" y="1575"/>
                    <a:pt x="742" y="1509"/>
                    <a:pt x="742" y="1417"/>
                  </a:cubicBezTo>
                  <a:cubicBezTo>
                    <a:pt x="742" y="1377"/>
                    <a:pt x="729" y="1350"/>
                    <a:pt x="715" y="1324"/>
                  </a:cubicBezTo>
                  <a:cubicBezTo>
                    <a:pt x="702" y="1297"/>
                    <a:pt x="689" y="1271"/>
                    <a:pt x="662" y="1258"/>
                  </a:cubicBezTo>
                  <a:lnTo>
                    <a:pt x="623" y="1192"/>
                  </a:lnTo>
                  <a:cubicBezTo>
                    <a:pt x="610" y="1165"/>
                    <a:pt x="596" y="1139"/>
                    <a:pt x="596" y="1112"/>
                  </a:cubicBezTo>
                  <a:cubicBezTo>
                    <a:pt x="596" y="1072"/>
                    <a:pt x="623" y="1020"/>
                    <a:pt x="662" y="940"/>
                  </a:cubicBezTo>
                  <a:cubicBezTo>
                    <a:pt x="715" y="861"/>
                    <a:pt x="782" y="781"/>
                    <a:pt x="874" y="702"/>
                  </a:cubicBezTo>
                  <a:cubicBezTo>
                    <a:pt x="954" y="609"/>
                    <a:pt x="1060" y="543"/>
                    <a:pt x="1192" y="477"/>
                  </a:cubicBezTo>
                  <a:cubicBezTo>
                    <a:pt x="1311" y="411"/>
                    <a:pt x="1457" y="384"/>
                    <a:pt x="1602" y="384"/>
                  </a:cubicBezTo>
                  <a:cubicBezTo>
                    <a:pt x="1774" y="384"/>
                    <a:pt x="1907" y="411"/>
                    <a:pt x="2012" y="464"/>
                  </a:cubicBezTo>
                  <a:cubicBezTo>
                    <a:pt x="2132" y="517"/>
                    <a:pt x="2224" y="596"/>
                    <a:pt x="2290" y="675"/>
                  </a:cubicBezTo>
                  <a:cubicBezTo>
                    <a:pt x="2357" y="768"/>
                    <a:pt x="2410" y="861"/>
                    <a:pt x="2436" y="967"/>
                  </a:cubicBezTo>
                  <a:cubicBezTo>
                    <a:pt x="2462" y="1059"/>
                    <a:pt x="2489" y="1165"/>
                    <a:pt x="2489" y="1258"/>
                  </a:cubicBezTo>
                  <a:cubicBezTo>
                    <a:pt x="2489" y="1470"/>
                    <a:pt x="2449" y="1681"/>
                    <a:pt x="2370" y="1906"/>
                  </a:cubicBezTo>
                  <a:cubicBezTo>
                    <a:pt x="2290" y="2131"/>
                    <a:pt x="2198" y="2370"/>
                    <a:pt x="2065" y="2595"/>
                  </a:cubicBezTo>
                  <a:cubicBezTo>
                    <a:pt x="1946" y="2833"/>
                    <a:pt x="1801" y="3058"/>
                    <a:pt x="1629" y="3296"/>
                  </a:cubicBezTo>
                  <a:cubicBezTo>
                    <a:pt x="1470" y="3521"/>
                    <a:pt x="1298" y="3733"/>
                    <a:pt x="1126" y="3931"/>
                  </a:cubicBezTo>
                  <a:cubicBezTo>
                    <a:pt x="954" y="4130"/>
                    <a:pt x="782" y="4315"/>
                    <a:pt x="610" y="4487"/>
                  </a:cubicBezTo>
                  <a:cubicBezTo>
                    <a:pt x="437" y="4646"/>
                    <a:pt x="279" y="4778"/>
                    <a:pt x="133" y="4884"/>
                  </a:cubicBezTo>
                  <a:cubicBezTo>
                    <a:pt x="93" y="4924"/>
                    <a:pt x="67" y="4950"/>
                    <a:pt x="40" y="4964"/>
                  </a:cubicBezTo>
                  <a:cubicBezTo>
                    <a:pt x="14" y="4990"/>
                    <a:pt x="1" y="5017"/>
                    <a:pt x="1" y="5043"/>
                  </a:cubicBezTo>
                  <a:cubicBezTo>
                    <a:pt x="1" y="5083"/>
                    <a:pt x="14" y="5109"/>
                    <a:pt x="40" y="5149"/>
                  </a:cubicBezTo>
                  <a:cubicBezTo>
                    <a:pt x="67" y="5189"/>
                    <a:pt x="120" y="5202"/>
                    <a:pt x="186" y="5202"/>
                  </a:cubicBezTo>
                  <a:cubicBezTo>
                    <a:pt x="239" y="5202"/>
                    <a:pt x="292" y="5189"/>
                    <a:pt x="345" y="5175"/>
                  </a:cubicBezTo>
                  <a:cubicBezTo>
                    <a:pt x="385" y="5162"/>
                    <a:pt x="424" y="5136"/>
                    <a:pt x="437" y="5122"/>
                  </a:cubicBezTo>
                  <a:lnTo>
                    <a:pt x="1510" y="5122"/>
                  </a:lnTo>
                  <a:cubicBezTo>
                    <a:pt x="1642" y="5122"/>
                    <a:pt x="1774" y="5122"/>
                    <a:pt x="1893" y="5136"/>
                  </a:cubicBezTo>
                  <a:lnTo>
                    <a:pt x="2674" y="5136"/>
                  </a:lnTo>
                  <a:cubicBezTo>
                    <a:pt x="2701" y="5136"/>
                    <a:pt x="2727" y="5122"/>
                    <a:pt x="2767" y="5109"/>
                  </a:cubicBezTo>
                  <a:cubicBezTo>
                    <a:pt x="2807" y="5083"/>
                    <a:pt x="2833" y="5043"/>
                    <a:pt x="2873" y="5003"/>
                  </a:cubicBezTo>
                  <a:cubicBezTo>
                    <a:pt x="2979" y="4805"/>
                    <a:pt x="3058" y="4659"/>
                    <a:pt x="3124" y="4567"/>
                  </a:cubicBezTo>
                  <a:cubicBezTo>
                    <a:pt x="3177" y="4461"/>
                    <a:pt x="3217" y="4394"/>
                    <a:pt x="3217" y="4355"/>
                  </a:cubicBezTo>
                  <a:cubicBezTo>
                    <a:pt x="3217" y="4315"/>
                    <a:pt x="3190" y="4275"/>
                    <a:pt x="3151" y="4262"/>
                  </a:cubicBezTo>
                  <a:cubicBezTo>
                    <a:pt x="3111" y="4236"/>
                    <a:pt x="3071" y="4222"/>
                    <a:pt x="3032" y="4222"/>
                  </a:cubicBezTo>
                  <a:cubicBezTo>
                    <a:pt x="2965" y="4222"/>
                    <a:pt x="2926" y="4249"/>
                    <a:pt x="2899" y="4275"/>
                  </a:cubicBezTo>
                  <a:cubicBezTo>
                    <a:pt x="2873" y="4302"/>
                    <a:pt x="2846" y="4342"/>
                    <a:pt x="2820" y="4368"/>
                  </a:cubicBezTo>
                  <a:lnTo>
                    <a:pt x="2661" y="4619"/>
                  </a:lnTo>
                  <a:cubicBezTo>
                    <a:pt x="2621" y="4672"/>
                    <a:pt x="2595" y="4712"/>
                    <a:pt x="2568" y="4725"/>
                  </a:cubicBezTo>
                  <a:cubicBezTo>
                    <a:pt x="2555" y="4739"/>
                    <a:pt x="2529" y="4752"/>
                    <a:pt x="2502" y="4752"/>
                  </a:cubicBezTo>
                  <a:lnTo>
                    <a:pt x="2251" y="4752"/>
                  </a:lnTo>
                  <a:cubicBezTo>
                    <a:pt x="2132" y="4752"/>
                    <a:pt x="1973" y="4739"/>
                    <a:pt x="1801" y="4739"/>
                  </a:cubicBezTo>
                  <a:lnTo>
                    <a:pt x="1285" y="4739"/>
                  </a:lnTo>
                  <a:cubicBezTo>
                    <a:pt x="1099" y="4725"/>
                    <a:pt x="954" y="4725"/>
                    <a:pt x="821" y="4712"/>
                  </a:cubicBezTo>
                  <a:cubicBezTo>
                    <a:pt x="940" y="4606"/>
                    <a:pt x="1073" y="4474"/>
                    <a:pt x="1232" y="4315"/>
                  </a:cubicBezTo>
                  <a:cubicBezTo>
                    <a:pt x="1377" y="4156"/>
                    <a:pt x="1536" y="3984"/>
                    <a:pt x="1695" y="3799"/>
                  </a:cubicBezTo>
                  <a:cubicBezTo>
                    <a:pt x="1854" y="3614"/>
                    <a:pt x="1999" y="3415"/>
                    <a:pt x="2145" y="3203"/>
                  </a:cubicBezTo>
                  <a:cubicBezTo>
                    <a:pt x="2304" y="2992"/>
                    <a:pt x="2436" y="2780"/>
                    <a:pt x="2555" y="2568"/>
                  </a:cubicBezTo>
                  <a:cubicBezTo>
                    <a:pt x="2674" y="2343"/>
                    <a:pt x="2767" y="2131"/>
                    <a:pt x="2833" y="1920"/>
                  </a:cubicBezTo>
                  <a:cubicBezTo>
                    <a:pt x="2912" y="1695"/>
                    <a:pt x="2952" y="1483"/>
                    <a:pt x="2952" y="1271"/>
                  </a:cubicBezTo>
                  <a:cubicBezTo>
                    <a:pt x="2952" y="1099"/>
                    <a:pt x="2926" y="940"/>
                    <a:pt x="2873" y="781"/>
                  </a:cubicBezTo>
                  <a:cubicBezTo>
                    <a:pt x="2833" y="622"/>
                    <a:pt x="2754" y="490"/>
                    <a:pt x="2661" y="384"/>
                  </a:cubicBezTo>
                  <a:cubicBezTo>
                    <a:pt x="2555" y="265"/>
                    <a:pt x="2423" y="172"/>
                    <a:pt x="2264" y="106"/>
                  </a:cubicBezTo>
                  <a:cubicBezTo>
                    <a:pt x="2105" y="40"/>
                    <a:pt x="1907"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1"/>
            <p:cNvSpPr/>
            <p:nvPr/>
          </p:nvSpPr>
          <p:spPr>
            <a:xfrm>
              <a:off x="6708261" y="2850763"/>
              <a:ext cx="40292" cy="139778"/>
            </a:xfrm>
            <a:custGeom>
              <a:rect b="b" l="l" r="r" t="t"/>
              <a:pathLst>
                <a:path extrusionOk="0" h="2529" w="729">
                  <a:moveTo>
                    <a:pt x="371" y="1"/>
                  </a:moveTo>
                  <a:cubicBezTo>
                    <a:pt x="305" y="1"/>
                    <a:pt x="252" y="14"/>
                    <a:pt x="199" y="40"/>
                  </a:cubicBezTo>
                  <a:cubicBezTo>
                    <a:pt x="159" y="54"/>
                    <a:pt x="119" y="80"/>
                    <a:pt x="93" y="120"/>
                  </a:cubicBezTo>
                  <a:cubicBezTo>
                    <a:pt x="53" y="146"/>
                    <a:pt x="40" y="186"/>
                    <a:pt x="27" y="226"/>
                  </a:cubicBezTo>
                  <a:cubicBezTo>
                    <a:pt x="14" y="265"/>
                    <a:pt x="0" y="305"/>
                    <a:pt x="0" y="331"/>
                  </a:cubicBezTo>
                  <a:cubicBezTo>
                    <a:pt x="0" y="411"/>
                    <a:pt x="40" y="490"/>
                    <a:pt x="93" y="556"/>
                  </a:cubicBezTo>
                  <a:cubicBezTo>
                    <a:pt x="146" y="623"/>
                    <a:pt x="225" y="662"/>
                    <a:pt x="358" y="662"/>
                  </a:cubicBezTo>
                  <a:cubicBezTo>
                    <a:pt x="477" y="662"/>
                    <a:pt x="569" y="623"/>
                    <a:pt x="636" y="556"/>
                  </a:cubicBezTo>
                  <a:cubicBezTo>
                    <a:pt x="702" y="490"/>
                    <a:pt x="728" y="411"/>
                    <a:pt x="728" y="318"/>
                  </a:cubicBezTo>
                  <a:cubicBezTo>
                    <a:pt x="728" y="252"/>
                    <a:pt x="702" y="173"/>
                    <a:pt x="649" y="106"/>
                  </a:cubicBezTo>
                  <a:cubicBezTo>
                    <a:pt x="583" y="27"/>
                    <a:pt x="490" y="1"/>
                    <a:pt x="371" y="1"/>
                  </a:cubicBezTo>
                  <a:close/>
                  <a:moveTo>
                    <a:pt x="371" y="1867"/>
                  </a:moveTo>
                  <a:cubicBezTo>
                    <a:pt x="305" y="1867"/>
                    <a:pt x="252" y="1880"/>
                    <a:pt x="199" y="1906"/>
                  </a:cubicBezTo>
                  <a:cubicBezTo>
                    <a:pt x="159" y="1920"/>
                    <a:pt x="119" y="1946"/>
                    <a:pt x="93" y="1986"/>
                  </a:cubicBezTo>
                  <a:cubicBezTo>
                    <a:pt x="53" y="2012"/>
                    <a:pt x="40" y="2052"/>
                    <a:pt x="27" y="2092"/>
                  </a:cubicBezTo>
                  <a:cubicBezTo>
                    <a:pt x="14" y="2131"/>
                    <a:pt x="0" y="2171"/>
                    <a:pt x="0" y="2211"/>
                  </a:cubicBezTo>
                  <a:cubicBezTo>
                    <a:pt x="0" y="2277"/>
                    <a:pt x="40" y="2356"/>
                    <a:pt x="93" y="2423"/>
                  </a:cubicBezTo>
                  <a:cubicBezTo>
                    <a:pt x="146" y="2502"/>
                    <a:pt x="225" y="2529"/>
                    <a:pt x="358" y="2529"/>
                  </a:cubicBezTo>
                  <a:cubicBezTo>
                    <a:pt x="477" y="2529"/>
                    <a:pt x="569" y="2502"/>
                    <a:pt x="636" y="2423"/>
                  </a:cubicBezTo>
                  <a:cubicBezTo>
                    <a:pt x="702" y="2356"/>
                    <a:pt x="728" y="2277"/>
                    <a:pt x="728" y="2198"/>
                  </a:cubicBezTo>
                  <a:cubicBezTo>
                    <a:pt x="728" y="2118"/>
                    <a:pt x="702" y="2039"/>
                    <a:pt x="649" y="1973"/>
                  </a:cubicBezTo>
                  <a:cubicBezTo>
                    <a:pt x="583" y="1906"/>
                    <a:pt x="490" y="1867"/>
                    <a:pt x="371" y="186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6771877" y="2701534"/>
              <a:ext cx="169789" cy="292655"/>
            </a:xfrm>
            <a:custGeom>
              <a:rect b="b" l="l" r="r" t="t"/>
              <a:pathLst>
                <a:path extrusionOk="0" h="5295" w="3072">
                  <a:moveTo>
                    <a:pt x="1642" y="371"/>
                  </a:moveTo>
                  <a:cubicBezTo>
                    <a:pt x="1814" y="371"/>
                    <a:pt x="1960" y="411"/>
                    <a:pt x="2079" y="477"/>
                  </a:cubicBezTo>
                  <a:cubicBezTo>
                    <a:pt x="2198" y="543"/>
                    <a:pt x="2304" y="636"/>
                    <a:pt x="2383" y="742"/>
                  </a:cubicBezTo>
                  <a:cubicBezTo>
                    <a:pt x="2463" y="848"/>
                    <a:pt x="2529" y="954"/>
                    <a:pt x="2555" y="1086"/>
                  </a:cubicBezTo>
                  <a:cubicBezTo>
                    <a:pt x="2595" y="1218"/>
                    <a:pt x="2621" y="1337"/>
                    <a:pt x="2621" y="1443"/>
                  </a:cubicBezTo>
                  <a:cubicBezTo>
                    <a:pt x="2621" y="1562"/>
                    <a:pt x="2595" y="1682"/>
                    <a:pt x="2542" y="1814"/>
                  </a:cubicBezTo>
                  <a:cubicBezTo>
                    <a:pt x="2502" y="1946"/>
                    <a:pt x="2436" y="2065"/>
                    <a:pt x="2343" y="2184"/>
                  </a:cubicBezTo>
                  <a:cubicBezTo>
                    <a:pt x="2238" y="2304"/>
                    <a:pt x="2118" y="2409"/>
                    <a:pt x="1973" y="2489"/>
                  </a:cubicBezTo>
                  <a:cubicBezTo>
                    <a:pt x="1841" y="2582"/>
                    <a:pt x="1668" y="2621"/>
                    <a:pt x="1457" y="2621"/>
                  </a:cubicBezTo>
                  <a:cubicBezTo>
                    <a:pt x="1311" y="2621"/>
                    <a:pt x="1179" y="2595"/>
                    <a:pt x="1060" y="2542"/>
                  </a:cubicBezTo>
                  <a:cubicBezTo>
                    <a:pt x="941" y="2489"/>
                    <a:pt x="835" y="2409"/>
                    <a:pt x="742" y="2317"/>
                  </a:cubicBezTo>
                  <a:cubicBezTo>
                    <a:pt x="663" y="2224"/>
                    <a:pt x="596" y="2105"/>
                    <a:pt x="543" y="1986"/>
                  </a:cubicBezTo>
                  <a:cubicBezTo>
                    <a:pt x="491" y="1854"/>
                    <a:pt x="464" y="1721"/>
                    <a:pt x="464" y="1562"/>
                  </a:cubicBezTo>
                  <a:cubicBezTo>
                    <a:pt x="464" y="1351"/>
                    <a:pt x="504" y="1179"/>
                    <a:pt x="557" y="1033"/>
                  </a:cubicBezTo>
                  <a:cubicBezTo>
                    <a:pt x="623" y="874"/>
                    <a:pt x="716" y="755"/>
                    <a:pt x="821" y="662"/>
                  </a:cubicBezTo>
                  <a:cubicBezTo>
                    <a:pt x="927" y="557"/>
                    <a:pt x="1046" y="490"/>
                    <a:pt x="1192" y="437"/>
                  </a:cubicBezTo>
                  <a:cubicBezTo>
                    <a:pt x="1338" y="398"/>
                    <a:pt x="1483" y="371"/>
                    <a:pt x="1642" y="371"/>
                  </a:cubicBezTo>
                  <a:close/>
                  <a:moveTo>
                    <a:pt x="1589" y="1"/>
                  </a:moveTo>
                  <a:cubicBezTo>
                    <a:pt x="1298" y="1"/>
                    <a:pt x="1060" y="40"/>
                    <a:pt x="861" y="146"/>
                  </a:cubicBezTo>
                  <a:cubicBezTo>
                    <a:pt x="663" y="239"/>
                    <a:pt x="491" y="358"/>
                    <a:pt x="371" y="504"/>
                  </a:cubicBezTo>
                  <a:cubicBezTo>
                    <a:pt x="239" y="649"/>
                    <a:pt x="146" y="821"/>
                    <a:pt x="93" y="1007"/>
                  </a:cubicBezTo>
                  <a:cubicBezTo>
                    <a:pt x="27" y="1192"/>
                    <a:pt x="1" y="1364"/>
                    <a:pt x="1" y="1536"/>
                  </a:cubicBezTo>
                  <a:cubicBezTo>
                    <a:pt x="1" y="1761"/>
                    <a:pt x="41" y="1959"/>
                    <a:pt x="107" y="2145"/>
                  </a:cubicBezTo>
                  <a:cubicBezTo>
                    <a:pt x="186" y="2330"/>
                    <a:pt x="279" y="2489"/>
                    <a:pt x="398" y="2621"/>
                  </a:cubicBezTo>
                  <a:cubicBezTo>
                    <a:pt x="517" y="2754"/>
                    <a:pt x="663" y="2846"/>
                    <a:pt x="821" y="2926"/>
                  </a:cubicBezTo>
                  <a:cubicBezTo>
                    <a:pt x="980" y="2992"/>
                    <a:pt x="1152" y="3031"/>
                    <a:pt x="1338" y="3031"/>
                  </a:cubicBezTo>
                  <a:cubicBezTo>
                    <a:pt x="1430" y="3031"/>
                    <a:pt x="1536" y="3018"/>
                    <a:pt x="1655" y="2992"/>
                  </a:cubicBezTo>
                  <a:cubicBezTo>
                    <a:pt x="1761" y="2965"/>
                    <a:pt x="1880" y="2926"/>
                    <a:pt x="1986" y="2886"/>
                  </a:cubicBezTo>
                  <a:cubicBezTo>
                    <a:pt x="2092" y="2833"/>
                    <a:pt x="2198" y="2767"/>
                    <a:pt x="2291" y="2701"/>
                  </a:cubicBezTo>
                  <a:cubicBezTo>
                    <a:pt x="2396" y="2621"/>
                    <a:pt x="2476" y="2529"/>
                    <a:pt x="2555" y="2423"/>
                  </a:cubicBezTo>
                  <a:lnTo>
                    <a:pt x="2555" y="2423"/>
                  </a:lnTo>
                  <a:cubicBezTo>
                    <a:pt x="2516" y="2648"/>
                    <a:pt x="2436" y="2886"/>
                    <a:pt x="2343" y="3124"/>
                  </a:cubicBezTo>
                  <a:cubicBezTo>
                    <a:pt x="2251" y="3362"/>
                    <a:pt x="2132" y="3601"/>
                    <a:pt x="1986" y="3839"/>
                  </a:cubicBezTo>
                  <a:cubicBezTo>
                    <a:pt x="1841" y="4064"/>
                    <a:pt x="1695" y="4276"/>
                    <a:pt x="1523" y="4474"/>
                  </a:cubicBezTo>
                  <a:cubicBezTo>
                    <a:pt x="1351" y="4659"/>
                    <a:pt x="1166" y="4818"/>
                    <a:pt x="967" y="4951"/>
                  </a:cubicBezTo>
                  <a:cubicBezTo>
                    <a:pt x="927" y="4977"/>
                    <a:pt x="888" y="5017"/>
                    <a:pt x="874" y="5030"/>
                  </a:cubicBezTo>
                  <a:cubicBezTo>
                    <a:pt x="848" y="5056"/>
                    <a:pt x="835" y="5096"/>
                    <a:pt x="835" y="5136"/>
                  </a:cubicBezTo>
                  <a:cubicBezTo>
                    <a:pt x="835" y="5202"/>
                    <a:pt x="848" y="5242"/>
                    <a:pt x="901" y="5255"/>
                  </a:cubicBezTo>
                  <a:cubicBezTo>
                    <a:pt x="941" y="5281"/>
                    <a:pt x="980" y="5295"/>
                    <a:pt x="1020" y="5295"/>
                  </a:cubicBezTo>
                  <a:cubicBezTo>
                    <a:pt x="1073" y="5295"/>
                    <a:pt x="1126" y="5281"/>
                    <a:pt x="1166" y="5268"/>
                  </a:cubicBezTo>
                  <a:cubicBezTo>
                    <a:pt x="1218" y="5242"/>
                    <a:pt x="1258" y="5215"/>
                    <a:pt x="1311" y="5176"/>
                  </a:cubicBezTo>
                  <a:cubicBezTo>
                    <a:pt x="1470" y="5043"/>
                    <a:pt x="1642" y="4871"/>
                    <a:pt x="1854" y="4659"/>
                  </a:cubicBezTo>
                  <a:cubicBezTo>
                    <a:pt x="2052" y="4434"/>
                    <a:pt x="2251" y="4143"/>
                    <a:pt x="2449" y="3786"/>
                  </a:cubicBezTo>
                  <a:cubicBezTo>
                    <a:pt x="2529" y="3640"/>
                    <a:pt x="2608" y="3468"/>
                    <a:pt x="2688" y="3283"/>
                  </a:cubicBezTo>
                  <a:cubicBezTo>
                    <a:pt x="2754" y="3111"/>
                    <a:pt x="2820" y="2912"/>
                    <a:pt x="2886" y="2714"/>
                  </a:cubicBezTo>
                  <a:cubicBezTo>
                    <a:pt x="2939" y="2515"/>
                    <a:pt x="2979" y="2304"/>
                    <a:pt x="3018" y="2092"/>
                  </a:cubicBezTo>
                  <a:cubicBezTo>
                    <a:pt x="3058" y="1893"/>
                    <a:pt x="3071" y="1682"/>
                    <a:pt x="3071" y="1470"/>
                  </a:cubicBezTo>
                  <a:cubicBezTo>
                    <a:pt x="3071" y="1337"/>
                    <a:pt x="3045" y="1179"/>
                    <a:pt x="3005" y="1007"/>
                  </a:cubicBezTo>
                  <a:cubicBezTo>
                    <a:pt x="2966" y="834"/>
                    <a:pt x="2899" y="676"/>
                    <a:pt x="2780" y="530"/>
                  </a:cubicBezTo>
                  <a:cubicBezTo>
                    <a:pt x="2674" y="371"/>
                    <a:pt x="2529" y="252"/>
                    <a:pt x="2330" y="159"/>
                  </a:cubicBezTo>
                  <a:cubicBezTo>
                    <a:pt x="2132" y="54"/>
                    <a:pt x="1893" y="1"/>
                    <a:pt x="15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00" name="Shape 20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2">
    <p:spTree>
      <p:nvGrpSpPr>
        <p:cNvPr id="201" name="Shape 201"/>
        <p:cNvGrpSpPr/>
        <p:nvPr/>
      </p:nvGrpSpPr>
      <p:grpSpPr>
        <a:xfrm>
          <a:off x="0" y="0"/>
          <a:ext cx="0" cy="0"/>
          <a:chOff x="0" y="0"/>
          <a:chExt cx="0" cy="0"/>
        </a:xfrm>
      </p:grpSpPr>
      <p:sp>
        <p:nvSpPr>
          <p:cNvPr id="202" name="Google Shape;202;p13"/>
          <p:cNvSpPr txBox="1"/>
          <p:nvPr>
            <p:ph type="title"/>
          </p:nvPr>
        </p:nvSpPr>
        <p:spPr>
          <a:xfrm>
            <a:off x="1750625" y="1584675"/>
            <a:ext cx="2484600" cy="4374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3" name="Google Shape;203;p13"/>
          <p:cNvSpPr txBox="1"/>
          <p:nvPr>
            <p:ph idx="1" type="subTitle"/>
          </p:nvPr>
        </p:nvSpPr>
        <p:spPr>
          <a:xfrm>
            <a:off x="1750609" y="1912561"/>
            <a:ext cx="21087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04" name="Google Shape;204;p13"/>
          <p:cNvSpPr txBox="1"/>
          <p:nvPr>
            <p:ph idx="2" type="title"/>
          </p:nvPr>
        </p:nvSpPr>
        <p:spPr>
          <a:xfrm>
            <a:off x="5933924" y="1584675"/>
            <a:ext cx="2484600" cy="4380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5" name="Google Shape;205;p13"/>
          <p:cNvSpPr txBox="1"/>
          <p:nvPr>
            <p:ph idx="3" type="subTitle"/>
          </p:nvPr>
        </p:nvSpPr>
        <p:spPr>
          <a:xfrm>
            <a:off x="5933909" y="1912561"/>
            <a:ext cx="21588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06" name="Google Shape;206;p13"/>
          <p:cNvSpPr txBox="1"/>
          <p:nvPr>
            <p:ph idx="4" type="title"/>
          </p:nvPr>
        </p:nvSpPr>
        <p:spPr>
          <a:xfrm>
            <a:off x="1750625" y="3224100"/>
            <a:ext cx="2818800" cy="36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7" name="Google Shape;207;p13"/>
          <p:cNvSpPr txBox="1"/>
          <p:nvPr>
            <p:ph idx="5" type="subTitle"/>
          </p:nvPr>
        </p:nvSpPr>
        <p:spPr>
          <a:xfrm>
            <a:off x="1750609" y="3498361"/>
            <a:ext cx="21087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08" name="Google Shape;208;p13"/>
          <p:cNvSpPr txBox="1"/>
          <p:nvPr>
            <p:ph idx="6" type="title"/>
          </p:nvPr>
        </p:nvSpPr>
        <p:spPr>
          <a:xfrm>
            <a:off x="5933900" y="3224100"/>
            <a:ext cx="2484600" cy="362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09" name="Google Shape;209;p13"/>
          <p:cNvSpPr txBox="1"/>
          <p:nvPr>
            <p:ph idx="7" type="subTitle"/>
          </p:nvPr>
        </p:nvSpPr>
        <p:spPr>
          <a:xfrm>
            <a:off x="5933909" y="3498361"/>
            <a:ext cx="21588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10" name="Google Shape;210;p13"/>
          <p:cNvSpPr txBox="1"/>
          <p:nvPr>
            <p:ph hasCustomPrompt="1" idx="8" type="title"/>
          </p:nvPr>
        </p:nvSpPr>
        <p:spPr>
          <a:xfrm>
            <a:off x="796200" y="1828499"/>
            <a:ext cx="916500" cy="438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4000"/>
              <a:buNone/>
              <a:defRPr sz="3000">
                <a:solidFill>
                  <a:schemeClr val="dk1"/>
                </a:solidFill>
              </a:defRPr>
            </a:lvl1pPr>
            <a:lvl2pPr lvl="1" rtl="0">
              <a:spcBef>
                <a:spcPts val="0"/>
              </a:spcBef>
              <a:spcAft>
                <a:spcPts val="0"/>
              </a:spcAft>
              <a:buClr>
                <a:schemeClr val="lt2"/>
              </a:buClr>
              <a:buSzPts val="4000"/>
              <a:buNone/>
              <a:defRPr sz="4000">
                <a:solidFill>
                  <a:schemeClr val="lt2"/>
                </a:solidFill>
              </a:defRPr>
            </a:lvl2pPr>
            <a:lvl3pPr lvl="2" rtl="0">
              <a:spcBef>
                <a:spcPts val="0"/>
              </a:spcBef>
              <a:spcAft>
                <a:spcPts val="0"/>
              </a:spcAft>
              <a:buClr>
                <a:schemeClr val="lt2"/>
              </a:buClr>
              <a:buSzPts val="4000"/>
              <a:buNone/>
              <a:defRPr sz="4000">
                <a:solidFill>
                  <a:schemeClr val="lt2"/>
                </a:solidFill>
              </a:defRPr>
            </a:lvl3pPr>
            <a:lvl4pPr lvl="3" rtl="0">
              <a:spcBef>
                <a:spcPts val="0"/>
              </a:spcBef>
              <a:spcAft>
                <a:spcPts val="0"/>
              </a:spcAft>
              <a:buClr>
                <a:schemeClr val="lt2"/>
              </a:buClr>
              <a:buSzPts val="4000"/>
              <a:buNone/>
              <a:defRPr sz="4000">
                <a:solidFill>
                  <a:schemeClr val="lt2"/>
                </a:solidFill>
              </a:defRPr>
            </a:lvl4pPr>
            <a:lvl5pPr lvl="4" rtl="0">
              <a:spcBef>
                <a:spcPts val="0"/>
              </a:spcBef>
              <a:spcAft>
                <a:spcPts val="0"/>
              </a:spcAft>
              <a:buClr>
                <a:schemeClr val="lt2"/>
              </a:buClr>
              <a:buSzPts val="4000"/>
              <a:buNone/>
              <a:defRPr sz="4000">
                <a:solidFill>
                  <a:schemeClr val="lt2"/>
                </a:solidFill>
              </a:defRPr>
            </a:lvl5pPr>
            <a:lvl6pPr lvl="5" rtl="0">
              <a:spcBef>
                <a:spcPts val="0"/>
              </a:spcBef>
              <a:spcAft>
                <a:spcPts val="0"/>
              </a:spcAft>
              <a:buClr>
                <a:schemeClr val="lt2"/>
              </a:buClr>
              <a:buSzPts val="4000"/>
              <a:buNone/>
              <a:defRPr sz="4000">
                <a:solidFill>
                  <a:schemeClr val="lt2"/>
                </a:solidFill>
              </a:defRPr>
            </a:lvl6pPr>
            <a:lvl7pPr lvl="6" rtl="0">
              <a:spcBef>
                <a:spcPts val="0"/>
              </a:spcBef>
              <a:spcAft>
                <a:spcPts val="0"/>
              </a:spcAft>
              <a:buClr>
                <a:schemeClr val="lt2"/>
              </a:buClr>
              <a:buSzPts val="4000"/>
              <a:buNone/>
              <a:defRPr sz="4000">
                <a:solidFill>
                  <a:schemeClr val="lt2"/>
                </a:solidFill>
              </a:defRPr>
            </a:lvl7pPr>
            <a:lvl8pPr lvl="7" rtl="0">
              <a:spcBef>
                <a:spcPts val="0"/>
              </a:spcBef>
              <a:spcAft>
                <a:spcPts val="0"/>
              </a:spcAft>
              <a:buClr>
                <a:schemeClr val="lt2"/>
              </a:buClr>
              <a:buSzPts val="4000"/>
              <a:buNone/>
              <a:defRPr sz="4000">
                <a:solidFill>
                  <a:schemeClr val="lt2"/>
                </a:solidFill>
              </a:defRPr>
            </a:lvl8pPr>
            <a:lvl9pPr lvl="8" rtl="0">
              <a:spcBef>
                <a:spcPts val="0"/>
              </a:spcBef>
              <a:spcAft>
                <a:spcPts val="0"/>
              </a:spcAft>
              <a:buClr>
                <a:schemeClr val="lt2"/>
              </a:buClr>
              <a:buSzPts val="4000"/>
              <a:buNone/>
              <a:defRPr sz="4000">
                <a:solidFill>
                  <a:schemeClr val="lt2"/>
                </a:solidFill>
              </a:defRPr>
            </a:lvl9pPr>
          </a:lstStyle>
          <a:p>
            <a:r>
              <a:t>xx%</a:t>
            </a:r>
          </a:p>
        </p:txBody>
      </p:sp>
      <p:sp>
        <p:nvSpPr>
          <p:cNvPr id="211" name="Google Shape;211;p13"/>
          <p:cNvSpPr txBox="1"/>
          <p:nvPr>
            <p:ph hasCustomPrompt="1" idx="9" type="title"/>
          </p:nvPr>
        </p:nvSpPr>
        <p:spPr>
          <a:xfrm>
            <a:off x="796200" y="3413812"/>
            <a:ext cx="916500" cy="421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4000"/>
              <a:buNone/>
              <a:defRPr sz="3000">
                <a:solidFill>
                  <a:schemeClr val="dk1"/>
                </a:solidFill>
              </a:defRPr>
            </a:lvl1pPr>
            <a:lvl2pPr lvl="1" rtl="0">
              <a:spcBef>
                <a:spcPts val="0"/>
              </a:spcBef>
              <a:spcAft>
                <a:spcPts val="0"/>
              </a:spcAft>
              <a:buClr>
                <a:schemeClr val="lt2"/>
              </a:buClr>
              <a:buSzPts val="4000"/>
              <a:buNone/>
              <a:defRPr sz="4000">
                <a:solidFill>
                  <a:schemeClr val="lt2"/>
                </a:solidFill>
              </a:defRPr>
            </a:lvl2pPr>
            <a:lvl3pPr lvl="2" rtl="0">
              <a:spcBef>
                <a:spcPts val="0"/>
              </a:spcBef>
              <a:spcAft>
                <a:spcPts val="0"/>
              </a:spcAft>
              <a:buClr>
                <a:schemeClr val="lt2"/>
              </a:buClr>
              <a:buSzPts val="4000"/>
              <a:buNone/>
              <a:defRPr sz="4000">
                <a:solidFill>
                  <a:schemeClr val="lt2"/>
                </a:solidFill>
              </a:defRPr>
            </a:lvl3pPr>
            <a:lvl4pPr lvl="3" rtl="0">
              <a:spcBef>
                <a:spcPts val="0"/>
              </a:spcBef>
              <a:spcAft>
                <a:spcPts val="0"/>
              </a:spcAft>
              <a:buClr>
                <a:schemeClr val="lt2"/>
              </a:buClr>
              <a:buSzPts val="4000"/>
              <a:buNone/>
              <a:defRPr sz="4000">
                <a:solidFill>
                  <a:schemeClr val="lt2"/>
                </a:solidFill>
              </a:defRPr>
            </a:lvl4pPr>
            <a:lvl5pPr lvl="4" rtl="0">
              <a:spcBef>
                <a:spcPts val="0"/>
              </a:spcBef>
              <a:spcAft>
                <a:spcPts val="0"/>
              </a:spcAft>
              <a:buClr>
                <a:schemeClr val="lt2"/>
              </a:buClr>
              <a:buSzPts val="4000"/>
              <a:buNone/>
              <a:defRPr sz="4000">
                <a:solidFill>
                  <a:schemeClr val="lt2"/>
                </a:solidFill>
              </a:defRPr>
            </a:lvl5pPr>
            <a:lvl6pPr lvl="5" rtl="0">
              <a:spcBef>
                <a:spcPts val="0"/>
              </a:spcBef>
              <a:spcAft>
                <a:spcPts val="0"/>
              </a:spcAft>
              <a:buClr>
                <a:schemeClr val="lt2"/>
              </a:buClr>
              <a:buSzPts val="4000"/>
              <a:buNone/>
              <a:defRPr sz="4000">
                <a:solidFill>
                  <a:schemeClr val="lt2"/>
                </a:solidFill>
              </a:defRPr>
            </a:lvl6pPr>
            <a:lvl7pPr lvl="6" rtl="0">
              <a:spcBef>
                <a:spcPts val="0"/>
              </a:spcBef>
              <a:spcAft>
                <a:spcPts val="0"/>
              </a:spcAft>
              <a:buClr>
                <a:schemeClr val="lt2"/>
              </a:buClr>
              <a:buSzPts val="4000"/>
              <a:buNone/>
              <a:defRPr sz="4000">
                <a:solidFill>
                  <a:schemeClr val="lt2"/>
                </a:solidFill>
              </a:defRPr>
            </a:lvl7pPr>
            <a:lvl8pPr lvl="7" rtl="0">
              <a:spcBef>
                <a:spcPts val="0"/>
              </a:spcBef>
              <a:spcAft>
                <a:spcPts val="0"/>
              </a:spcAft>
              <a:buClr>
                <a:schemeClr val="lt2"/>
              </a:buClr>
              <a:buSzPts val="4000"/>
              <a:buNone/>
              <a:defRPr sz="4000">
                <a:solidFill>
                  <a:schemeClr val="lt2"/>
                </a:solidFill>
              </a:defRPr>
            </a:lvl8pPr>
            <a:lvl9pPr lvl="8" rtl="0">
              <a:spcBef>
                <a:spcPts val="0"/>
              </a:spcBef>
              <a:spcAft>
                <a:spcPts val="0"/>
              </a:spcAft>
              <a:buClr>
                <a:schemeClr val="lt2"/>
              </a:buClr>
              <a:buSzPts val="4000"/>
              <a:buNone/>
              <a:defRPr sz="4000">
                <a:solidFill>
                  <a:schemeClr val="lt2"/>
                </a:solidFill>
              </a:defRPr>
            </a:lvl9pPr>
          </a:lstStyle>
          <a:p>
            <a:r>
              <a:t>xx%</a:t>
            </a:r>
          </a:p>
        </p:txBody>
      </p:sp>
      <p:sp>
        <p:nvSpPr>
          <p:cNvPr id="212" name="Google Shape;212;p13"/>
          <p:cNvSpPr txBox="1"/>
          <p:nvPr>
            <p:ph hasCustomPrompt="1" idx="13" type="title"/>
          </p:nvPr>
        </p:nvSpPr>
        <p:spPr>
          <a:xfrm>
            <a:off x="4973950" y="3429671"/>
            <a:ext cx="916500" cy="4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4000"/>
              <a:buNone/>
              <a:defRPr sz="3000">
                <a:solidFill>
                  <a:schemeClr val="dk1"/>
                </a:solidFill>
              </a:defRPr>
            </a:lvl1pPr>
            <a:lvl2pPr lvl="1" rtl="0">
              <a:spcBef>
                <a:spcPts val="0"/>
              </a:spcBef>
              <a:spcAft>
                <a:spcPts val="0"/>
              </a:spcAft>
              <a:buClr>
                <a:schemeClr val="lt2"/>
              </a:buClr>
              <a:buSzPts val="4000"/>
              <a:buNone/>
              <a:defRPr sz="4000">
                <a:solidFill>
                  <a:schemeClr val="lt2"/>
                </a:solidFill>
              </a:defRPr>
            </a:lvl2pPr>
            <a:lvl3pPr lvl="2" rtl="0">
              <a:spcBef>
                <a:spcPts val="0"/>
              </a:spcBef>
              <a:spcAft>
                <a:spcPts val="0"/>
              </a:spcAft>
              <a:buClr>
                <a:schemeClr val="lt2"/>
              </a:buClr>
              <a:buSzPts val="4000"/>
              <a:buNone/>
              <a:defRPr sz="4000">
                <a:solidFill>
                  <a:schemeClr val="lt2"/>
                </a:solidFill>
              </a:defRPr>
            </a:lvl3pPr>
            <a:lvl4pPr lvl="3" rtl="0">
              <a:spcBef>
                <a:spcPts val="0"/>
              </a:spcBef>
              <a:spcAft>
                <a:spcPts val="0"/>
              </a:spcAft>
              <a:buClr>
                <a:schemeClr val="lt2"/>
              </a:buClr>
              <a:buSzPts val="4000"/>
              <a:buNone/>
              <a:defRPr sz="4000">
                <a:solidFill>
                  <a:schemeClr val="lt2"/>
                </a:solidFill>
              </a:defRPr>
            </a:lvl4pPr>
            <a:lvl5pPr lvl="4" rtl="0">
              <a:spcBef>
                <a:spcPts val="0"/>
              </a:spcBef>
              <a:spcAft>
                <a:spcPts val="0"/>
              </a:spcAft>
              <a:buClr>
                <a:schemeClr val="lt2"/>
              </a:buClr>
              <a:buSzPts val="4000"/>
              <a:buNone/>
              <a:defRPr sz="4000">
                <a:solidFill>
                  <a:schemeClr val="lt2"/>
                </a:solidFill>
              </a:defRPr>
            </a:lvl5pPr>
            <a:lvl6pPr lvl="5" rtl="0">
              <a:spcBef>
                <a:spcPts val="0"/>
              </a:spcBef>
              <a:spcAft>
                <a:spcPts val="0"/>
              </a:spcAft>
              <a:buClr>
                <a:schemeClr val="lt2"/>
              </a:buClr>
              <a:buSzPts val="4000"/>
              <a:buNone/>
              <a:defRPr sz="4000">
                <a:solidFill>
                  <a:schemeClr val="lt2"/>
                </a:solidFill>
              </a:defRPr>
            </a:lvl6pPr>
            <a:lvl7pPr lvl="6" rtl="0">
              <a:spcBef>
                <a:spcPts val="0"/>
              </a:spcBef>
              <a:spcAft>
                <a:spcPts val="0"/>
              </a:spcAft>
              <a:buClr>
                <a:schemeClr val="lt2"/>
              </a:buClr>
              <a:buSzPts val="4000"/>
              <a:buNone/>
              <a:defRPr sz="4000">
                <a:solidFill>
                  <a:schemeClr val="lt2"/>
                </a:solidFill>
              </a:defRPr>
            </a:lvl7pPr>
            <a:lvl8pPr lvl="7" rtl="0">
              <a:spcBef>
                <a:spcPts val="0"/>
              </a:spcBef>
              <a:spcAft>
                <a:spcPts val="0"/>
              </a:spcAft>
              <a:buClr>
                <a:schemeClr val="lt2"/>
              </a:buClr>
              <a:buSzPts val="4000"/>
              <a:buNone/>
              <a:defRPr sz="4000">
                <a:solidFill>
                  <a:schemeClr val="lt2"/>
                </a:solidFill>
              </a:defRPr>
            </a:lvl8pPr>
            <a:lvl9pPr lvl="8" rtl="0">
              <a:spcBef>
                <a:spcPts val="0"/>
              </a:spcBef>
              <a:spcAft>
                <a:spcPts val="0"/>
              </a:spcAft>
              <a:buClr>
                <a:schemeClr val="lt2"/>
              </a:buClr>
              <a:buSzPts val="4000"/>
              <a:buNone/>
              <a:defRPr sz="4000">
                <a:solidFill>
                  <a:schemeClr val="lt2"/>
                </a:solidFill>
              </a:defRPr>
            </a:lvl9pPr>
          </a:lstStyle>
          <a:p>
            <a:r>
              <a:t>xx%</a:t>
            </a:r>
          </a:p>
        </p:txBody>
      </p:sp>
      <p:sp>
        <p:nvSpPr>
          <p:cNvPr id="213" name="Google Shape;213;p13"/>
          <p:cNvSpPr txBox="1"/>
          <p:nvPr>
            <p:ph hasCustomPrompt="1" idx="14" type="title"/>
          </p:nvPr>
        </p:nvSpPr>
        <p:spPr>
          <a:xfrm>
            <a:off x="4973951" y="1828499"/>
            <a:ext cx="916500" cy="438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2"/>
              </a:buClr>
              <a:buSzPts val="4000"/>
              <a:buNone/>
              <a:defRPr sz="3000">
                <a:solidFill>
                  <a:schemeClr val="dk1"/>
                </a:solidFill>
              </a:defRPr>
            </a:lvl1pPr>
            <a:lvl2pPr lvl="1" rtl="0">
              <a:spcBef>
                <a:spcPts val="0"/>
              </a:spcBef>
              <a:spcAft>
                <a:spcPts val="0"/>
              </a:spcAft>
              <a:buClr>
                <a:schemeClr val="lt2"/>
              </a:buClr>
              <a:buSzPts val="4000"/>
              <a:buNone/>
              <a:defRPr sz="4000">
                <a:solidFill>
                  <a:schemeClr val="lt2"/>
                </a:solidFill>
              </a:defRPr>
            </a:lvl2pPr>
            <a:lvl3pPr lvl="2" rtl="0">
              <a:spcBef>
                <a:spcPts val="0"/>
              </a:spcBef>
              <a:spcAft>
                <a:spcPts val="0"/>
              </a:spcAft>
              <a:buClr>
                <a:schemeClr val="lt2"/>
              </a:buClr>
              <a:buSzPts val="4000"/>
              <a:buNone/>
              <a:defRPr sz="4000">
                <a:solidFill>
                  <a:schemeClr val="lt2"/>
                </a:solidFill>
              </a:defRPr>
            </a:lvl3pPr>
            <a:lvl4pPr lvl="3" rtl="0">
              <a:spcBef>
                <a:spcPts val="0"/>
              </a:spcBef>
              <a:spcAft>
                <a:spcPts val="0"/>
              </a:spcAft>
              <a:buClr>
                <a:schemeClr val="lt2"/>
              </a:buClr>
              <a:buSzPts val="4000"/>
              <a:buNone/>
              <a:defRPr sz="4000">
                <a:solidFill>
                  <a:schemeClr val="lt2"/>
                </a:solidFill>
              </a:defRPr>
            </a:lvl4pPr>
            <a:lvl5pPr lvl="4" rtl="0">
              <a:spcBef>
                <a:spcPts val="0"/>
              </a:spcBef>
              <a:spcAft>
                <a:spcPts val="0"/>
              </a:spcAft>
              <a:buClr>
                <a:schemeClr val="lt2"/>
              </a:buClr>
              <a:buSzPts val="4000"/>
              <a:buNone/>
              <a:defRPr sz="4000">
                <a:solidFill>
                  <a:schemeClr val="lt2"/>
                </a:solidFill>
              </a:defRPr>
            </a:lvl5pPr>
            <a:lvl6pPr lvl="5" rtl="0">
              <a:spcBef>
                <a:spcPts val="0"/>
              </a:spcBef>
              <a:spcAft>
                <a:spcPts val="0"/>
              </a:spcAft>
              <a:buClr>
                <a:schemeClr val="lt2"/>
              </a:buClr>
              <a:buSzPts val="4000"/>
              <a:buNone/>
              <a:defRPr sz="4000">
                <a:solidFill>
                  <a:schemeClr val="lt2"/>
                </a:solidFill>
              </a:defRPr>
            </a:lvl6pPr>
            <a:lvl7pPr lvl="6" rtl="0">
              <a:spcBef>
                <a:spcPts val="0"/>
              </a:spcBef>
              <a:spcAft>
                <a:spcPts val="0"/>
              </a:spcAft>
              <a:buClr>
                <a:schemeClr val="lt2"/>
              </a:buClr>
              <a:buSzPts val="4000"/>
              <a:buNone/>
              <a:defRPr sz="4000">
                <a:solidFill>
                  <a:schemeClr val="lt2"/>
                </a:solidFill>
              </a:defRPr>
            </a:lvl7pPr>
            <a:lvl8pPr lvl="7" rtl="0">
              <a:spcBef>
                <a:spcPts val="0"/>
              </a:spcBef>
              <a:spcAft>
                <a:spcPts val="0"/>
              </a:spcAft>
              <a:buClr>
                <a:schemeClr val="lt2"/>
              </a:buClr>
              <a:buSzPts val="4000"/>
              <a:buNone/>
              <a:defRPr sz="4000">
                <a:solidFill>
                  <a:schemeClr val="lt2"/>
                </a:solidFill>
              </a:defRPr>
            </a:lvl8pPr>
            <a:lvl9pPr lvl="8" rtl="0">
              <a:spcBef>
                <a:spcPts val="0"/>
              </a:spcBef>
              <a:spcAft>
                <a:spcPts val="0"/>
              </a:spcAft>
              <a:buClr>
                <a:schemeClr val="lt2"/>
              </a:buClr>
              <a:buSzPts val="4000"/>
              <a:buNone/>
              <a:defRPr sz="4000">
                <a:solidFill>
                  <a:schemeClr val="lt2"/>
                </a:solidFill>
              </a:defRPr>
            </a:lvl9pPr>
          </a:lstStyle>
          <a:p>
            <a:r>
              <a:t>xx%</a:t>
            </a:r>
          </a:p>
        </p:txBody>
      </p:sp>
      <p:sp>
        <p:nvSpPr>
          <p:cNvPr id="214" name="Google Shape;214;p13"/>
          <p:cNvSpPr txBox="1"/>
          <p:nvPr>
            <p:ph idx="15"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5" name="Google Shape;215;p13"/>
          <p:cNvSpPr/>
          <p:nvPr/>
        </p:nvSpPr>
        <p:spPr>
          <a:xfrm>
            <a:off x="8609318" y="350383"/>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
          <p:cNvSpPr/>
          <p:nvPr/>
        </p:nvSpPr>
        <p:spPr>
          <a:xfrm>
            <a:off x="7854712" y="146851"/>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3"/>
          <p:cNvSpPr/>
          <p:nvPr/>
        </p:nvSpPr>
        <p:spPr>
          <a:xfrm>
            <a:off x="8650635" y="1183642"/>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
          <p:cNvSpPr/>
          <p:nvPr/>
        </p:nvSpPr>
        <p:spPr>
          <a:xfrm rot="-1315996">
            <a:off x="329193" y="3178421"/>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
          <p:cNvSpPr/>
          <p:nvPr/>
        </p:nvSpPr>
        <p:spPr>
          <a:xfrm>
            <a:off x="404093" y="2665521"/>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 name="Google Shape;220;p13"/>
          <p:cNvGrpSpPr/>
          <p:nvPr/>
        </p:nvGrpSpPr>
        <p:grpSpPr>
          <a:xfrm>
            <a:off x="213318" y="3936723"/>
            <a:ext cx="1010783" cy="1042425"/>
            <a:chOff x="213318" y="3936723"/>
            <a:chExt cx="1010783" cy="1042425"/>
          </a:xfrm>
        </p:grpSpPr>
        <p:grpSp>
          <p:nvGrpSpPr>
            <p:cNvPr id="221" name="Google Shape;221;p13"/>
            <p:cNvGrpSpPr/>
            <p:nvPr/>
          </p:nvGrpSpPr>
          <p:grpSpPr>
            <a:xfrm>
              <a:off x="213318" y="3936723"/>
              <a:ext cx="882102" cy="1042425"/>
              <a:chOff x="4385705" y="3356597"/>
              <a:chExt cx="1127287" cy="1332173"/>
            </a:xfrm>
          </p:grpSpPr>
          <p:sp>
            <p:nvSpPr>
              <p:cNvPr id="222" name="Google Shape;222;p13"/>
              <p:cNvSpPr/>
              <p:nvPr/>
            </p:nvSpPr>
            <p:spPr>
              <a:xfrm>
                <a:off x="4513711" y="4188355"/>
                <a:ext cx="30067" cy="292655"/>
              </a:xfrm>
              <a:custGeom>
                <a:rect b="b" l="l" r="r" t="t"/>
                <a:pathLst>
                  <a:path extrusionOk="0" h="5295" w="544">
                    <a:moveTo>
                      <a:pt x="0" y="0"/>
                    </a:moveTo>
                    <a:lnTo>
                      <a:pt x="0" y="5294"/>
                    </a:lnTo>
                    <a:lnTo>
                      <a:pt x="543" y="5294"/>
                    </a:lnTo>
                    <a:lnTo>
                      <a:pt x="543" y="3150"/>
                    </a:lnTo>
                    <a:lnTo>
                      <a:pt x="278" y="3150"/>
                    </a:lnTo>
                    <a:cubicBezTo>
                      <a:pt x="212" y="3150"/>
                      <a:pt x="159" y="3097"/>
                      <a:pt x="159" y="3044"/>
                    </a:cubicBezTo>
                    <a:cubicBezTo>
                      <a:pt x="159" y="2978"/>
                      <a:pt x="212" y="2978"/>
                      <a:pt x="278" y="2978"/>
                    </a:cubicBezTo>
                    <a:lnTo>
                      <a:pt x="543" y="2978"/>
                    </a:lnTo>
                    <a:lnTo>
                      <a:pt x="543" y="66"/>
                    </a:lnTo>
                    <a:cubicBezTo>
                      <a:pt x="331" y="66"/>
                      <a:pt x="159" y="6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 name="Google Shape;223;p13"/>
              <p:cNvGrpSpPr/>
              <p:nvPr/>
            </p:nvGrpSpPr>
            <p:grpSpPr>
              <a:xfrm>
                <a:off x="4385705" y="3356597"/>
                <a:ext cx="1127287" cy="1332173"/>
                <a:chOff x="4385705" y="3127997"/>
                <a:chExt cx="1127287" cy="1332173"/>
              </a:xfrm>
            </p:grpSpPr>
            <p:sp>
              <p:nvSpPr>
                <p:cNvPr id="224" name="Google Shape;224;p13"/>
                <p:cNvSpPr/>
                <p:nvPr/>
              </p:nvSpPr>
              <p:spPr>
                <a:xfrm>
                  <a:off x="4513711" y="3396499"/>
                  <a:ext cx="30067" cy="566960"/>
                </a:xfrm>
                <a:custGeom>
                  <a:rect b="b" l="l" r="r" t="t"/>
                  <a:pathLst>
                    <a:path extrusionOk="0" h="10258" w="544">
                      <a:moveTo>
                        <a:pt x="0" y="0"/>
                      </a:moveTo>
                      <a:lnTo>
                        <a:pt x="0" y="10191"/>
                      </a:lnTo>
                      <a:cubicBezTo>
                        <a:pt x="159" y="10257"/>
                        <a:pt x="331" y="10257"/>
                        <a:pt x="543" y="10257"/>
                      </a:cubicBezTo>
                      <a:lnTo>
                        <a:pt x="543" y="3137"/>
                      </a:lnTo>
                      <a:lnTo>
                        <a:pt x="278" y="3137"/>
                      </a:lnTo>
                      <a:cubicBezTo>
                        <a:pt x="212" y="3137"/>
                        <a:pt x="159" y="3084"/>
                        <a:pt x="159" y="3084"/>
                      </a:cubicBezTo>
                      <a:cubicBezTo>
                        <a:pt x="159" y="3031"/>
                        <a:pt x="212" y="2978"/>
                        <a:pt x="278" y="2978"/>
                      </a:cubicBezTo>
                      <a:lnTo>
                        <a:pt x="543" y="2978"/>
                      </a:lnTo>
                      <a:lnTo>
                        <a:pt x="5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3"/>
                <p:cNvSpPr/>
                <p:nvPr/>
              </p:nvSpPr>
              <p:spPr>
                <a:xfrm>
                  <a:off x="4385705" y="4252355"/>
                  <a:ext cx="1127287" cy="30785"/>
                </a:xfrm>
                <a:custGeom>
                  <a:rect b="b" l="l" r="r" t="t"/>
                  <a:pathLst>
                    <a:path extrusionOk="0" h="557" w="20396">
                      <a:moveTo>
                        <a:pt x="278" y="0"/>
                      </a:moveTo>
                      <a:cubicBezTo>
                        <a:pt x="106" y="0"/>
                        <a:pt x="0" y="172"/>
                        <a:pt x="0" y="278"/>
                      </a:cubicBezTo>
                      <a:cubicBezTo>
                        <a:pt x="0" y="450"/>
                        <a:pt x="106" y="556"/>
                        <a:pt x="278" y="556"/>
                      </a:cubicBezTo>
                      <a:lnTo>
                        <a:pt x="20396" y="556"/>
                      </a:lnTo>
                      <a:lnTo>
                        <a:pt x="20396" y="0"/>
                      </a:lnTo>
                      <a:lnTo>
                        <a:pt x="15049" y="0"/>
                      </a:lnTo>
                      <a:lnTo>
                        <a:pt x="15049" y="278"/>
                      </a:lnTo>
                      <a:cubicBezTo>
                        <a:pt x="15049" y="331"/>
                        <a:pt x="14996" y="397"/>
                        <a:pt x="14943" y="397"/>
                      </a:cubicBezTo>
                      <a:cubicBezTo>
                        <a:pt x="14890" y="397"/>
                        <a:pt x="14837" y="331"/>
                        <a:pt x="14837" y="278"/>
                      </a:cubicBezTo>
                      <a:lnTo>
                        <a:pt x="14837" y="0"/>
                      </a:lnTo>
                      <a:lnTo>
                        <a:pt x="5572" y="0"/>
                      </a:lnTo>
                      <a:lnTo>
                        <a:pt x="5572" y="278"/>
                      </a:lnTo>
                      <a:cubicBezTo>
                        <a:pt x="5572" y="331"/>
                        <a:pt x="5506" y="397"/>
                        <a:pt x="5506" y="397"/>
                      </a:cubicBezTo>
                      <a:cubicBezTo>
                        <a:pt x="5453" y="397"/>
                        <a:pt x="5400" y="331"/>
                        <a:pt x="5400" y="278"/>
                      </a:cubicBezTo>
                      <a:lnTo>
                        <a:pt x="54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3"/>
                <p:cNvSpPr/>
                <p:nvPr/>
              </p:nvSpPr>
              <p:spPr>
                <a:xfrm>
                  <a:off x="4467616" y="3261861"/>
                  <a:ext cx="122202" cy="134693"/>
                </a:xfrm>
                <a:custGeom>
                  <a:rect b="b" l="l" r="r" t="t"/>
                  <a:pathLst>
                    <a:path extrusionOk="0" h="2437" w="2211">
                      <a:moveTo>
                        <a:pt x="1112" y="1"/>
                      </a:moveTo>
                      <a:lnTo>
                        <a:pt x="1" y="2436"/>
                      </a:lnTo>
                      <a:lnTo>
                        <a:pt x="2211" y="2436"/>
                      </a:lnTo>
                      <a:lnTo>
                        <a:pt x="1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
                <p:cNvSpPr/>
                <p:nvPr/>
              </p:nvSpPr>
              <p:spPr>
                <a:xfrm>
                  <a:off x="4836322" y="3945109"/>
                  <a:ext cx="615984" cy="222462"/>
                </a:xfrm>
                <a:custGeom>
                  <a:rect b="b" l="l" r="r" t="t"/>
                  <a:pathLst>
                    <a:path extrusionOk="0" h="4025" w="11145">
                      <a:moveTo>
                        <a:pt x="6843" y="3243"/>
                      </a:moveTo>
                      <a:cubicBezTo>
                        <a:pt x="6896" y="3243"/>
                        <a:pt x="6896" y="3309"/>
                        <a:pt x="6896" y="3309"/>
                      </a:cubicBezTo>
                      <a:cubicBezTo>
                        <a:pt x="6896" y="3362"/>
                        <a:pt x="6843" y="3415"/>
                        <a:pt x="6790" y="3415"/>
                      </a:cubicBezTo>
                      <a:lnTo>
                        <a:pt x="6075" y="3415"/>
                      </a:lnTo>
                      <a:cubicBezTo>
                        <a:pt x="6022" y="3415"/>
                        <a:pt x="5956" y="3362"/>
                        <a:pt x="5956" y="3309"/>
                      </a:cubicBezTo>
                      <a:cubicBezTo>
                        <a:pt x="5956" y="3243"/>
                        <a:pt x="6022" y="3243"/>
                        <a:pt x="6075" y="3243"/>
                      </a:cubicBezTo>
                      <a:close/>
                      <a:moveTo>
                        <a:pt x="728" y="1"/>
                      </a:moveTo>
                      <a:cubicBezTo>
                        <a:pt x="503" y="1"/>
                        <a:pt x="225" y="53"/>
                        <a:pt x="0" y="53"/>
                      </a:cubicBezTo>
                      <a:cubicBezTo>
                        <a:pt x="887" y="993"/>
                        <a:pt x="1986" y="1814"/>
                        <a:pt x="3428" y="2528"/>
                      </a:cubicBezTo>
                      <a:cubicBezTo>
                        <a:pt x="4037" y="2806"/>
                        <a:pt x="4633" y="3031"/>
                        <a:pt x="5294" y="3243"/>
                      </a:cubicBezTo>
                      <a:lnTo>
                        <a:pt x="5413" y="3243"/>
                      </a:lnTo>
                      <a:cubicBezTo>
                        <a:pt x="6949" y="3693"/>
                        <a:pt x="8722" y="4024"/>
                        <a:pt x="10866" y="4024"/>
                      </a:cubicBezTo>
                      <a:cubicBezTo>
                        <a:pt x="11038" y="4024"/>
                        <a:pt x="11144" y="3905"/>
                        <a:pt x="11144" y="3799"/>
                      </a:cubicBezTo>
                      <a:cubicBezTo>
                        <a:pt x="11144" y="3640"/>
                        <a:pt x="11038" y="3521"/>
                        <a:pt x="10866" y="3468"/>
                      </a:cubicBezTo>
                      <a:cubicBezTo>
                        <a:pt x="7836" y="3415"/>
                        <a:pt x="5466" y="2859"/>
                        <a:pt x="3706" y="2039"/>
                      </a:cubicBezTo>
                      <a:cubicBezTo>
                        <a:pt x="2436" y="1430"/>
                        <a:pt x="1496" y="768"/>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
                <p:cNvSpPr/>
                <p:nvPr/>
              </p:nvSpPr>
              <p:spPr>
                <a:xfrm>
                  <a:off x="4675376" y="3423526"/>
                  <a:ext cx="201238" cy="524568"/>
                </a:xfrm>
                <a:custGeom>
                  <a:rect b="b" l="l" r="r" t="t"/>
                  <a:pathLst>
                    <a:path extrusionOk="0" h="9491" w="3641">
                      <a:moveTo>
                        <a:pt x="331" y="1"/>
                      </a:moveTo>
                      <a:cubicBezTo>
                        <a:pt x="212" y="1"/>
                        <a:pt x="106" y="107"/>
                        <a:pt x="53" y="279"/>
                      </a:cubicBezTo>
                      <a:cubicBezTo>
                        <a:pt x="53" y="279"/>
                        <a:pt x="0" y="715"/>
                        <a:pt x="0" y="1496"/>
                      </a:cubicBezTo>
                      <a:cubicBezTo>
                        <a:pt x="0" y="1827"/>
                        <a:pt x="0" y="2092"/>
                        <a:pt x="53" y="2489"/>
                      </a:cubicBezTo>
                      <a:lnTo>
                        <a:pt x="331" y="2489"/>
                      </a:lnTo>
                      <a:lnTo>
                        <a:pt x="331" y="2595"/>
                      </a:lnTo>
                      <a:lnTo>
                        <a:pt x="331" y="2926"/>
                      </a:lnTo>
                      <a:cubicBezTo>
                        <a:pt x="331" y="2979"/>
                        <a:pt x="265" y="3032"/>
                        <a:pt x="265" y="3032"/>
                      </a:cubicBezTo>
                      <a:cubicBezTo>
                        <a:pt x="212" y="3032"/>
                        <a:pt x="159" y="2979"/>
                        <a:pt x="159" y="2926"/>
                      </a:cubicBezTo>
                      <a:lnTo>
                        <a:pt x="159" y="2648"/>
                      </a:lnTo>
                      <a:lnTo>
                        <a:pt x="53" y="2648"/>
                      </a:lnTo>
                      <a:cubicBezTo>
                        <a:pt x="53" y="2979"/>
                        <a:pt x="106" y="3257"/>
                        <a:pt x="159" y="3588"/>
                      </a:cubicBezTo>
                      <a:cubicBezTo>
                        <a:pt x="159" y="3588"/>
                        <a:pt x="212" y="3535"/>
                        <a:pt x="265" y="3535"/>
                      </a:cubicBezTo>
                      <a:cubicBezTo>
                        <a:pt x="265" y="3535"/>
                        <a:pt x="331" y="3588"/>
                        <a:pt x="331" y="3640"/>
                      </a:cubicBezTo>
                      <a:lnTo>
                        <a:pt x="331" y="4355"/>
                      </a:lnTo>
                      <a:lnTo>
                        <a:pt x="331" y="4408"/>
                      </a:lnTo>
                      <a:cubicBezTo>
                        <a:pt x="596" y="5732"/>
                        <a:pt x="1152" y="7227"/>
                        <a:pt x="2198" y="8604"/>
                      </a:cubicBezTo>
                      <a:cubicBezTo>
                        <a:pt x="2423" y="8882"/>
                        <a:pt x="2648" y="9213"/>
                        <a:pt x="2912" y="9490"/>
                      </a:cubicBezTo>
                      <a:cubicBezTo>
                        <a:pt x="3137" y="9490"/>
                        <a:pt x="3415" y="9438"/>
                        <a:pt x="3640" y="9438"/>
                      </a:cubicBezTo>
                      <a:cubicBezTo>
                        <a:pt x="2648" y="8498"/>
                        <a:pt x="1986" y="7452"/>
                        <a:pt x="1536" y="6393"/>
                      </a:cubicBezTo>
                      <a:cubicBezTo>
                        <a:pt x="715" y="4527"/>
                        <a:pt x="543" y="2648"/>
                        <a:pt x="543" y="1496"/>
                      </a:cubicBezTo>
                      <a:cubicBezTo>
                        <a:pt x="543" y="1165"/>
                        <a:pt x="543" y="835"/>
                        <a:pt x="596" y="663"/>
                      </a:cubicBezTo>
                      <a:lnTo>
                        <a:pt x="596" y="385"/>
                      </a:lnTo>
                      <a:lnTo>
                        <a:pt x="596" y="332"/>
                      </a:lnTo>
                      <a:cubicBezTo>
                        <a:pt x="662" y="173"/>
                        <a:pt x="543" y="54"/>
                        <a:pt x="3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3"/>
                <p:cNvSpPr/>
                <p:nvPr/>
              </p:nvSpPr>
              <p:spPr>
                <a:xfrm>
                  <a:off x="4583959" y="3561093"/>
                  <a:ext cx="48306" cy="8788"/>
                </a:xfrm>
                <a:custGeom>
                  <a:rect b="b" l="l" r="r" t="t"/>
                  <a:pathLst>
                    <a:path extrusionOk="0" h="159" w="874">
                      <a:moveTo>
                        <a:pt x="106" y="0"/>
                      </a:moveTo>
                      <a:cubicBezTo>
                        <a:pt x="53" y="0"/>
                        <a:pt x="0" y="53"/>
                        <a:pt x="0" y="106"/>
                      </a:cubicBezTo>
                      <a:cubicBezTo>
                        <a:pt x="0" y="106"/>
                        <a:pt x="53" y="159"/>
                        <a:pt x="106" y="159"/>
                      </a:cubicBezTo>
                      <a:lnTo>
                        <a:pt x="821" y="159"/>
                      </a:lnTo>
                      <a:cubicBezTo>
                        <a:pt x="874" y="159"/>
                        <a:pt x="874" y="106"/>
                        <a:pt x="874" y="106"/>
                      </a:cubicBezTo>
                      <a:cubicBezTo>
                        <a:pt x="874" y="53"/>
                        <a:pt x="874"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4684163" y="3618850"/>
                  <a:ext cx="9562" cy="283148"/>
                </a:xfrm>
                <a:custGeom>
                  <a:rect b="b" l="l" r="r" t="t"/>
                  <a:pathLst>
                    <a:path extrusionOk="0" h="5123" w="173">
                      <a:moveTo>
                        <a:pt x="106" y="1"/>
                      </a:moveTo>
                      <a:cubicBezTo>
                        <a:pt x="53" y="1"/>
                        <a:pt x="0" y="54"/>
                        <a:pt x="0" y="54"/>
                      </a:cubicBezTo>
                      <a:lnTo>
                        <a:pt x="0" y="106"/>
                      </a:lnTo>
                      <a:lnTo>
                        <a:pt x="0" y="821"/>
                      </a:lnTo>
                      <a:cubicBezTo>
                        <a:pt x="0" y="874"/>
                        <a:pt x="53" y="874"/>
                        <a:pt x="106" y="874"/>
                      </a:cubicBezTo>
                      <a:lnTo>
                        <a:pt x="172" y="874"/>
                      </a:lnTo>
                      <a:lnTo>
                        <a:pt x="172" y="821"/>
                      </a:lnTo>
                      <a:lnTo>
                        <a:pt x="172" y="106"/>
                      </a:lnTo>
                      <a:cubicBezTo>
                        <a:pt x="172" y="54"/>
                        <a:pt x="106" y="1"/>
                        <a:pt x="106" y="1"/>
                      </a:cubicBezTo>
                      <a:close/>
                      <a:moveTo>
                        <a:pt x="106" y="1430"/>
                      </a:moveTo>
                      <a:cubicBezTo>
                        <a:pt x="53" y="1430"/>
                        <a:pt x="0" y="1483"/>
                        <a:pt x="0" y="1536"/>
                      </a:cubicBezTo>
                      <a:lnTo>
                        <a:pt x="0" y="2198"/>
                      </a:lnTo>
                      <a:cubicBezTo>
                        <a:pt x="0" y="2264"/>
                        <a:pt x="53" y="2317"/>
                        <a:pt x="106" y="2317"/>
                      </a:cubicBezTo>
                      <a:cubicBezTo>
                        <a:pt x="106" y="2317"/>
                        <a:pt x="172" y="2264"/>
                        <a:pt x="172" y="2198"/>
                      </a:cubicBezTo>
                      <a:lnTo>
                        <a:pt x="172" y="1536"/>
                      </a:lnTo>
                      <a:cubicBezTo>
                        <a:pt x="172" y="1483"/>
                        <a:pt x="106" y="1430"/>
                        <a:pt x="106" y="1430"/>
                      </a:cubicBezTo>
                      <a:close/>
                      <a:moveTo>
                        <a:pt x="106" y="2806"/>
                      </a:moveTo>
                      <a:cubicBezTo>
                        <a:pt x="53" y="2806"/>
                        <a:pt x="0" y="2859"/>
                        <a:pt x="0" y="2926"/>
                      </a:cubicBezTo>
                      <a:lnTo>
                        <a:pt x="0" y="3640"/>
                      </a:lnTo>
                      <a:cubicBezTo>
                        <a:pt x="0" y="3693"/>
                        <a:pt x="53" y="3746"/>
                        <a:pt x="106" y="3746"/>
                      </a:cubicBezTo>
                      <a:cubicBezTo>
                        <a:pt x="106" y="3746"/>
                        <a:pt x="172" y="3693"/>
                        <a:pt x="172" y="3640"/>
                      </a:cubicBezTo>
                      <a:lnTo>
                        <a:pt x="172" y="2926"/>
                      </a:lnTo>
                      <a:cubicBezTo>
                        <a:pt x="172" y="2859"/>
                        <a:pt x="106" y="2806"/>
                        <a:pt x="106" y="2806"/>
                      </a:cubicBezTo>
                      <a:close/>
                      <a:moveTo>
                        <a:pt x="106" y="4249"/>
                      </a:moveTo>
                      <a:cubicBezTo>
                        <a:pt x="53" y="4249"/>
                        <a:pt x="0" y="4302"/>
                        <a:pt x="0" y="4355"/>
                      </a:cubicBezTo>
                      <a:lnTo>
                        <a:pt x="0" y="5070"/>
                      </a:lnTo>
                      <a:cubicBezTo>
                        <a:pt x="0" y="5070"/>
                        <a:pt x="53" y="5123"/>
                        <a:pt x="106" y="5123"/>
                      </a:cubicBezTo>
                      <a:lnTo>
                        <a:pt x="172" y="5070"/>
                      </a:lnTo>
                      <a:lnTo>
                        <a:pt x="172" y="4355"/>
                      </a:lnTo>
                      <a:cubicBezTo>
                        <a:pt x="172" y="4302"/>
                        <a:pt x="106" y="4249"/>
                        <a:pt x="106" y="424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4684163" y="3932673"/>
                  <a:ext cx="9562" cy="27138"/>
                </a:xfrm>
                <a:custGeom>
                  <a:rect b="b" l="l" r="r" t="t"/>
                  <a:pathLst>
                    <a:path extrusionOk="0" h="491" w="173">
                      <a:moveTo>
                        <a:pt x="106" y="1"/>
                      </a:moveTo>
                      <a:cubicBezTo>
                        <a:pt x="53" y="1"/>
                        <a:pt x="0" y="1"/>
                        <a:pt x="0" y="53"/>
                      </a:cubicBezTo>
                      <a:lnTo>
                        <a:pt x="0" y="490"/>
                      </a:lnTo>
                      <a:lnTo>
                        <a:pt x="172" y="490"/>
                      </a:lnTo>
                      <a:lnTo>
                        <a:pt x="172" y="53"/>
                      </a:lnTo>
                      <a:cubicBezTo>
                        <a:pt x="172" y="1"/>
                        <a:pt x="106" y="1"/>
                        <a:pt x="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3"/>
                <p:cNvSpPr/>
                <p:nvPr/>
              </p:nvSpPr>
              <p:spPr>
                <a:xfrm>
                  <a:off x="4684163" y="4008725"/>
                  <a:ext cx="9562" cy="207097"/>
                </a:xfrm>
                <a:custGeom>
                  <a:rect b="b" l="l" r="r" t="t"/>
                  <a:pathLst>
                    <a:path extrusionOk="0" h="3747" w="173">
                      <a:moveTo>
                        <a:pt x="106" y="1"/>
                      </a:moveTo>
                      <a:cubicBezTo>
                        <a:pt x="53" y="1"/>
                        <a:pt x="0" y="54"/>
                        <a:pt x="0" y="107"/>
                      </a:cubicBezTo>
                      <a:lnTo>
                        <a:pt x="0" y="835"/>
                      </a:lnTo>
                      <a:cubicBezTo>
                        <a:pt x="0" y="888"/>
                        <a:pt x="53" y="888"/>
                        <a:pt x="106" y="888"/>
                      </a:cubicBezTo>
                      <a:cubicBezTo>
                        <a:pt x="106" y="888"/>
                        <a:pt x="172" y="888"/>
                        <a:pt x="172" y="835"/>
                      </a:cubicBezTo>
                      <a:lnTo>
                        <a:pt x="172" y="107"/>
                      </a:lnTo>
                      <a:cubicBezTo>
                        <a:pt x="172" y="54"/>
                        <a:pt x="106" y="1"/>
                        <a:pt x="106" y="1"/>
                      </a:cubicBezTo>
                      <a:close/>
                      <a:moveTo>
                        <a:pt x="106" y="1430"/>
                      </a:moveTo>
                      <a:cubicBezTo>
                        <a:pt x="53" y="1430"/>
                        <a:pt x="0" y="1497"/>
                        <a:pt x="0" y="1549"/>
                      </a:cubicBezTo>
                      <a:lnTo>
                        <a:pt x="0" y="2158"/>
                      </a:lnTo>
                      <a:cubicBezTo>
                        <a:pt x="0" y="2092"/>
                        <a:pt x="53" y="2092"/>
                        <a:pt x="106" y="2092"/>
                      </a:cubicBezTo>
                      <a:lnTo>
                        <a:pt x="172" y="2092"/>
                      </a:lnTo>
                      <a:lnTo>
                        <a:pt x="172" y="1549"/>
                      </a:lnTo>
                      <a:cubicBezTo>
                        <a:pt x="172" y="1497"/>
                        <a:pt x="106" y="1430"/>
                        <a:pt x="106" y="1430"/>
                      </a:cubicBezTo>
                      <a:close/>
                      <a:moveTo>
                        <a:pt x="0" y="2158"/>
                      </a:moveTo>
                      <a:lnTo>
                        <a:pt x="0" y="2211"/>
                      </a:lnTo>
                      <a:cubicBezTo>
                        <a:pt x="0" y="2264"/>
                        <a:pt x="53" y="2317"/>
                        <a:pt x="106" y="2317"/>
                      </a:cubicBezTo>
                      <a:cubicBezTo>
                        <a:pt x="106" y="2317"/>
                        <a:pt x="172" y="2317"/>
                        <a:pt x="172" y="2264"/>
                      </a:cubicBezTo>
                      <a:lnTo>
                        <a:pt x="106" y="2264"/>
                      </a:lnTo>
                      <a:cubicBezTo>
                        <a:pt x="53" y="2264"/>
                        <a:pt x="0" y="2211"/>
                        <a:pt x="0" y="2158"/>
                      </a:cubicBezTo>
                      <a:close/>
                      <a:moveTo>
                        <a:pt x="106" y="2873"/>
                      </a:moveTo>
                      <a:cubicBezTo>
                        <a:pt x="53" y="2873"/>
                        <a:pt x="0" y="2873"/>
                        <a:pt x="0" y="2926"/>
                      </a:cubicBezTo>
                      <a:lnTo>
                        <a:pt x="0" y="3641"/>
                      </a:lnTo>
                      <a:cubicBezTo>
                        <a:pt x="0" y="3694"/>
                        <a:pt x="53" y="3747"/>
                        <a:pt x="106" y="3747"/>
                      </a:cubicBezTo>
                      <a:cubicBezTo>
                        <a:pt x="106" y="3747"/>
                        <a:pt x="172" y="3694"/>
                        <a:pt x="172" y="3641"/>
                      </a:cubicBezTo>
                      <a:lnTo>
                        <a:pt x="172" y="2926"/>
                      </a:lnTo>
                      <a:cubicBezTo>
                        <a:pt x="172" y="2873"/>
                        <a:pt x="106" y="2873"/>
                        <a:pt x="106" y="287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3"/>
                <p:cNvSpPr/>
                <p:nvPr/>
              </p:nvSpPr>
              <p:spPr>
                <a:xfrm>
                  <a:off x="4522499" y="4124349"/>
                  <a:ext cx="694965" cy="150003"/>
                </a:xfrm>
                <a:custGeom>
                  <a:rect b="b" l="l" r="r" t="t"/>
                  <a:pathLst>
                    <a:path extrusionOk="0" h="2714" w="12574">
                      <a:moveTo>
                        <a:pt x="119" y="0"/>
                      </a:moveTo>
                      <a:cubicBezTo>
                        <a:pt x="53" y="0"/>
                        <a:pt x="0" y="0"/>
                        <a:pt x="0" y="66"/>
                      </a:cubicBezTo>
                      <a:cubicBezTo>
                        <a:pt x="0" y="119"/>
                        <a:pt x="53" y="172"/>
                        <a:pt x="119" y="172"/>
                      </a:cubicBezTo>
                      <a:lnTo>
                        <a:pt x="834" y="172"/>
                      </a:lnTo>
                      <a:cubicBezTo>
                        <a:pt x="887" y="172"/>
                        <a:pt x="940" y="119"/>
                        <a:pt x="940" y="66"/>
                      </a:cubicBezTo>
                      <a:cubicBezTo>
                        <a:pt x="940" y="0"/>
                        <a:pt x="887" y="0"/>
                        <a:pt x="834" y="0"/>
                      </a:cubicBezTo>
                      <a:close/>
                      <a:moveTo>
                        <a:pt x="1549" y="0"/>
                      </a:moveTo>
                      <a:cubicBezTo>
                        <a:pt x="1496" y="0"/>
                        <a:pt x="1443" y="0"/>
                        <a:pt x="1443" y="66"/>
                      </a:cubicBezTo>
                      <a:cubicBezTo>
                        <a:pt x="1443" y="119"/>
                        <a:pt x="1496" y="172"/>
                        <a:pt x="1549" y="172"/>
                      </a:cubicBezTo>
                      <a:lnTo>
                        <a:pt x="2264" y="172"/>
                      </a:lnTo>
                      <a:cubicBezTo>
                        <a:pt x="2316" y="172"/>
                        <a:pt x="2369" y="119"/>
                        <a:pt x="2369" y="66"/>
                      </a:cubicBezTo>
                      <a:cubicBezTo>
                        <a:pt x="2369" y="0"/>
                        <a:pt x="2316" y="0"/>
                        <a:pt x="2264" y="0"/>
                      </a:cubicBezTo>
                      <a:close/>
                      <a:moveTo>
                        <a:pt x="3031" y="0"/>
                      </a:moveTo>
                      <a:cubicBezTo>
                        <a:pt x="2978" y="0"/>
                        <a:pt x="2925" y="0"/>
                        <a:pt x="2925" y="66"/>
                      </a:cubicBezTo>
                      <a:cubicBezTo>
                        <a:pt x="2925" y="119"/>
                        <a:pt x="2978" y="172"/>
                        <a:pt x="3031" y="172"/>
                      </a:cubicBezTo>
                      <a:lnTo>
                        <a:pt x="3759" y="172"/>
                      </a:lnTo>
                      <a:cubicBezTo>
                        <a:pt x="3812" y="172"/>
                        <a:pt x="3812" y="119"/>
                        <a:pt x="3812" y="66"/>
                      </a:cubicBezTo>
                      <a:cubicBezTo>
                        <a:pt x="3812" y="0"/>
                        <a:pt x="3812" y="0"/>
                        <a:pt x="3759" y="0"/>
                      </a:cubicBezTo>
                      <a:close/>
                      <a:moveTo>
                        <a:pt x="4474" y="0"/>
                      </a:moveTo>
                      <a:cubicBezTo>
                        <a:pt x="4421" y="0"/>
                        <a:pt x="4355" y="0"/>
                        <a:pt x="4355" y="66"/>
                      </a:cubicBezTo>
                      <a:cubicBezTo>
                        <a:pt x="4355" y="119"/>
                        <a:pt x="4421" y="172"/>
                        <a:pt x="4474" y="172"/>
                      </a:cubicBezTo>
                      <a:lnTo>
                        <a:pt x="5189" y="172"/>
                      </a:lnTo>
                      <a:cubicBezTo>
                        <a:pt x="5241" y="172"/>
                        <a:pt x="5294" y="119"/>
                        <a:pt x="5294" y="66"/>
                      </a:cubicBezTo>
                      <a:cubicBezTo>
                        <a:pt x="5294" y="0"/>
                        <a:pt x="5241" y="0"/>
                        <a:pt x="5189" y="0"/>
                      </a:cubicBezTo>
                      <a:close/>
                      <a:moveTo>
                        <a:pt x="5903" y="0"/>
                      </a:moveTo>
                      <a:cubicBezTo>
                        <a:pt x="5850" y="0"/>
                        <a:pt x="5850" y="0"/>
                        <a:pt x="5850" y="66"/>
                      </a:cubicBezTo>
                      <a:cubicBezTo>
                        <a:pt x="5850" y="119"/>
                        <a:pt x="5850" y="172"/>
                        <a:pt x="5903" y="172"/>
                      </a:cubicBezTo>
                      <a:lnTo>
                        <a:pt x="6618" y="172"/>
                      </a:lnTo>
                      <a:cubicBezTo>
                        <a:pt x="6671" y="172"/>
                        <a:pt x="6737" y="119"/>
                        <a:pt x="6737" y="66"/>
                      </a:cubicBezTo>
                      <a:cubicBezTo>
                        <a:pt x="6737" y="0"/>
                        <a:pt x="6671" y="0"/>
                        <a:pt x="6618" y="0"/>
                      </a:cubicBezTo>
                      <a:close/>
                      <a:moveTo>
                        <a:pt x="7399" y="0"/>
                      </a:moveTo>
                      <a:cubicBezTo>
                        <a:pt x="7333" y="0"/>
                        <a:pt x="7280" y="0"/>
                        <a:pt x="7280" y="66"/>
                      </a:cubicBezTo>
                      <a:cubicBezTo>
                        <a:pt x="7280" y="119"/>
                        <a:pt x="7333" y="172"/>
                        <a:pt x="7399" y="172"/>
                      </a:cubicBezTo>
                      <a:lnTo>
                        <a:pt x="8114" y="172"/>
                      </a:lnTo>
                      <a:cubicBezTo>
                        <a:pt x="8166" y="172"/>
                        <a:pt x="8219" y="119"/>
                        <a:pt x="8219" y="66"/>
                      </a:cubicBezTo>
                      <a:cubicBezTo>
                        <a:pt x="8219" y="0"/>
                        <a:pt x="8166" y="0"/>
                        <a:pt x="8114" y="0"/>
                      </a:cubicBezTo>
                      <a:close/>
                      <a:moveTo>
                        <a:pt x="8828" y="0"/>
                      </a:moveTo>
                      <a:cubicBezTo>
                        <a:pt x="8775" y="0"/>
                        <a:pt x="8722" y="0"/>
                        <a:pt x="8722" y="66"/>
                      </a:cubicBezTo>
                      <a:cubicBezTo>
                        <a:pt x="8722" y="119"/>
                        <a:pt x="8775" y="172"/>
                        <a:pt x="8828" y="172"/>
                      </a:cubicBezTo>
                      <a:lnTo>
                        <a:pt x="9543" y="172"/>
                      </a:lnTo>
                      <a:cubicBezTo>
                        <a:pt x="9596" y="172"/>
                        <a:pt x="9649" y="119"/>
                        <a:pt x="9649" y="66"/>
                      </a:cubicBezTo>
                      <a:cubicBezTo>
                        <a:pt x="9649" y="0"/>
                        <a:pt x="9596" y="0"/>
                        <a:pt x="9543" y="0"/>
                      </a:cubicBezTo>
                      <a:close/>
                      <a:moveTo>
                        <a:pt x="10258" y="0"/>
                      </a:moveTo>
                      <a:cubicBezTo>
                        <a:pt x="10258" y="0"/>
                        <a:pt x="10205" y="0"/>
                        <a:pt x="10205" y="66"/>
                      </a:cubicBezTo>
                      <a:cubicBezTo>
                        <a:pt x="10205" y="119"/>
                        <a:pt x="10258" y="172"/>
                        <a:pt x="10258" y="172"/>
                      </a:cubicBezTo>
                      <a:lnTo>
                        <a:pt x="11039" y="172"/>
                      </a:lnTo>
                      <a:cubicBezTo>
                        <a:pt x="11091" y="172"/>
                        <a:pt x="11091" y="119"/>
                        <a:pt x="11091" y="66"/>
                      </a:cubicBezTo>
                      <a:lnTo>
                        <a:pt x="11091" y="0"/>
                      </a:lnTo>
                      <a:close/>
                      <a:moveTo>
                        <a:pt x="11753" y="0"/>
                      </a:moveTo>
                      <a:cubicBezTo>
                        <a:pt x="11700" y="0"/>
                        <a:pt x="11634" y="0"/>
                        <a:pt x="11634" y="66"/>
                      </a:cubicBezTo>
                      <a:cubicBezTo>
                        <a:pt x="11634" y="119"/>
                        <a:pt x="11700" y="172"/>
                        <a:pt x="11753" y="172"/>
                      </a:cubicBezTo>
                      <a:lnTo>
                        <a:pt x="12468" y="172"/>
                      </a:lnTo>
                      <a:cubicBezTo>
                        <a:pt x="12521" y="172"/>
                        <a:pt x="12574" y="119"/>
                        <a:pt x="12574" y="66"/>
                      </a:cubicBezTo>
                      <a:cubicBezTo>
                        <a:pt x="12574" y="66"/>
                        <a:pt x="12574" y="0"/>
                        <a:pt x="12521" y="0"/>
                      </a:cubicBezTo>
                      <a:close/>
                      <a:moveTo>
                        <a:pt x="12468" y="728"/>
                      </a:moveTo>
                      <a:cubicBezTo>
                        <a:pt x="12415" y="728"/>
                        <a:pt x="12362" y="728"/>
                        <a:pt x="12362" y="781"/>
                      </a:cubicBezTo>
                      <a:lnTo>
                        <a:pt x="12362" y="1549"/>
                      </a:lnTo>
                      <a:cubicBezTo>
                        <a:pt x="12362" y="1602"/>
                        <a:pt x="12415" y="1602"/>
                        <a:pt x="12468" y="1602"/>
                      </a:cubicBezTo>
                      <a:cubicBezTo>
                        <a:pt x="12521" y="1602"/>
                        <a:pt x="12574" y="1602"/>
                        <a:pt x="12574" y="1549"/>
                      </a:cubicBezTo>
                      <a:lnTo>
                        <a:pt x="12574" y="781"/>
                      </a:lnTo>
                      <a:cubicBezTo>
                        <a:pt x="12574" y="728"/>
                        <a:pt x="12521" y="728"/>
                        <a:pt x="12468" y="728"/>
                      </a:cubicBezTo>
                      <a:close/>
                      <a:moveTo>
                        <a:pt x="12468" y="2157"/>
                      </a:moveTo>
                      <a:cubicBezTo>
                        <a:pt x="12415" y="2157"/>
                        <a:pt x="12362" y="2210"/>
                        <a:pt x="12362" y="2263"/>
                      </a:cubicBezTo>
                      <a:lnTo>
                        <a:pt x="12362" y="2316"/>
                      </a:lnTo>
                      <a:lnTo>
                        <a:pt x="12362" y="2594"/>
                      </a:lnTo>
                      <a:cubicBezTo>
                        <a:pt x="12362" y="2647"/>
                        <a:pt x="12415" y="2713"/>
                        <a:pt x="12468" y="2713"/>
                      </a:cubicBezTo>
                      <a:cubicBezTo>
                        <a:pt x="12521" y="2713"/>
                        <a:pt x="12574" y="2647"/>
                        <a:pt x="12574" y="2594"/>
                      </a:cubicBezTo>
                      <a:lnTo>
                        <a:pt x="12574" y="2316"/>
                      </a:lnTo>
                      <a:lnTo>
                        <a:pt x="12574" y="2263"/>
                      </a:lnTo>
                      <a:cubicBezTo>
                        <a:pt x="12574" y="2210"/>
                        <a:pt x="12521" y="2157"/>
                        <a:pt x="12468" y="215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a:off x="4395212" y="4313815"/>
                  <a:ext cx="87824" cy="146355"/>
                </a:xfrm>
                <a:custGeom>
                  <a:rect b="b" l="l" r="r" t="t"/>
                  <a:pathLst>
                    <a:path extrusionOk="0" h="2648" w="1589">
                      <a:moveTo>
                        <a:pt x="808" y="185"/>
                      </a:moveTo>
                      <a:cubicBezTo>
                        <a:pt x="887" y="185"/>
                        <a:pt x="953" y="212"/>
                        <a:pt x="1019" y="252"/>
                      </a:cubicBezTo>
                      <a:cubicBezTo>
                        <a:pt x="1072" y="278"/>
                        <a:pt x="1125" y="331"/>
                        <a:pt x="1165" y="397"/>
                      </a:cubicBezTo>
                      <a:cubicBezTo>
                        <a:pt x="1205" y="463"/>
                        <a:pt x="1231" y="529"/>
                        <a:pt x="1258" y="609"/>
                      </a:cubicBezTo>
                      <a:cubicBezTo>
                        <a:pt x="1284" y="688"/>
                        <a:pt x="1311" y="768"/>
                        <a:pt x="1311" y="860"/>
                      </a:cubicBezTo>
                      <a:cubicBezTo>
                        <a:pt x="1337" y="940"/>
                        <a:pt x="1337" y="1032"/>
                        <a:pt x="1350" y="1112"/>
                      </a:cubicBezTo>
                      <a:cubicBezTo>
                        <a:pt x="1350" y="1191"/>
                        <a:pt x="1350" y="1271"/>
                        <a:pt x="1350" y="1350"/>
                      </a:cubicBezTo>
                      <a:cubicBezTo>
                        <a:pt x="1350" y="1549"/>
                        <a:pt x="1337" y="1721"/>
                        <a:pt x="1297" y="1866"/>
                      </a:cubicBezTo>
                      <a:cubicBezTo>
                        <a:pt x="1258" y="1999"/>
                        <a:pt x="1218" y="2118"/>
                        <a:pt x="1165" y="2210"/>
                      </a:cubicBezTo>
                      <a:cubicBezTo>
                        <a:pt x="1099" y="2290"/>
                        <a:pt x="1033" y="2356"/>
                        <a:pt x="967" y="2396"/>
                      </a:cubicBezTo>
                      <a:cubicBezTo>
                        <a:pt x="900" y="2435"/>
                        <a:pt x="834" y="2462"/>
                        <a:pt x="768" y="2462"/>
                      </a:cubicBezTo>
                      <a:cubicBezTo>
                        <a:pt x="662" y="2462"/>
                        <a:pt x="569" y="2422"/>
                        <a:pt x="503" y="2356"/>
                      </a:cubicBezTo>
                      <a:cubicBezTo>
                        <a:pt x="437" y="2290"/>
                        <a:pt x="384" y="2197"/>
                        <a:pt x="344" y="2104"/>
                      </a:cubicBezTo>
                      <a:cubicBezTo>
                        <a:pt x="305" y="1999"/>
                        <a:pt x="278" y="1879"/>
                        <a:pt x="252" y="1760"/>
                      </a:cubicBezTo>
                      <a:cubicBezTo>
                        <a:pt x="239" y="1628"/>
                        <a:pt x="239" y="1509"/>
                        <a:pt x="239" y="1403"/>
                      </a:cubicBezTo>
                      <a:cubicBezTo>
                        <a:pt x="239" y="1257"/>
                        <a:pt x="252" y="1112"/>
                        <a:pt x="265" y="979"/>
                      </a:cubicBezTo>
                      <a:cubicBezTo>
                        <a:pt x="292" y="834"/>
                        <a:pt x="331" y="702"/>
                        <a:pt x="371" y="582"/>
                      </a:cubicBezTo>
                      <a:cubicBezTo>
                        <a:pt x="424" y="463"/>
                        <a:pt x="477" y="371"/>
                        <a:pt x="556" y="304"/>
                      </a:cubicBezTo>
                      <a:cubicBezTo>
                        <a:pt x="622" y="225"/>
                        <a:pt x="715" y="185"/>
                        <a:pt x="808" y="185"/>
                      </a:cubicBezTo>
                      <a:close/>
                      <a:moveTo>
                        <a:pt x="821" y="0"/>
                      </a:moveTo>
                      <a:cubicBezTo>
                        <a:pt x="662" y="0"/>
                        <a:pt x="530" y="40"/>
                        <a:pt x="424" y="132"/>
                      </a:cubicBezTo>
                      <a:cubicBezTo>
                        <a:pt x="318" y="225"/>
                        <a:pt x="239" y="344"/>
                        <a:pt x="172" y="477"/>
                      </a:cubicBezTo>
                      <a:cubicBezTo>
                        <a:pt x="119" y="622"/>
                        <a:pt x="67" y="781"/>
                        <a:pt x="40" y="953"/>
                      </a:cubicBezTo>
                      <a:cubicBezTo>
                        <a:pt x="14" y="1125"/>
                        <a:pt x="0" y="1297"/>
                        <a:pt x="0" y="1456"/>
                      </a:cubicBezTo>
                      <a:cubicBezTo>
                        <a:pt x="0" y="1681"/>
                        <a:pt x="27" y="1879"/>
                        <a:pt x="67" y="2025"/>
                      </a:cubicBezTo>
                      <a:cubicBezTo>
                        <a:pt x="119" y="2184"/>
                        <a:pt x="172" y="2303"/>
                        <a:pt x="239" y="2396"/>
                      </a:cubicBezTo>
                      <a:cubicBezTo>
                        <a:pt x="318" y="2488"/>
                        <a:pt x="397" y="2554"/>
                        <a:pt x="490" y="2594"/>
                      </a:cubicBezTo>
                      <a:cubicBezTo>
                        <a:pt x="569" y="2634"/>
                        <a:pt x="662" y="2647"/>
                        <a:pt x="755" y="2647"/>
                      </a:cubicBezTo>
                      <a:cubicBezTo>
                        <a:pt x="834" y="2647"/>
                        <a:pt x="927" y="2634"/>
                        <a:pt x="1033" y="2594"/>
                      </a:cubicBezTo>
                      <a:cubicBezTo>
                        <a:pt x="1125" y="2541"/>
                        <a:pt x="1218" y="2475"/>
                        <a:pt x="1297" y="2369"/>
                      </a:cubicBezTo>
                      <a:cubicBezTo>
                        <a:pt x="1390" y="2277"/>
                        <a:pt x="1456" y="2144"/>
                        <a:pt x="1509" y="1972"/>
                      </a:cubicBezTo>
                      <a:cubicBezTo>
                        <a:pt x="1562" y="1813"/>
                        <a:pt x="1589" y="1602"/>
                        <a:pt x="1589" y="1350"/>
                      </a:cubicBezTo>
                      <a:cubicBezTo>
                        <a:pt x="1589" y="1257"/>
                        <a:pt x="1575" y="1165"/>
                        <a:pt x="1575" y="1059"/>
                      </a:cubicBezTo>
                      <a:cubicBezTo>
                        <a:pt x="1562" y="953"/>
                        <a:pt x="1549" y="860"/>
                        <a:pt x="1536" y="754"/>
                      </a:cubicBezTo>
                      <a:cubicBezTo>
                        <a:pt x="1509" y="649"/>
                        <a:pt x="1483" y="556"/>
                        <a:pt x="1443" y="463"/>
                      </a:cubicBezTo>
                      <a:cubicBezTo>
                        <a:pt x="1403" y="371"/>
                        <a:pt x="1364" y="291"/>
                        <a:pt x="1297" y="225"/>
                      </a:cubicBezTo>
                      <a:cubicBezTo>
                        <a:pt x="1244" y="159"/>
                        <a:pt x="1178" y="106"/>
                        <a:pt x="1099" y="53"/>
                      </a:cubicBezTo>
                      <a:cubicBezTo>
                        <a:pt x="1019" y="13"/>
                        <a:pt x="927"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3"/>
                <p:cNvSpPr/>
                <p:nvPr/>
              </p:nvSpPr>
              <p:spPr>
                <a:xfrm>
                  <a:off x="4452969" y="3127997"/>
                  <a:ext cx="105400" cy="104681"/>
                </a:xfrm>
                <a:custGeom>
                  <a:rect b="b" l="l" r="r" t="t"/>
                  <a:pathLst>
                    <a:path extrusionOk="0" h="1894" w="1907">
                      <a:moveTo>
                        <a:pt x="186" y="1"/>
                      </a:moveTo>
                      <a:cubicBezTo>
                        <a:pt x="147" y="1"/>
                        <a:pt x="94" y="1"/>
                        <a:pt x="54" y="27"/>
                      </a:cubicBezTo>
                      <a:cubicBezTo>
                        <a:pt x="27" y="40"/>
                        <a:pt x="1" y="67"/>
                        <a:pt x="1" y="107"/>
                      </a:cubicBezTo>
                      <a:cubicBezTo>
                        <a:pt x="1" y="133"/>
                        <a:pt x="27" y="160"/>
                        <a:pt x="67" y="160"/>
                      </a:cubicBezTo>
                      <a:cubicBezTo>
                        <a:pt x="107" y="173"/>
                        <a:pt x="173" y="173"/>
                        <a:pt x="239" y="173"/>
                      </a:cubicBezTo>
                      <a:cubicBezTo>
                        <a:pt x="266" y="173"/>
                        <a:pt x="292" y="173"/>
                        <a:pt x="305" y="186"/>
                      </a:cubicBezTo>
                      <a:cubicBezTo>
                        <a:pt x="319" y="186"/>
                        <a:pt x="332" y="186"/>
                        <a:pt x="345" y="199"/>
                      </a:cubicBezTo>
                      <a:cubicBezTo>
                        <a:pt x="358" y="199"/>
                        <a:pt x="372" y="213"/>
                        <a:pt x="385" y="213"/>
                      </a:cubicBezTo>
                      <a:cubicBezTo>
                        <a:pt x="398" y="226"/>
                        <a:pt x="398" y="239"/>
                        <a:pt x="411" y="265"/>
                      </a:cubicBezTo>
                      <a:lnTo>
                        <a:pt x="1020" y="1364"/>
                      </a:lnTo>
                      <a:cubicBezTo>
                        <a:pt x="994" y="1417"/>
                        <a:pt x="967" y="1470"/>
                        <a:pt x="941" y="1523"/>
                      </a:cubicBezTo>
                      <a:cubicBezTo>
                        <a:pt x="914" y="1563"/>
                        <a:pt x="874" y="1602"/>
                        <a:pt x="848" y="1629"/>
                      </a:cubicBezTo>
                      <a:cubicBezTo>
                        <a:pt x="822" y="1655"/>
                        <a:pt x="795" y="1668"/>
                        <a:pt x="755" y="1695"/>
                      </a:cubicBezTo>
                      <a:cubicBezTo>
                        <a:pt x="716" y="1708"/>
                        <a:pt x="689" y="1721"/>
                        <a:pt x="649" y="1721"/>
                      </a:cubicBezTo>
                      <a:cubicBezTo>
                        <a:pt x="597" y="1721"/>
                        <a:pt x="544" y="1708"/>
                        <a:pt x="504" y="1668"/>
                      </a:cubicBezTo>
                      <a:cubicBezTo>
                        <a:pt x="464" y="1642"/>
                        <a:pt x="451" y="1615"/>
                        <a:pt x="451" y="1576"/>
                      </a:cubicBezTo>
                      <a:cubicBezTo>
                        <a:pt x="451" y="1563"/>
                        <a:pt x="451" y="1549"/>
                        <a:pt x="464" y="1536"/>
                      </a:cubicBezTo>
                      <a:cubicBezTo>
                        <a:pt x="464" y="1523"/>
                        <a:pt x="477" y="1510"/>
                        <a:pt x="504" y="1510"/>
                      </a:cubicBezTo>
                      <a:lnTo>
                        <a:pt x="544" y="1510"/>
                      </a:lnTo>
                      <a:cubicBezTo>
                        <a:pt x="557" y="1496"/>
                        <a:pt x="570" y="1496"/>
                        <a:pt x="583" y="1483"/>
                      </a:cubicBezTo>
                      <a:cubicBezTo>
                        <a:pt x="597" y="1483"/>
                        <a:pt x="597" y="1470"/>
                        <a:pt x="610" y="1457"/>
                      </a:cubicBezTo>
                      <a:cubicBezTo>
                        <a:pt x="623" y="1443"/>
                        <a:pt x="623" y="1430"/>
                        <a:pt x="623" y="1404"/>
                      </a:cubicBezTo>
                      <a:cubicBezTo>
                        <a:pt x="623" y="1377"/>
                        <a:pt x="610" y="1351"/>
                        <a:pt x="583" y="1338"/>
                      </a:cubicBezTo>
                      <a:cubicBezTo>
                        <a:pt x="557" y="1324"/>
                        <a:pt x="544" y="1311"/>
                        <a:pt x="517" y="1311"/>
                      </a:cubicBezTo>
                      <a:cubicBezTo>
                        <a:pt x="491" y="1311"/>
                        <a:pt x="451" y="1324"/>
                        <a:pt x="424" y="1338"/>
                      </a:cubicBezTo>
                      <a:cubicBezTo>
                        <a:pt x="398" y="1338"/>
                        <a:pt x="372" y="1364"/>
                        <a:pt x="358" y="1377"/>
                      </a:cubicBezTo>
                      <a:cubicBezTo>
                        <a:pt x="332" y="1404"/>
                        <a:pt x="319" y="1430"/>
                        <a:pt x="305" y="1470"/>
                      </a:cubicBezTo>
                      <a:cubicBezTo>
                        <a:pt x="292" y="1496"/>
                        <a:pt x="279" y="1536"/>
                        <a:pt x="279" y="1576"/>
                      </a:cubicBezTo>
                      <a:cubicBezTo>
                        <a:pt x="279" y="1629"/>
                        <a:pt x="292" y="1668"/>
                        <a:pt x="305" y="1708"/>
                      </a:cubicBezTo>
                      <a:cubicBezTo>
                        <a:pt x="332" y="1748"/>
                        <a:pt x="358" y="1774"/>
                        <a:pt x="385" y="1814"/>
                      </a:cubicBezTo>
                      <a:cubicBezTo>
                        <a:pt x="411" y="1840"/>
                        <a:pt x="451" y="1854"/>
                        <a:pt x="491" y="1867"/>
                      </a:cubicBezTo>
                      <a:cubicBezTo>
                        <a:pt x="530" y="1880"/>
                        <a:pt x="570" y="1893"/>
                        <a:pt x="610" y="1893"/>
                      </a:cubicBezTo>
                      <a:cubicBezTo>
                        <a:pt x="702" y="1893"/>
                        <a:pt x="769" y="1867"/>
                        <a:pt x="835" y="1840"/>
                      </a:cubicBezTo>
                      <a:cubicBezTo>
                        <a:pt x="901" y="1814"/>
                        <a:pt x="967" y="1761"/>
                        <a:pt x="1033" y="1682"/>
                      </a:cubicBezTo>
                      <a:cubicBezTo>
                        <a:pt x="1073" y="1629"/>
                        <a:pt x="1126" y="1563"/>
                        <a:pt x="1152" y="1483"/>
                      </a:cubicBezTo>
                      <a:cubicBezTo>
                        <a:pt x="1192" y="1390"/>
                        <a:pt x="1232" y="1298"/>
                        <a:pt x="1272" y="1192"/>
                      </a:cubicBezTo>
                      <a:lnTo>
                        <a:pt x="1589" y="305"/>
                      </a:lnTo>
                      <a:cubicBezTo>
                        <a:pt x="1602" y="265"/>
                        <a:pt x="1616" y="252"/>
                        <a:pt x="1629" y="239"/>
                      </a:cubicBezTo>
                      <a:cubicBezTo>
                        <a:pt x="1655" y="226"/>
                        <a:pt x="1682" y="226"/>
                        <a:pt x="1735" y="226"/>
                      </a:cubicBezTo>
                      <a:cubicBezTo>
                        <a:pt x="1774" y="226"/>
                        <a:pt x="1814" y="213"/>
                        <a:pt x="1841" y="213"/>
                      </a:cubicBezTo>
                      <a:cubicBezTo>
                        <a:pt x="1880" y="199"/>
                        <a:pt x="1907" y="173"/>
                        <a:pt x="1907" y="133"/>
                      </a:cubicBezTo>
                      <a:cubicBezTo>
                        <a:pt x="1907" y="107"/>
                        <a:pt x="1880" y="80"/>
                        <a:pt x="1854" y="67"/>
                      </a:cubicBezTo>
                      <a:cubicBezTo>
                        <a:pt x="1814" y="54"/>
                        <a:pt x="1774" y="54"/>
                        <a:pt x="1735" y="54"/>
                      </a:cubicBezTo>
                      <a:lnTo>
                        <a:pt x="1219" y="54"/>
                      </a:lnTo>
                      <a:cubicBezTo>
                        <a:pt x="1166" y="54"/>
                        <a:pt x="1139" y="54"/>
                        <a:pt x="1126" y="67"/>
                      </a:cubicBezTo>
                      <a:cubicBezTo>
                        <a:pt x="1113" y="80"/>
                        <a:pt x="1099" y="107"/>
                        <a:pt x="1099" y="133"/>
                      </a:cubicBezTo>
                      <a:cubicBezTo>
                        <a:pt x="1099" y="160"/>
                        <a:pt x="1113" y="186"/>
                        <a:pt x="1126" y="199"/>
                      </a:cubicBezTo>
                      <a:cubicBezTo>
                        <a:pt x="1152" y="213"/>
                        <a:pt x="1192" y="226"/>
                        <a:pt x="1245" y="226"/>
                      </a:cubicBezTo>
                      <a:cubicBezTo>
                        <a:pt x="1285" y="226"/>
                        <a:pt x="1324" y="226"/>
                        <a:pt x="1338" y="239"/>
                      </a:cubicBezTo>
                      <a:cubicBezTo>
                        <a:pt x="1351" y="252"/>
                        <a:pt x="1351" y="265"/>
                        <a:pt x="1351" y="279"/>
                      </a:cubicBezTo>
                      <a:cubicBezTo>
                        <a:pt x="1351" y="305"/>
                        <a:pt x="1351" y="345"/>
                        <a:pt x="1324" y="398"/>
                      </a:cubicBezTo>
                      <a:lnTo>
                        <a:pt x="1099" y="1113"/>
                      </a:lnTo>
                      <a:lnTo>
                        <a:pt x="676" y="305"/>
                      </a:lnTo>
                      <a:cubicBezTo>
                        <a:pt x="663" y="292"/>
                        <a:pt x="649" y="265"/>
                        <a:pt x="649" y="252"/>
                      </a:cubicBezTo>
                      <a:cubicBezTo>
                        <a:pt x="649" y="226"/>
                        <a:pt x="649" y="213"/>
                        <a:pt x="649" y="213"/>
                      </a:cubicBezTo>
                      <a:cubicBezTo>
                        <a:pt x="649" y="186"/>
                        <a:pt x="649" y="186"/>
                        <a:pt x="649" y="173"/>
                      </a:cubicBezTo>
                      <a:lnTo>
                        <a:pt x="676" y="173"/>
                      </a:lnTo>
                      <a:cubicBezTo>
                        <a:pt x="729" y="173"/>
                        <a:pt x="755" y="160"/>
                        <a:pt x="769" y="146"/>
                      </a:cubicBezTo>
                      <a:cubicBezTo>
                        <a:pt x="782" y="120"/>
                        <a:pt x="782" y="107"/>
                        <a:pt x="782" y="80"/>
                      </a:cubicBezTo>
                      <a:cubicBezTo>
                        <a:pt x="782" y="54"/>
                        <a:pt x="782" y="40"/>
                        <a:pt x="755" y="27"/>
                      </a:cubicBezTo>
                      <a:cubicBezTo>
                        <a:pt x="742" y="1"/>
                        <a:pt x="716"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6" name="Google Shape;236;p13"/>
            <p:cNvSpPr/>
            <p:nvPr/>
          </p:nvSpPr>
          <p:spPr>
            <a:xfrm>
              <a:off x="1147048" y="4807395"/>
              <a:ext cx="77053" cy="66983"/>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2">
    <p:spTree>
      <p:nvGrpSpPr>
        <p:cNvPr id="237" name="Shape 237"/>
        <p:cNvGrpSpPr/>
        <p:nvPr/>
      </p:nvGrpSpPr>
      <p:grpSpPr>
        <a:xfrm>
          <a:off x="0" y="0"/>
          <a:ext cx="0" cy="0"/>
          <a:chOff x="0" y="0"/>
          <a:chExt cx="0" cy="0"/>
        </a:xfrm>
      </p:grpSpPr>
      <p:sp>
        <p:nvSpPr>
          <p:cNvPr id="238" name="Google Shape;238;p14"/>
          <p:cNvSpPr txBox="1"/>
          <p:nvPr>
            <p:ph type="title"/>
          </p:nvPr>
        </p:nvSpPr>
        <p:spPr>
          <a:xfrm>
            <a:off x="4533300" y="2609425"/>
            <a:ext cx="3424800" cy="7761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2"/>
              </a:buClr>
              <a:buSzPts val="2200"/>
              <a:buNone/>
              <a:defRPr b="1" sz="2200">
                <a:solidFill>
                  <a:schemeClr val="lt2"/>
                </a:solidFill>
              </a:defRPr>
            </a:lvl1pPr>
            <a:lvl2pPr lvl="1" rtl="0" algn="ctr">
              <a:spcBef>
                <a:spcPts val="0"/>
              </a:spcBef>
              <a:spcAft>
                <a:spcPts val="0"/>
              </a:spcAft>
              <a:buSzPts val="1800"/>
              <a:buFont typeface="Special Elite"/>
              <a:buNone/>
              <a:defRPr sz="1800">
                <a:latin typeface="Special Elite"/>
                <a:ea typeface="Special Elite"/>
                <a:cs typeface="Special Elite"/>
                <a:sym typeface="Special Elite"/>
              </a:defRPr>
            </a:lvl2pPr>
            <a:lvl3pPr lvl="2" rtl="0" algn="ctr">
              <a:spcBef>
                <a:spcPts val="0"/>
              </a:spcBef>
              <a:spcAft>
                <a:spcPts val="0"/>
              </a:spcAft>
              <a:buSzPts val="1800"/>
              <a:buFont typeface="Special Elite"/>
              <a:buNone/>
              <a:defRPr sz="1800">
                <a:latin typeface="Special Elite"/>
                <a:ea typeface="Special Elite"/>
                <a:cs typeface="Special Elite"/>
                <a:sym typeface="Special Elite"/>
              </a:defRPr>
            </a:lvl3pPr>
            <a:lvl4pPr lvl="3" rtl="0" algn="ctr">
              <a:spcBef>
                <a:spcPts val="0"/>
              </a:spcBef>
              <a:spcAft>
                <a:spcPts val="0"/>
              </a:spcAft>
              <a:buSzPts val="1800"/>
              <a:buFont typeface="Special Elite"/>
              <a:buNone/>
              <a:defRPr sz="1800">
                <a:latin typeface="Special Elite"/>
                <a:ea typeface="Special Elite"/>
                <a:cs typeface="Special Elite"/>
                <a:sym typeface="Special Elite"/>
              </a:defRPr>
            </a:lvl4pPr>
            <a:lvl5pPr lvl="4" rtl="0" algn="ctr">
              <a:spcBef>
                <a:spcPts val="0"/>
              </a:spcBef>
              <a:spcAft>
                <a:spcPts val="0"/>
              </a:spcAft>
              <a:buSzPts val="1800"/>
              <a:buFont typeface="Special Elite"/>
              <a:buNone/>
              <a:defRPr sz="1800">
                <a:latin typeface="Special Elite"/>
                <a:ea typeface="Special Elite"/>
                <a:cs typeface="Special Elite"/>
                <a:sym typeface="Special Elite"/>
              </a:defRPr>
            </a:lvl5pPr>
            <a:lvl6pPr lvl="5" rtl="0" algn="ctr">
              <a:spcBef>
                <a:spcPts val="0"/>
              </a:spcBef>
              <a:spcAft>
                <a:spcPts val="0"/>
              </a:spcAft>
              <a:buSzPts val="1800"/>
              <a:buFont typeface="Special Elite"/>
              <a:buNone/>
              <a:defRPr sz="1800">
                <a:latin typeface="Special Elite"/>
                <a:ea typeface="Special Elite"/>
                <a:cs typeface="Special Elite"/>
                <a:sym typeface="Special Elite"/>
              </a:defRPr>
            </a:lvl6pPr>
            <a:lvl7pPr lvl="6" rtl="0" algn="ctr">
              <a:spcBef>
                <a:spcPts val="0"/>
              </a:spcBef>
              <a:spcAft>
                <a:spcPts val="0"/>
              </a:spcAft>
              <a:buSzPts val="1800"/>
              <a:buFont typeface="Special Elite"/>
              <a:buNone/>
              <a:defRPr sz="1800">
                <a:latin typeface="Special Elite"/>
                <a:ea typeface="Special Elite"/>
                <a:cs typeface="Special Elite"/>
                <a:sym typeface="Special Elite"/>
              </a:defRPr>
            </a:lvl7pPr>
            <a:lvl8pPr lvl="7" rtl="0" algn="ctr">
              <a:spcBef>
                <a:spcPts val="0"/>
              </a:spcBef>
              <a:spcAft>
                <a:spcPts val="0"/>
              </a:spcAft>
              <a:buSzPts val="1800"/>
              <a:buFont typeface="Special Elite"/>
              <a:buNone/>
              <a:defRPr sz="1800">
                <a:latin typeface="Special Elite"/>
                <a:ea typeface="Special Elite"/>
                <a:cs typeface="Special Elite"/>
                <a:sym typeface="Special Elite"/>
              </a:defRPr>
            </a:lvl8pPr>
            <a:lvl9pPr lvl="8" rtl="0" algn="ctr">
              <a:spcBef>
                <a:spcPts val="0"/>
              </a:spcBef>
              <a:spcAft>
                <a:spcPts val="0"/>
              </a:spcAft>
              <a:buSzPts val="1800"/>
              <a:buFont typeface="Special Elite"/>
              <a:buNone/>
              <a:defRPr sz="1800">
                <a:latin typeface="Special Elite"/>
                <a:ea typeface="Special Elite"/>
                <a:cs typeface="Special Elite"/>
                <a:sym typeface="Special Elite"/>
              </a:defRPr>
            </a:lvl9pPr>
          </a:lstStyle>
          <a:p/>
        </p:txBody>
      </p:sp>
      <p:sp>
        <p:nvSpPr>
          <p:cNvPr id="239" name="Google Shape;239;p14"/>
          <p:cNvSpPr txBox="1"/>
          <p:nvPr>
            <p:ph idx="2" type="title"/>
          </p:nvPr>
        </p:nvSpPr>
        <p:spPr>
          <a:xfrm>
            <a:off x="1643100" y="1120600"/>
            <a:ext cx="6315000" cy="13782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lt1"/>
              </a:buClr>
              <a:buSzPts val="2900"/>
              <a:buFont typeface="Mukta"/>
              <a:buNone/>
              <a:defRPr b="0" sz="2500">
                <a:solidFill>
                  <a:schemeClr val="lt1"/>
                </a:solidFill>
                <a:latin typeface="Mukta Light"/>
                <a:ea typeface="Mukta Light"/>
                <a:cs typeface="Mukta Light"/>
                <a:sym typeface="Mukta Light"/>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240" name="Google Shape;240;p14"/>
          <p:cNvSpPr/>
          <p:nvPr/>
        </p:nvSpPr>
        <p:spPr>
          <a:xfrm>
            <a:off x="8361668" y="740908"/>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
          <p:cNvSpPr/>
          <p:nvPr/>
        </p:nvSpPr>
        <p:spPr>
          <a:xfrm>
            <a:off x="7397512" y="451651"/>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 name="Google Shape;242;p14"/>
          <p:cNvGrpSpPr/>
          <p:nvPr/>
        </p:nvGrpSpPr>
        <p:grpSpPr>
          <a:xfrm>
            <a:off x="1358354" y="463708"/>
            <a:ext cx="721026" cy="252610"/>
            <a:chOff x="2109963" y="768908"/>
            <a:chExt cx="818604" cy="286796"/>
          </a:xfrm>
        </p:grpSpPr>
        <p:sp>
          <p:nvSpPr>
            <p:cNvPr id="243" name="Google Shape;243;p14"/>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 name="Google Shape;248;p14"/>
          <p:cNvGrpSpPr/>
          <p:nvPr/>
        </p:nvGrpSpPr>
        <p:grpSpPr>
          <a:xfrm>
            <a:off x="577361" y="2038692"/>
            <a:ext cx="595379" cy="434972"/>
            <a:chOff x="570141" y="1610117"/>
            <a:chExt cx="675952" cy="493837"/>
          </a:xfrm>
        </p:grpSpPr>
        <p:sp>
          <p:nvSpPr>
            <p:cNvPr id="249" name="Google Shape;249;p14"/>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 name="Google Shape;252;p14"/>
          <p:cNvGrpSpPr/>
          <p:nvPr/>
        </p:nvGrpSpPr>
        <p:grpSpPr>
          <a:xfrm>
            <a:off x="7061605" y="3896164"/>
            <a:ext cx="1357006" cy="707493"/>
            <a:chOff x="1787352" y="2530363"/>
            <a:chExt cx="1540651" cy="803239"/>
          </a:xfrm>
        </p:grpSpPr>
        <p:sp>
          <p:nvSpPr>
            <p:cNvPr id="253" name="Google Shape;253;p14"/>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259" name="Shape 259"/>
        <p:cNvGrpSpPr/>
        <p:nvPr/>
      </p:nvGrpSpPr>
      <p:grpSpPr>
        <a:xfrm>
          <a:off x="0" y="0"/>
          <a:ext cx="0" cy="0"/>
          <a:chOff x="0" y="0"/>
          <a:chExt cx="0" cy="0"/>
        </a:xfrm>
      </p:grpSpPr>
      <p:sp>
        <p:nvSpPr>
          <p:cNvPr id="260" name="Google Shape;260;p15"/>
          <p:cNvSpPr/>
          <p:nvPr/>
        </p:nvSpPr>
        <p:spPr>
          <a:xfrm>
            <a:off x="665468" y="979633"/>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 name="Google Shape;261;p15"/>
          <p:cNvGrpSpPr/>
          <p:nvPr/>
        </p:nvGrpSpPr>
        <p:grpSpPr>
          <a:xfrm rot="1053141">
            <a:off x="8045603" y="540688"/>
            <a:ext cx="675241" cy="304764"/>
            <a:chOff x="4763863" y="259761"/>
            <a:chExt cx="766705" cy="346045"/>
          </a:xfrm>
        </p:grpSpPr>
        <p:sp>
          <p:nvSpPr>
            <p:cNvPr id="262" name="Google Shape;262;p15"/>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6" name="Google Shape;266;p15"/>
          <p:cNvSpPr/>
          <p:nvPr/>
        </p:nvSpPr>
        <p:spPr>
          <a:xfrm>
            <a:off x="396637" y="44597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CUSTOM_5">
    <p:spTree>
      <p:nvGrpSpPr>
        <p:cNvPr id="268" name="Shape 268"/>
        <p:cNvGrpSpPr/>
        <p:nvPr/>
      </p:nvGrpSpPr>
      <p:grpSpPr>
        <a:xfrm>
          <a:off x="0" y="0"/>
          <a:ext cx="0" cy="0"/>
          <a:chOff x="0" y="0"/>
          <a:chExt cx="0" cy="0"/>
        </a:xfrm>
      </p:grpSpPr>
      <p:sp>
        <p:nvSpPr>
          <p:cNvPr id="269" name="Google Shape;269;p16"/>
          <p:cNvSpPr txBox="1"/>
          <p:nvPr>
            <p:ph idx="1" type="body"/>
          </p:nvPr>
        </p:nvSpPr>
        <p:spPr>
          <a:xfrm>
            <a:off x="886162" y="1663025"/>
            <a:ext cx="3630600" cy="24750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accent2"/>
              </a:buClr>
              <a:buSzPts val="1200"/>
              <a:buFont typeface="Mukta Light"/>
              <a:buChar char="●"/>
              <a:defRPr sz="1400">
                <a:latin typeface="Mukta Light"/>
                <a:ea typeface="Mukta Light"/>
                <a:cs typeface="Mukta Light"/>
                <a:sym typeface="Mukta Light"/>
              </a:defRPr>
            </a:lvl1pPr>
            <a:lvl2pPr indent="-304800" lvl="1" marL="914400" rtl="0">
              <a:spcBef>
                <a:spcPts val="0"/>
              </a:spcBef>
              <a:spcAft>
                <a:spcPts val="0"/>
              </a:spcAft>
              <a:buSzPts val="1200"/>
              <a:buFont typeface="Mukta Light"/>
              <a:buChar char="○"/>
              <a:defRPr sz="1200">
                <a:latin typeface="Mukta Light"/>
                <a:ea typeface="Mukta Light"/>
                <a:cs typeface="Mukta Light"/>
                <a:sym typeface="Mukta Light"/>
              </a:defRPr>
            </a:lvl2pPr>
            <a:lvl3pPr indent="-304800" lvl="2" marL="1371600" rtl="0">
              <a:spcBef>
                <a:spcPts val="1600"/>
              </a:spcBef>
              <a:spcAft>
                <a:spcPts val="0"/>
              </a:spcAft>
              <a:buSzPts val="1200"/>
              <a:buFont typeface="Mukta Light"/>
              <a:buChar char="■"/>
              <a:defRPr sz="1200">
                <a:latin typeface="Mukta Light"/>
                <a:ea typeface="Mukta Light"/>
                <a:cs typeface="Mukta Light"/>
                <a:sym typeface="Mukta Light"/>
              </a:defRPr>
            </a:lvl3pPr>
            <a:lvl4pPr indent="-304800" lvl="3" marL="1828800" rtl="0">
              <a:spcBef>
                <a:spcPts val="1600"/>
              </a:spcBef>
              <a:spcAft>
                <a:spcPts val="0"/>
              </a:spcAft>
              <a:buSzPts val="1200"/>
              <a:buFont typeface="Mukta Light"/>
              <a:buChar char="●"/>
              <a:defRPr sz="1200">
                <a:latin typeface="Mukta Light"/>
                <a:ea typeface="Mukta Light"/>
                <a:cs typeface="Mukta Light"/>
                <a:sym typeface="Mukta Light"/>
              </a:defRPr>
            </a:lvl4pPr>
            <a:lvl5pPr indent="-304800" lvl="4" marL="2286000" rtl="0">
              <a:spcBef>
                <a:spcPts val="1600"/>
              </a:spcBef>
              <a:spcAft>
                <a:spcPts val="0"/>
              </a:spcAft>
              <a:buSzPts val="1200"/>
              <a:buFont typeface="Mukta Light"/>
              <a:buChar char="○"/>
              <a:defRPr sz="1200">
                <a:latin typeface="Mukta Light"/>
                <a:ea typeface="Mukta Light"/>
                <a:cs typeface="Mukta Light"/>
                <a:sym typeface="Mukta Light"/>
              </a:defRPr>
            </a:lvl5pPr>
            <a:lvl6pPr indent="-304800" lvl="5" marL="2743200" rtl="0">
              <a:spcBef>
                <a:spcPts val="1600"/>
              </a:spcBef>
              <a:spcAft>
                <a:spcPts val="0"/>
              </a:spcAft>
              <a:buSzPts val="1200"/>
              <a:buFont typeface="Mukta Light"/>
              <a:buChar char="■"/>
              <a:defRPr sz="1200">
                <a:latin typeface="Mukta Light"/>
                <a:ea typeface="Mukta Light"/>
                <a:cs typeface="Mukta Light"/>
                <a:sym typeface="Mukta Light"/>
              </a:defRPr>
            </a:lvl6pPr>
            <a:lvl7pPr indent="-304800" lvl="6" marL="3200400" rtl="0">
              <a:spcBef>
                <a:spcPts val="1600"/>
              </a:spcBef>
              <a:spcAft>
                <a:spcPts val="0"/>
              </a:spcAft>
              <a:buSzPts val="1200"/>
              <a:buFont typeface="Mukta Light"/>
              <a:buChar char="●"/>
              <a:defRPr sz="1200">
                <a:latin typeface="Mukta Light"/>
                <a:ea typeface="Mukta Light"/>
                <a:cs typeface="Mukta Light"/>
                <a:sym typeface="Mukta Light"/>
              </a:defRPr>
            </a:lvl7pPr>
            <a:lvl8pPr indent="-304800" lvl="7" marL="3657600" rtl="0">
              <a:spcBef>
                <a:spcPts val="1600"/>
              </a:spcBef>
              <a:spcAft>
                <a:spcPts val="0"/>
              </a:spcAft>
              <a:buSzPts val="1200"/>
              <a:buFont typeface="Mukta Light"/>
              <a:buChar char="○"/>
              <a:defRPr sz="1200">
                <a:latin typeface="Mukta Light"/>
                <a:ea typeface="Mukta Light"/>
                <a:cs typeface="Mukta Light"/>
                <a:sym typeface="Mukta Light"/>
              </a:defRPr>
            </a:lvl8pPr>
            <a:lvl9pPr indent="-304800" lvl="8" marL="4114800" rtl="0">
              <a:spcBef>
                <a:spcPts val="1600"/>
              </a:spcBef>
              <a:spcAft>
                <a:spcPts val="1600"/>
              </a:spcAft>
              <a:buSzPts val="1200"/>
              <a:buFont typeface="Mukta Light"/>
              <a:buChar char="■"/>
              <a:defRPr sz="1200">
                <a:latin typeface="Mukta Light"/>
                <a:ea typeface="Mukta Light"/>
                <a:cs typeface="Mukta Light"/>
                <a:sym typeface="Mukta Light"/>
              </a:defRPr>
            </a:lvl9pPr>
          </a:lstStyle>
          <a:p/>
        </p:txBody>
      </p:sp>
      <p:sp>
        <p:nvSpPr>
          <p:cNvPr id="270" name="Google Shape;270;p16"/>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1" name="Google Shape;271;p16"/>
          <p:cNvGrpSpPr/>
          <p:nvPr/>
        </p:nvGrpSpPr>
        <p:grpSpPr>
          <a:xfrm>
            <a:off x="393755" y="4192389"/>
            <a:ext cx="1357006" cy="707493"/>
            <a:chOff x="1787352" y="2530363"/>
            <a:chExt cx="1540651" cy="803239"/>
          </a:xfrm>
        </p:grpSpPr>
        <p:sp>
          <p:nvSpPr>
            <p:cNvPr id="272" name="Google Shape;272;p16"/>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 name="Google Shape;278;p16"/>
          <p:cNvGrpSpPr/>
          <p:nvPr/>
        </p:nvGrpSpPr>
        <p:grpSpPr>
          <a:xfrm>
            <a:off x="622839" y="286352"/>
            <a:ext cx="675314" cy="304797"/>
            <a:chOff x="4763863" y="259761"/>
            <a:chExt cx="766705" cy="346045"/>
          </a:xfrm>
        </p:grpSpPr>
        <p:sp>
          <p:nvSpPr>
            <p:cNvPr id="279" name="Google Shape;279;p16"/>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6"/>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6"/>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16"/>
          <p:cNvSpPr/>
          <p:nvPr/>
        </p:nvSpPr>
        <p:spPr>
          <a:xfrm>
            <a:off x="261600" y="1067401"/>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1949535" y="201342"/>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285" name="Shape 285"/>
        <p:cNvGrpSpPr/>
        <p:nvPr/>
      </p:nvGrpSpPr>
      <p:grpSpPr>
        <a:xfrm>
          <a:off x="0" y="0"/>
          <a:ext cx="0" cy="0"/>
          <a:chOff x="0" y="0"/>
          <a:chExt cx="0" cy="0"/>
        </a:xfrm>
      </p:grpSpPr>
      <p:sp>
        <p:nvSpPr>
          <p:cNvPr id="286" name="Google Shape;286;p17"/>
          <p:cNvSpPr txBox="1"/>
          <p:nvPr>
            <p:ph type="title"/>
          </p:nvPr>
        </p:nvSpPr>
        <p:spPr>
          <a:xfrm>
            <a:off x="720000" y="288051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87" name="Google Shape;287;p17"/>
          <p:cNvSpPr txBox="1"/>
          <p:nvPr>
            <p:ph idx="1" type="subTitle"/>
          </p:nvPr>
        </p:nvSpPr>
        <p:spPr>
          <a:xfrm>
            <a:off x="890850" y="3390851"/>
            <a:ext cx="1994700" cy="82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ukta Light"/>
                <a:ea typeface="Mukta Light"/>
                <a:cs typeface="Mukta Light"/>
                <a:sym typeface="Mukta Light"/>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8" name="Google Shape;288;p17"/>
          <p:cNvSpPr txBox="1"/>
          <p:nvPr>
            <p:ph idx="2" type="title"/>
          </p:nvPr>
        </p:nvSpPr>
        <p:spPr>
          <a:xfrm>
            <a:off x="3403800" y="288051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89" name="Google Shape;289;p17"/>
          <p:cNvSpPr txBox="1"/>
          <p:nvPr>
            <p:ph idx="3" type="subTitle"/>
          </p:nvPr>
        </p:nvSpPr>
        <p:spPr>
          <a:xfrm>
            <a:off x="3575250" y="3390853"/>
            <a:ext cx="1993500" cy="82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ukta Light"/>
                <a:ea typeface="Mukta Light"/>
                <a:cs typeface="Mukta Light"/>
                <a:sym typeface="Mukta Light"/>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90" name="Google Shape;290;p17"/>
          <p:cNvSpPr txBox="1"/>
          <p:nvPr>
            <p:ph idx="4" type="title"/>
          </p:nvPr>
        </p:nvSpPr>
        <p:spPr>
          <a:xfrm>
            <a:off x="6087600" y="288051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91" name="Google Shape;291;p17"/>
          <p:cNvSpPr txBox="1"/>
          <p:nvPr>
            <p:ph idx="5" type="subTitle"/>
          </p:nvPr>
        </p:nvSpPr>
        <p:spPr>
          <a:xfrm>
            <a:off x="6259050" y="3390850"/>
            <a:ext cx="1993500" cy="82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atin typeface="Mukta Light"/>
                <a:ea typeface="Mukta Light"/>
                <a:cs typeface="Mukta Light"/>
                <a:sym typeface="Mukta Light"/>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92" name="Google Shape;292;p17"/>
          <p:cNvSpPr txBox="1"/>
          <p:nvPr>
            <p:ph idx="6"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3" name="Google Shape;293;p17"/>
          <p:cNvSpPr/>
          <p:nvPr/>
        </p:nvSpPr>
        <p:spPr>
          <a:xfrm>
            <a:off x="8589593" y="42909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7"/>
          <p:cNvSpPr/>
          <p:nvPr/>
        </p:nvSpPr>
        <p:spPr>
          <a:xfrm>
            <a:off x="8016637" y="19447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 name="Google Shape;295;p17"/>
          <p:cNvGrpSpPr/>
          <p:nvPr/>
        </p:nvGrpSpPr>
        <p:grpSpPr>
          <a:xfrm>
            <a:off x="544879" y="290520"/>
            <a:ext cx="721026" cy="252610"/>
            <a:chOff x="2109963" y="768908"/>
            <a:chExt cx="818604" cy="286796"/>
          </a:xfrm>
        </p:grpSpPr>
        <p:sp>
          <p:nvSpPr>
            <p:cNvPr id="296" name="Google Shape;296;p17"/>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7"/>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7"/>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7"/>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7"/>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 name="Google Shape;301;p17"/>
          <p:cNvGrpSpPr/>
          <p:nvPr/>
        </p:nvGrpSpPr>
        <p:grpSpPr>
          <a:xfrm>
            <a:off x="8252556" y="1120038"/>
            <a:ext cx="563833" cy="258403"/>
            <a:chOff x="6301529" y="2700815"/>
            <a:chExt cx="640137" cy="293373"/>
          </a:xfrm>
        </p:grpSpPr>
        <p:sp>
          <p:nvSpPr>
            <p:cNvPr id="302" name="Google Shape;302;p17"/>
            <p:cNvSpPr/>
            <p:nvPr/>
          </p:nvSpPr>
          <p:spPr>
            <a:xfrm>
              <a:off x="6301529" y="2703026"/>
              <a:ext cx="188802" cy="281656"/>
            </a:xfrm>
            <a:custGeom>
              <a:rect b="b" l="l" r="r" t="t"/>
              <a:pathLst>
                <a:path extrusionOk="0" h="5096" w="3416">
                  <a:moveTo>
                    <a:pt x="2528" y="609"/>
                  </a:moveTo>
                  <a:lnTo>
                    <a:pt x="2356" y="3177"/>
                  </a:lnTo>
                  <a:cubicBezTo>
                    <a:pt x="2211" y="3190"/>
                    <a:pt x="2039" y="3203"/>
                    <a:pt x="1853" y="3216"/>
                  </a:cubicBezTo>
                  <a:cubicBezTo>
                    <a:pt x="1668" y="3216"/>
                    <a:pt x="1496" y="3229"/>
                    <a:pt x="1324" y="3243"/>
                  </a:cubicBezTo>
                  <a:cubicBezTo>
                    <a:pt x="1165" y="3243"/>
                    <a:pt x="1020" y="3243"/>
                    <a:pt x="901" y="3256"/>
                  </a:cubicBezTo>
                  <a:lnTo>
                    <a:pt x="702" y="3256"/>
                  </a:lnTo>
                  <a:cubicBezTo>
                    <a:pt x="662" y="3256"/>
                    <a:pt x="636" y="3256"/>
                    <a:pt x="623" y="3243"/>
                  </a:cubicBezTo>
                  <a:cubicBezTo>
                    <a:pt x="623" y="3229"/>
                    <a:pt x="623" y="3216"/>
                    <a:pt x="623" y="3203"/>
                  </a:cubicBezTo>
                  <a:cubicBezTo>
                    <a:pt x="623" y="3177"/>
                    <a:pt x="623" y="3163"/>
                    <a:pt x="649" y="3137"/>
                  </a:cubicBezTo>
                  <a:cubicBezTo>
                    <a:pt x="676" y="3110"/>
                    <a:pt x="689" y="3097"/>
                    <a:pt x="689" y="3084"/>
                  </a:cubicBezTo>
                  <a:lnTo>
                    <a:pt x="2528" y="609"/>
                  </a:lnTo>
                  <a:close/>
                  <a:moveTo>
                    <a:pt x="2714" y="0"/>
                  </a:moveTo>
                  <a:cubicBezTo>
                    <a:pt x="2648" y="0"/>
                    <a:pt x="2581" y="27"/>
                    <a:pt x="2515" y="66"/>
                  </a:cubicBezTo>
                  <a:cubicBezTo>
                    <a:pt x="2462" y="119"/>
                    <a:pt x="2423" y="146"/>
                    <a:pt x="2409" y="172"/>
                  </a:cubicBezTo>
                  <a:cubicBezTo>
                    <a:pt x="2264" y="357"/>
                    <a:pt x="2131" y="530"/>
                    <a:pt x="2012" y="688"/>
                  </a:cubicBezTo>
                  <a:cubicBezTo>
                    <a:pt x="1893" y="834"/>
                    <a:pt x="1774" y="980"/>
                    <a:pt x="1668" y="1125"/>
                  </a:cubicBezTo>
                  <a:lnTo>
                    <a:pt x="1351" y="1562"/>
                  </a:lnTo>
                  <a:cubicBezTo>
                    <a:pt x="1245" y="1707"/>
                    <a:pt x="1126" y="1866"/>
                    <a:pt x="993" y="2038"/>
                  </a:cubicBezTo>
                  <a:cubicBezTo>
                    <a:pt x="874" y="2197"/>
                    <a:pt x="728" y="2396"/>
                    <a:pt x="583" y="2594"/>
                  </a:cubicBezTo>
                  <a:cubicBezTo>
                    <a:pt x="437" y="2806"/>
                    <a:pt x="265" y="3031"/>
                    <a:pt x="67" y="3296"/>
                  </a:cubicBezTo>
                  <a:cubicBezTo>
                    <a:pt x="40" y="3335"/>
                    <a:pt x="27" y="3362"/>
                    <a:pt x="14" y="3388"/>
                  </a:cubicBezTo>
                  <a:cubicBezTo>
                    <a:pt x="1" y="3415"/>
                    <a:pt x="1" y="3441"/>
                    <a:pt x="1" y="3468"/>
                  </a:cubicBezTo>
                  <a:cubicBezTo>
                    <a:pt x="1" y="3521"/>
                    <a:pt x="27" y="3574"/>
                    <a:pt x="80" y="3600"/>
                  </a:cubicBezTo>
                  <a:cubicBezTo>
                    <a:pt x="133" y="3640"/>
                    <a:pt x="186" y="3653"/>
                    <a:pt x="265" y="3653"/>
                  </a:cubicBezTo>
                  <a:cubicBezTo>
                    <a:pt x="345" y="3653"/>
                    <a:pt x="570" y="3640"/>
                    <a:pt x="901" y="3627"/>
                  </a:cubicBezTo>
                  <a:cubicBezTo>
                    <a:pt x="1231" y="3613"/>
                    <a:pt x="1721" y="3600"/>
                    <a:pt x="2343" y="3587"/>
                  </a:cubicBezTo>
                  <a:lnTo>
                    <a:pt x="2343" y="3587"/>
                  </a:lnTo>
                  <a:lnTo>
                    <a:pt x="2290" y="4540"/>
                  </a:lnTo>
                  <a:cubicBezTo>
                    <a:pt x="2290" y="4632"/>
                    <a:pt x="2264" y="4685"/>
                    <a:pt x="2211" y="4725"/>
                  </a:cubicBezTo>
                  <a:cubicBezTo>
                    <a:pt x="2158" y="4752"/>
                    <a:pt x="2078" y="4778"/>
                    <a:pt x="1986" y="4778"/>
                  </a:cubicBezTo>
                  <a:cubicBezTo>
                    <a:pt x="1973" y="4778"/>
                    <a:pt x="1946" y="4778"/>
                    <a:pt x="1893" y="4791"/>
                  </a:cubicBezTo>
                  <a:cubicBezTo>
                    <a:pt x="1853" y="4791"/>
                    <a:pt x="1801" y="4791"/>
                    <a:pt x="1748" y="4804"/>
                  </a:cubicBezTo>
                  <a:cubicBezTo>
                    <a:pt x="1695" y="4804"/>
                    <a:pt x="1642" y="4804"/>
                    <a:pt x="1576" y="4818"/>
                  </a:cubicBezTo>
                  <a:lnTo>
                    <a:pt x="1430" y="4818"/>
                  </a:lnTo>
                  <a:cubicBezTo>
                    <a:pt x="1390" y="4818"/>
                    <a:pt x="1351" y="4831"/>
                    <a:pt x="1311" y="4844"/>
                  </a:cubicBezTo>
                  <a:cubicBezTo>
                    <a:pt x="1271" y="4857"/>
                    <a:pt x="1245" y="4897"/>
                    <a:pt x="1245" y="4950"/>
                  </a:cubicBezTo>
                  <a:cubicBezTo>
                    <a:pt x="1245" y="5003"/>
                    <a:pt x="1271" y="5056"/>
                    <a:pt x="1324" y="5069"/>
                  </a:cubicBezTo>
                  <a:cubicBezTo>
                    <a:pt x="1377" y="5082"/>
                    <a:pt x="1417" y="5096"/>
                    <a:pt x="1456" y="5096"/>
                  </a:cubicBezTo>
                  <a:lnTo>
                    <a:pt x="2965" y="5096"/>
                  </a:lnTo>
                  <a:cubicBezTo>
                    <a:pt x="3045" y="5096"/>
                    <a:pt x="3111" y="5082"/>
                    <a:pt x="3164" y="5069"/>
                  </a:cubicBezTo>
                  <a:cubicBezTo>
                    <a:pt x="3217" y="5043"/>
                    <a:pt x="3230" y="5003"/>
                    <a:pt x="3230" y="4937"/>
                  </a:cubicBezTo>
                  <a:cubicBezTo>
                    <a:pt x="3230" y="4884"/>
                    <a:pt x="3217" y="4844"/>
                    <a:pt x="3164" y="4818"/>
                  </a:cubicBezTo>
                  <a:cubicBezTo>
                    <a:pt x="3124" y="4804"/>
                    <a:pt x="3058" y="4791"/>
                    <a:pt x="2965" y="4791"/>
                  </a:cubicBezTo>
                  <a:cubicBezTo>
                    <a:pt x="2912" y="4791"/>
                    <a:pt x="2859" y="4791"/>
                    <a:pt x="2793" y="4778"/>
                  </a:cubicBezTo>
                  <a:cubicBezTo>
                    <a:pt x="2740" y="4778"/>
                    <a:pt x="2714" y="4738"/>
                    <a:pt x="2714" y="4699"/>
                  </a:cubicBezTo>
                  <a:cubicBezTo>
                    <a:pt x="2714" y="4672"/>
                    <a:pt x="2714" y="4619"/>
                    <a:pt x="2714" y="4527"/>
                  </a:cubicBezTo>
                  <a:cubicBezTo>
                    <a:pt x="2727" y="4447"/>
                    <a:pt x="2727" y="4341"/>
                    <a:pt x="2727" y="4235"/>
                  </a:cubicBezTo>
                  <a:cubicBezTo>
                    <a:pt x="2740" y="4129"/>
                    <a:pt x="2740" y="4010"/>
                    <a:pt x="2753" y="3904"/>
                  </a:cubicBezTo>
                  <a:cubicBezTo>
                    <a:pt x="2753" y="3785"/>
                    <a:pt x="2767" y="3679"/>
                    <a:pt x="2767" y="3587"/>
                  </a:cubicBezTo>
                  <a:lnTo>
                    <a:pt x="3230" y="3587"/>
                  </a:lnTo>
                  <a:cubicBezTo>
                    <a:pt x="3256" y="3587"/>
                    <a:pt x="3296" y="3574"/>
                    <a:pt x="3336" y="3547"/>
                  </a:cubicBezTo>
                  <a:cubicBezTo>
                    <a:pt x="3389" y="3534"/>
                    <a:pt x="3415" y="3481"/>
                    <a:pt x="3415" y="3415"/>
                  </a:cubicBezTo>
                  <a:cubicBezTo>
                    <a:pt x="3415" y="3349"/>
                    <a:pt x="3389" y="3296"/>
                    <a:pt x="3349" y="3269"/>
                  </a:cubicBezTo>
                  <a:cubicBezTo>
                    <a:pt x="3309" y="3229"/>
                    <a:pt x="3256" y="3216"/>
                    <a:pt x="3190" y="3203"/>
                  </a:cubicBezTo>
                  <a:lnTo>
                    <a:pt x="2793" y="3177"/>
                  </a:lnTo>
                  <a:cubicBezTo>
                    <a:pt x="2793" y="3031"/>
                    <a:pt x="2793" y="2846"/>
                    <a:pt x="2806" y="2647"/>
                  </a:cubicBezTo>
                  <a:cubicBezTo>
                    <a:pt x="2806" y="2435"/>
                    <a:pt x="2820" y="2224"/>
                    <a:pt x="2833" y="1999"/>
                  </a:cubicBezTo>
                  <a:cubicBezTo>
                    <a:pt x="2846" y="1774"/>
                    <a:pt x="2859" y="1549"/>
                    <a:pt x="2873" y="1337"/>
                  </a:cubicBezTo>
                  <a:cubicBezTo>
                    <a:pt x="2899" y="1112"/>
                    <a:pt x="2912" y="927"/>
                    <a:pt x="2926" y="755"/>
                  </a:cubicBezTo>
                  <a:cubicBezTo>
                    <a:pt x="2939" y="569"/>
                    <a:pt x="2952" y="424"/>
                    <a:pt x="2952" y="318"/>
                  </a:cubicBezTo>
                  <a:cubicBezTo>
                    <a:pt x="2965" y="199"/>
                    <a:pt x="2965" y="146"/>
                    <a:pt x="2965" y="132"/>
                  </a:cubicBezTo>
                  <a:cubicBezTo>
                    <a:pt x="2965" y="93"/>
                    <a:pt x="2952" y="53"/>
                    <a:pt x="2899" y="40"/>
                  </a:cubicBezTo>
                  <a:cubicBezTo>
                    <a:pt x="2846" y="13"/>
                    <a:pt x="2780" y="0"/>
                    <a:pt x="2714"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7"/>
            <p:cNvSpPr/>
            <p:nvPr/>
          </p:nvSpPr>
          <p:spPr>
            <a:xfrm>
              <a:off x="6504149" y="2700815"/>
              <a:ext cx="177804" cy="287515"/>
            </a:xfrm>
            <a:custGeom>
              <a:rect b="b" l="l" r="r" t="t"/>
              <a:pathLst>
                <a:path extrusionOk="0" h="5202" w="3217">
                  <a:moveTo>
                    <a:pt x="1668" y="0"/>
                  </a:moveTo>
                  <a:cubicBezTo>
                    <a:pt x="1417" y="0"/>
                    <a:pt x="1192" y="53"/>
                    <a:pt x="1007" y="159"/>
                  </a:cubicBezTo>
                  <a:cubicBezTo>
                    <a:pt x="808" y="265"/>
                    <a:pt x="649" y="384"/>
                    <a:pt x="517" y="530"/>
                  </a:cubicBezTo>
                  <a:cubicBezTo>
                    <a:pt x="385" y="662"/>
                    <a:pt x="279" y="808"/>
                    <a:pt x="212" y="967"/>
                  </a:cubicBezTo>
                  <a:cubicBezTo>
                    <a:pt x="146" y="1112"/>
                    <a:pt x="120" y="1231"/>
                    <a:pt x="120" y="1337"/>
                  </a:cubicBezTo>
                  <a:cubicBezTo>
                    <a:pt x="120" y="1350"/>
                    <a:pt x="120" y="1377"/>
                    <a:pt x="120" y="1417"/>
                  </a:cubicBezTo>
                  <a:cubicBezTo>
                    <a:pt x="120" y="1456"/>
                    <a:pt x="133" y="1509"/>
                    <a:pt x="146" y="1549"/>
                  </a:cubicBezTo>
                  <a:cubicBezTo>
                    <a:pt x="173" y="1589"/>
                    <a:pt x="199" y="1628"/>
                    <a:pt x="239" y="1655"/>
                  </a:cubicBezTo>
                  <a:cubicBezTo>
                    <a:pt x="279" y="1695"/>
                    <a:pt x="332" y="1708"/>
                    <a:pt x="398" y="1708"/>
                  </a:cubicBezTo>
                  <a:cubicBezTo>
                    <a:pt x="504" y="1708"/>
                    <a:pt x="583" y="1681"/>
                    <a:pt x="649" y="1628"/>
                  </a:cubicBezTo>
                  <a:cubicBezTo>
                    <a:pt x="715" y="1575"/>
                    <a:pt x="742" y="1509"/>
                    <a:pt x="742" y="1417"/>
                  </a:cubicBezTo>
                  <a:cubicBezTo>
                    <a:pt x="742" y="1377"/>
                    <a:pt x="729" y="1350"/>
                    <a:pt x="715" y="1324"/>
                  </a:cubicBezTo>
                  <a:cubicBezTo>
                    <a:pt x="702" y="1297"/>
                    <a:pt x="689" y="1271"/>
                    <a:pt x="662" y="1258"/>
                  </a:cubicBezTo>
                  <a:lnTo>
                    <a:pt x="623" y="1192"/>
                  </a:lnTo>
                  <a:cubicBezTo>
                    <a:pt x="610" y="1165"/>
                    <a:pt x="596" y="1139"/>
                    <a:pt x="596" y="1112"/>
                  </a:cubicBezTo>
                  <a:cubicBezTo>
                    <a:pt x="596" y="1072"/>
                    <a:pt x="623" y="1020"/>
                    <a:pt x="662" y="940"/>
                  </a:cubicBezTo>
                  <a:cubicBezTo>
                    <a:pt x="715" y="861"/>
                    <a:pt x="782" y="781"/>
                    <a:pt x="874" y="702"/>
                  </a:cubicBezTo>
                  <a:cubicBezTo>
                    <a:pt x="954" y="609"/>
                    <a:pt x="1060" y="543"/>
                    <a:pt x="1192" y="477"/>
                  </a:cubicBezTo>
                  <a:cubicBezTo>
                    <a:pt x="1311" y="411"/>
                    <a:pt x="1457" y="384"/>
                    <a:pt x="1602" y="384"/>
                  </a:cubicBezTo>
                  <a:cubicBezTo>
                    <a:pt x="1774" y="384"/>
                    <a:pt x="1907" y="411"/>
                    <a:pt x="2012" y="464"/>
                  </a:cubicBezTo>
                  <a:cubicBezTo>
                    <a:pt x="2132" y="517"/>
                    <a:pt x="2224" y="596"/>
                    <a:pt x="2290" y="675"/>
                  </a:cubicBezTo>
                  <a:cubicBezTo>
                    <a:pt x="2357" y="768"/>
                    <a:pt x="2410" y="861"/>
                    <a:pt x="2436" y="967"/>
                  </a:cubicBezTo>
                  <a:cubicBezTo>
                    <a:pt x="2462" y="1059"/>
                    <a:pt x="2489" y="1165"/>
                    <a:pt x="2489" y="1258"/>
                  </a:cubicBezTo>
                  <a:cubicBezTo>
                    <a:pt x="2489" y="1470"/>
                    <a:pt x="2449" y="1681"/>
                    <a:pt x="2370" y="1906"/>
                  </a:cubicBezTo>
                  <a:cubicBezTo>
                    <a:pt x="2290" y="2131"/>
                    <a:pt x="2198" y="2370"/>
                    <a:pt x="2065" y="2595"/>
                  </a:cubicBezTo>
                  <a:cubicBezTo>
                    <a:pt x="1946" y="2833"/>
                    <a:pt x="1801" y="3058"/>
                    <a:pt x="1629" y="3296"/>
                  </a:cubicBezTo>
                  <a:cubicBezTo>
                    <a:pt x="1470" y="3521"/>
                    <a:pt x="1298" y="3733"/>
                    <a:pt x="1126" y="3931"/>
                  </a:cubicBezTo>
                  <a:cubicBezTo>
                    <a:pt x="954" y="4130"/>
                    <a:pt x="782" y="4315"/>
                    <a:pt x="610" y="4487"/>
                  </a:cubicBezTo>
                  <a:cubicBezTo>
                    <a:pt x="437" y="4646"/>
                    <a:pt x="279" y="4778"/>
                    <a:pt x="133" y="4884"/>
                  </a:cubicBezTo>
                  <a:cubicBezTo>
                    <a:pt x="93" y="4924"/>
                    <a:pt x="67" y="4950"/>
                    <a:pt x="40" y="4964"/>
                  </a:cubicBezTo>
                  <a:cubicBezTo>
                    <a:pt x="14" y="4990"/>
                    <a:pt x="1" y="5017"/>
                    <a:pt x="1" y="5043"/>
                  </a:cubicBezTo>
                  <a:cubicBezTo>
                    <a:pt x="1" y="5083"/>
                    <a:pt x="14" y="5109"/>
                    <a:pt x="40" y="5149"/>
                  </a:cubicBezTo>
                  <a:cubicBezTo>
                    <a:pt x="67" y="5189"/>
                    <a:pt x="120" y="5202"/>
                    <a:pt x="186" y="5202"/>
                  </a:cubicBezTo>
                  <a:cubicBezTo>
                    <a:pt x="239" y="5202"/>
                    <a:pt x="292" y="5189"/>
                    <a:pt x="345" y="5175"/>
                  </a:cubicBezTo>
                  <a:cubicBezTo>
                    <a:pt x="385" y="5162"/>
                    <a:pt x="424" y="5136"/>
                    <a:pt x="437" y="5122"/>
                  </a:cubicBezTo>
                  <a:lnTo>
                    <a:pt x="1510" y="5122"/>
                  </a:lnTo>
                  <a:cubicBezTo>
                    <a:pt x="1642" y="5122"/>
                    <a:pt x="1774" y="5122"/>
                    <a:pt x="1893" y="5136"/>
                  </a:cubicBezTo>
                  <a:lnTo>
                    <a:pt x="2674" y="5136"/>
                  </a:lnTo>
                  <a:cubicBezTo>
                    <a:pt x="2701" y="5136"/>
                    <a:pt x="2727" y="5122"/>
                    <a:pt x="2767" y="5109"/>
                  </a:cubicBezTo>
                  <a:cubicBezTo>
                    <a:pt x="2807" y="5083"/>
                    <a:pt x="2833" y="5043"/>
                    <a:pt x="2873" y="5003"/>
                  </a:cubicBezTo>
                  <a:cubicBezTo>
                    <a:pt x="2979" y="4805"/>
                    <a:pt x="3058" y="4659"/>
                    <a:pt x="3124" y="4567"/>
                  </a:cubicBezTo>
                  <a:cubicBezTo>
                    <a:pt x="3177" y="4461"/>
                    <a:pt x="3217" y="4394"/>
                    <a:pt x="3217" y="4355"/>
                  </a:cubicBezTo>
                  <a:cubicBezTo>
                    <a:pt x="3217" y="4315"/>
                    <a:pt x="3190" y="4275"/>
                    <a:pt x="3151" y="4262"/>
                  </a:cubicBezTo>
                  <a:cubicBezTo>
                    <a:pt x="3111" y="4236"/>
                    <a:pt x="3071" y="4222"/>
                    <a:pt x="3032" y="4222"/>
                  </a:cubicBezTo>
                  <a:cubicBezTo>
                    <a:pt x="2965" y="4222"/>
                    <a:pt x="2926" y="4249"/>
                    <a:pt x="2899" y="4275"/>
                  </a:cubicBezTo>
                  <a:cubicBezTo>
                    <a:pt x="2873" y="4302"/>
                    <a:pt x="2846" y="4342"/>
                    <a:pt x="2820" y="4368"/>
                  </a:cubicBezTo>
                  <a:lnTo>
                    <a:pt x="2661" y="4619"/>
                  </a:lnTo>
                  <a:cubicBezTo>
                    <a:pt x="2621" y="4672"/>
                    <a:pt x="2595" y="4712"/>
                    <a:pt x="2568" y="4725"/>
                  </a:cubicBezTo>
                  <a:cubicBezTo>
                    <a:pt x="2555" y="4739"/>
                    <a:pt x="2529" y="4752"/>
                    <a:pt x="2502" y="4752"/>
                  </a:cubicBezTo>
                  <a:lnTo>
                    <a:pt x="2251" y="4752"/>
                  </a:lnTo>
                  <a:cubicBezTo>
                    <a:pt x="2132" y="4752"/>
                    <a:pt x="1973" y="4739"/>
                    <a:pt x="1801" y="4739"/>
                  </a:cubicBezTo>
                  <a:lnTo>
                    <a:pt x="1285" y="4739"/>
                  </a:lnTo>
                  <a:cubicBezTo>
                    <a:pt x="1099" y="4725"/>
                    <a:pt x="954" y="4725"/>
                    <a:pt x="821" y="4712"/>
                  </a:cubicBezTo>
                  <a:cubicBezTo>
                    <a:pt x="940" y="4606"/>
                    <a:pt x="1073" y="4474"/>
                    <a:pt x="1232" y="4315"/>
                  </a:cubicBezTo>
                  <a:cubicBezTo>
                    <a:pt x="1377" y="4156"/>
                    <a:pt x="1536" y="3984"/>
                    <a:pt x="1695" y="3799"/>
                  </a:cubicBezTo>
                  <a:cubicBezTo>
                    <a:pt x="1854" y="3614"/>
                    <a:pt x="1999" y="3415"/>
                    <a:pt x="2145" y="3203"/>
                  </a:cubicBezTo>
                  <a:cubicBezTo>
                    <a:pt x="2304" y="2992"/>
                    <a:pt x="2436" y="2780"/>
                    <a:pt x="2555" y="2568"/>
                  </a:cubicBezTo>
                  <a:cubicBezTo>
                    <a:pt x="2674" y="2343"/>
                    <a:pt x="2767" y="2131"/>
                    <a:pt x="2833" y="1920"/>
                  </a:cubicBezTo>
                  <a:cubicBezTo>
                    <a:pt x="2912" y="1695"/>
                    <a:pt x="2952" y="1483"/>
                    <a:pt x="2952" y="1271"/>
                  </a:cubicBezTo>
                  <a:cubicBezTo>
                    <a:pt x="2952" y="1099"/>
                    <a:pt x="2926" y="940"/>
                    <a:pt x="2873" y="781"/>
                  </a:cubicBezTo>
                  <a:cubicBezTo>
                    <a:pt x="2833" y="622"/>
                    <a:pt x="2754" y="490"/>
                    <a:pt x="2661" y="384"/>
                  </a:cubicBezTo>
                  <a:cubicBezTo>
                    <a:pt x="2555" y="265"/>
                    <a:pt x="2423" y="172"/>
                    <a:pt x="2264" y="106"/>
                  </a:cubicBezTo>
                  <a:cubicBezTo>
                    <a:pt x="2105" y="40"/>
                    <a:pt x="1907"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7"/>
            <p:cNvSpPr/>
            <p:nvPr/>
          </p:nvSpPr>
          <p:spPr>
            <a:xfrm>
              <a:off x="6708261" y="2850763"/>
              <a:ext cx="40292" cy="139778"/>
            </a:xfrm>
            <a:custGeom>
              <a:rect b="b" l="l" r="r" t="t"/>
              <a:pathLst>
                <a:path extrusionOk="0" h="2529" w="729">
                  <a:moveTo>
                    <a:pt x="371" y="1"/>
                  </a:moveTo>
                  <a:cubicBezTo>
                    <a:pt x="305" y="1"/>
                    <a:pt x="252" y="14"/>
                    <a:pt x="199" y="40"/>
                  </a:cubicBezTo>
                  <a:cubicBezTo>
                    <a:pt x="159" y="54"/>
                    <a:pt x="119" y="80"/>
                    <a:pt x="93" y="120"/>
                  </a:cubicBezTo>
                  <a:cubicBezTo>
                    <a:pt x="53" y="146"/>
                    <a:pt x="40" y="186"/>
                    <a:pt x="27" y="226"/>
                  </a:cubicBezTo>
                  <a:cubicBezTo>
                    <a:pt x="14" y="265"/>
                    <a:pt x="0" y="305"/>
                    <a:pt x="0" y="331"/>
                  </a:cubicBezTo>
                  <a:cubicBezTo>
                    <a:pt x="0" y="411"/>
                    <a:pt x="40" y="490"/>
                    <a:pt x="93" y="556"/>
                  </a:cubicBezTo>
                  <a:cubicBezTo>
                    <a:pt x="146" y="623"/>
                    <a:pt x="225" y="662"/>
                    <a:pt x="358" y="662"/>
                  </a:cubicBezTo>
                  <a:cubicBezTo>
                    <a:pt x="477" y="662"/>
                    <a:pt x="569" y="623"/>
                    <a:pt x="636" y="556"/>
                  </a:cubicBezTo>
                  <a:cubicBezTo>
                    <a:pt x="702" y="490"/>
                    <a:pt x="728" y="411"/>
                    <a:pt x="728" y="318"/>
                  </a:cubicBezTo>
                  <a:cubicBezTo>
                    <a:pt x="728" y="252"/>
                    <a:pt x="702" y="173"/>
                    <a:pt x="649" y="106"/>
                  </a:cubicBezTo>
                  <a:cubicBezTo>
                    <a:pt x="583" y="27"/>
                    <a:pt x="490" y="1"/>
                    <a:pt x="371" y="1"/>
                  </a:cubicBezTo>
                  <a:close/>
                  <a:moveTo>
                    <a:pt x="371" y="1867"/>
                  </a:moveTo>
                  <a:cubicBezTo>
                    <a:pt x="305" y="1867"/>
                    <a:pt x="252" y="1880"/>
                    <a:pt x="199" y="1906"/>
                  </a:cubicBezTo>
                  <a:cubicBezTo>
                    <a:pt x="159" y="1920"/>
                    <a:pt x="119" y="1946"/>
                    <a:pt x="93" y="1986"/>
                  </a:cubicBezTo>
                  <a:cubicBezTo>
                    <a:pt x="53" y="2012"/>
                    <a:pt x="40" y="2052"/>
                    <a:pt x="27" y="2092"/>
                  </a:cubicBezTo>
                  <a:cubicBezTo>
                    <a:pt x="14" y="2131"/>
                    <a:pt x="0" y="2171"/>
                    <a:pt x="0" y="2211"/>
                  </a:cubicBezTo>
                  <a:cubicBezTo>
                    <a:pt x="0" y="2277"/>
                    <a:pt x="40" y="2356"/>
                    <a:pt x="93" y="2423"/>
                  </a:cubicBezTo>
                  <a:cubicBezTo>
                    <a:pt x="146" y="2502"/>
                    <a:pt x="225" y="2529"/>
                    <a:pt x="358" y="2529"/>
                  </a:cubicBezTo>
                  <a:cubicBezTo>
                    <a:pt x="477" y="2529"/>
                    <a:pt x="569" y="2502"/>
                    <a:pt x="636" y="2423"/>
                  </a:cubicBezTo>
                  <a:cubicBezTo>
                    <a:pt x="702" y="2356"/>
                    <a:pt x="728" y="2277"/>
                    <a:pt x="728" y="2198"/>
                  </a:cubicBezTo>
                  <a:cubicBezTo>
                    <a:pt x="728" y="2118"/>
                    <a:pt x="702" y="2039"/>
                    <a:pt x="649" y="1973"/>
                  </a:cubicBezTo>
                  <a:cubicBezTo>
                    <a:pt x="583" y="1906"/>
                    <a:pt x="490" y="1867"/>
                    <a:pt x="371" y="1867"/>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7"/>
            <p:cNvSpPr/>
            <p:nvPr/>
          </p:nvSpPr>
          <p:spPr>
            <a:xfrm>
              <a:off x="6771877" y="2701534"/>
              <a:ext cx="169789" cy="292655"/>
            </a:xfrm>
            <a:custGeom>
              <a:rect b="b" l="l" r="r" t="t"/>
              <a:pathLst>
                <a:path extrusionOk="0" h="5295" w="3072">
                  <a:moveTo>
                    <a:pt x="1642" y="371"/>
                  </a:moveTo>
                  <a:cubicBezTo>
                    <a:pt x="1814" y="371"/>
                    <a:pt x="1960" y="411"/>
                    <a:pt x="2079" y="477"/>
                  </a:cubicBezTo>
                  <a:cubicBezTo>
                    <a:pt x="2198" y="543"/>
                    <a:pt x="2304" y="636"/>
                    <a:pt x="2383" y="742"/>
                  </a:cubicBezTo>
                  <a:cubicBezTo>
                    <a:pt x="2463" y="848"/>
                    <a:pt x="2529" y="954"/>
                    <a:pt x="2555" y="1086"/>
                  </a:cubicBezTo>
                  <a:cubicBezTo>
                    <a:pt x="2595" y="1218"/>
                    <a:pt x="2621" y="1337"/>
                    <a:pt x="2621" y="1443"/>
                  </a:cubicBezTo>
                  <a:cubicBezTo>
                    <a:pt x="2621" y="1562"/>
                    <a:pt x="2595" y="1682"/>
                    <a:pt x="2542" y="1814"/>
                  </a:cubicBezTo>
                  <a:cubicBezTo>
                    <a:pt x="2502" y="1946"/>
                    <a:pt x="2436" y="2065"/>
                    <a:pt x="2343" y="2184"/>
                  </a:cubicBezTo>
                  <a:cubicBezTo>
                    <a:pt x="2238" y="2304"/>
                    <a:pt x="2118" y="2409"/>
                    <a:pt x="1973" y="2489"/>
                  </a:cubicBezTo>
                  <a:cubicBezTo>
                    <a:pt x="1841" y="2582"/>
                    <a:pt x="1668" y="2621"/>
                    <a:pt x="1457" y="2621"/>
                  </a:cubicBezTo>
                  <a:cubicBezTo>
                    <a:pt x="1311" y="2621"/>
                    <a:pt x="1179" y="2595"/>
                    <a:pt x="1060" y="2542"/>
                  </a:cubicBezTo>
                  <a:cubicBezTo>
                    <a:pt x="941" y="2489"/>
                    <a:pt x="835" y="2409"/>
                    <a:pt x="742" y="2317"/>
                  </a:cubicBezTo>
                  <a:cubicBezTo>
                    <a:pt x="663" y="2224"/>
                    <a:pt x="596" y="2105"/>
                    <a:pt x="543" y="1986"/>
                  </a:cubicBezTo>
                  <a:cubicBezTo>
                    <a:pt x="491" y="1854"/>
                    <a:pt x="464" y="1721"/>
                    <a:pt x="464" y="1562"/>
                  </a:cubicBezTo>
                  <a:cubicBezTo>
                    <a:pt x="464" y="1351"/>
                    <a:pt x="504" y="1179"/>
                    <a:pt x="557" y="1033"/>
                  </a:cubicBezTo>
                  <a:cubicBezTo>
                    <a:pt x="623" y="874"/>
                    <a:pt x="716" y="755"/>
                    <a:pt x="821" y="662"/>
                  </a:cubicBezTo>
                  <a:cubicBezTo>
                    <a:pt x="927" y="557"/>
                    <a:pt x="1046" y="490"/>
                    <a:pt x="1192" y="437"/>
                  </a:cubicBezTo>
                  <a:cubicBezTo>
                    <a:pt x="1338" y="398"/>
                    <a:pt x="1483" y="371"/>
                    <a:pt x="1642" y="371"/>
                  </a:cubicBezTo>
                  <a:close/>
                  <a:moveTo>
                    <a:pt x="1589" y="1"/>
                  </a:moveTo>
                  <a:cubicBezTo>
                    <a:pt x="1298" y="1"/>
                    <a:pt x="1060" y="40"/>
                    <a:pt x="861" y="146"/>
                  </a:cubicBezTo>
                  <a:cubicBezTo>
                    <a:pt x="663" y="239"/>
                    <a:pt x="491" y="358"/>
                    <a:pt x="371" y="504"/>
                  </a:cubicBezTo>
                  <a:cubicBezTo>
                    <a:pt x="239" y="649"/>
                    <a:pt x="146" y="821"/>
                    <a:pt x="93" y="1007"/>
                  </a:cubicBezTo>
                  <a:cubicBezTo>
                    <a:pt x="27" y="1192"/>
                    <a:pt x="1" y="1364"/>
                    <a:pt x="1" y="1536"/>
                  </a:cubicBezTo>
                  <a:cubicBezTo>
                    <a:pt x="1" y="1761"/>
                    <a:pt x="41" y="1959"/>
                    <a:pt x="107" y="2145"/>
                  </a:cubicBezTo>
                  <a:cubicBezTo>
                    <a:pt x="186" y="2330"/>
                    <a:pt x="279" y="2489"/>
                    <a:pt x="398" y="2621"/>
                  </a:cubicBezTo>
                  <a:cubicBezTo>
                    <a:pt x="517" y="2754"/>
                    <a:pt x="663" y="2846"/>
                    <a:pt x="821" y="2926"/>
                  </a:cubicBezTo>
                  <a:cubicBezTo>
                    <a:pt x="980" y="2992"/>
                    <a:pt x="1152" y="3031"/>
                    <a:pt x="1338" y="3031"/>
                  </a:cubicBezTo>
                  <a:cubicBezTo>
                    <a:pt x="1430" y="3031"/>
                    <a:pt x="1536" y="3018"/>
                    <a:pt x="1655" y="2992"/>
                  </a:cubicBezTo>
                  <a:cubicBezTo>
                    <a:pt x="1761" y="2965"/>
                    <a:pt x="1880" y="2926"/>
                    <a:pt x="1986" y="2886"/>
                  </a:cubicBezTo>
                  <a:cubicBezTo>
                    <a:pt x="2092" y="2833"/>
                    <a:pt x="2198" y="2767"/>
                    <a:pt x="2291" y="2701"/>
                  </a:cubicBezTo>
                  <a:cubicBezTo>
                    <a:pt x="2396" y="2621"/>
                    <a:pt x="2476" y="2529"/>
                    <a:pt x="2555" y="2423"/>
                  </a:cubicBezTo>
                  <a:lnTo>
                    <a:pt x="2555" y="2423"/>
                  </a:lnTo>
                  <a:cubicBezTo>
                    <a:pt x="2516" y="2648"/>
                    <a:pt x="2436" y="2886"/>
                    <a:pt x="2343" y="3124"/>
                  </a:cubicBezTo>
                  <a:cubicBezTo>
                    <a:pt x="2251" y="3362"/>
                    <a:pt x="2132" y="3601"/>
                    <a:pt x="1986" y="3839"/>
                  </a:cubicBezTo>
                  <a:cubicBezTo>
                    <a:pt x="1841" y="4064"/>
                    <a:pt x="1695" y="4276"/>
                    <a:pt x="1523" y="4474"/>
                  </a:cubicBezTo>
                  <a:cubicBezTo>
                    <a:pt x="1351" y="4659"/>
                    <a:pt x="1166" y="4818"/>
                    <a:pt x="967" y="4951"/>
                  </a:cubicBezTo>
                  <a:cubicBezTo>
                    <a:pt x="927" y="4977"/>
                    <a:pt x="888" y="5017"/>
                    <a:pt x="874" y="5030"/>
                  </a:cubicBezTo>
                  <a:cubicBezTo>
                    <a:pt x="848" y="5056"/>
                    <a:pt x="835" y="5096"/>
                    <a:pt x="835" y="5136"/>
                  </a:cubicBezTo>
                  <a:cubicBezTo>
                    <a:pt x="835" y="5202"/>
                    <a:pt x="848" y="5242"/>
                    <a:pt x="901" y="5255"/>
                  </a:cubicBezTo>
                  <a:cubicBezTo>
                    <a:pt x="941" y="5281"/>
                    <a:pt x="980" y="5295"/>
                    <a:pt x="1020" y="5295"/>
                  </a:cubicBezTo>
                  <a:cubicBezTo>
                    <a:pt x="1073" y="5295"/>
                    <a:pt x="1126" y="5281"/>
                    <a:pt x="1166" y="5268"/>
                  </a:cubicBezTo>
                  <a:cubicBezTo>
                    <a:pt x="1218" y="5242"/>
                    <a:pt x="1258" y="5215"/>
                    <a:pt x="1311" y="5176"/>
                  </a:cubicBezTo>
                  <a:cubicBezTo>
                    <a:pt x="1470" y="5043"/>
                    <a:pt x="1642" y="4871"/>
                    <a:pt x="1854" y="4659"/>
                  </a:cubicBezTo>
                  <a:cubicBezTo>
                    <a:pt x="2052" y="4434"/>
                    <a:pt x="2251" y="4143"/>
                    <a:pt x="2449" y="3786"/>
                  </a:cubicBezTo>
                  <a:cubicBezTo>
                    <a:pt x="2529" y="3640"/>
                    <a:pt x="2608" y="3468"/>
                    <a:pt x="2688" y="3283"/>
                  </a:cubicBezTo>
                  <a:cubicBezTo>
                    <a:pt x="2754" y="3111"/>
                    <a:pt x="2820" y="2912"/>
                    <a:pt x="2886" y="2714"/>
                  </a:cubicBezTo>
                  <a:cubicBezTo>
                    <a:pt x="2939" y="2515"/>
                    <a:pt x="2979" y="2304"/>
                    <a:pt x="3018" y="2092"/>
                  </a:cubicBezTo>
                  <a:cubicBezTo>
                    <a:pt x="3058" y="1893"/>
                    <a:pt x="3071" y="1682"/>
                    <a:pt x="3071" y="1470"/>
                  </a:cubicBezTo>
                  <a:cubicBezTo>
                    <a:pt x="3071" y="1337"/>
                    <a:pt x="3045" y="1179"/>
                    <a:pt x="3005" y="1007"/>
                  </a:cubicBezTo>
                  <a:cubicBezTo>
                    <a:pt x="2966" y="834"/>
                    <a:pt x="2899" y="676"/>
                    <a:pt x="2780" y="530"/>
                  </a:cubicBezTo>
                  <a:cubicBezTo>
                    <a:pt x="2674" y="371"/>
                    <a:pt x="2529" y="252"/>
                    <a:pt x="2330" y="159"/>
                  </a:cubicBezTo>
                  <a:cubicBezTo>
                    <a:pt x="2132" y="54"/>
                    <a:pt x="1893" y="1"/>
                    <a:pt x="1589"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6" name="Google Shape;306;p17"/>
          <p:cNvSpPr/>
          <p:nvPr/>
        </p:nvSpPr>
        <p:spPr>
          <a:xfrm>
            <a:off x="298005" y="858252"/>
            <a:ext cx="84950" cy="18350"/>
          </a:xfrm>
          <a:custGeom>
            <a:rect b="b" l="l" r="r" t="t"/>
            <a:pathLst>
              <a:path extrusionOk="0" h="332" w="1537">
                <a:moveTo>
                  <a:pt x="1" y="1"/>
                </a:moveTo>
                <a:lnTo>
                  <a:pt x="1" y="332"/>
                </a:lnTo>
                <a:lnTo>
                  <a:pt x="1536" y="332"/>
                </a:lnTo>
                <a:lnTo>
                  <a:pt x="15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
    <p:spTree>
      <p:nvGrpSpPr>
        <p:cNvPr id="307" name="Shape 307"/>
        <p:cNvGrpSpPr/>
        <p:nvPr/>
      </p:nvGrpSpPr>
      <p:grpSpPr>
        <a:xfrm>
          <a:off x="0" y="0"/>
          <a:ext cx="0" cy="0"/>
          <a:chOff x="0" y="0"/>
          <a:chExt cx="0" cy="0"/>
        </a:xfrm>
      </p:grpSpPr>
      <p:sp>
        <p:nvSpPr>
          <p:cNvPr id="308" name="Google Shape;308;p18"/>
          <p:cNvSpPr txBox="1"/>
          <p:nvPr>
            <p:ph type="title"/>
          </p:nvPr>
        </p:nvSpPr>
        <p:spPr>
          <a:xfrm>
            <a:off x="2056752" y="1542150"/>
            <a:ext cx="2139600" cy="37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sz="2200">
                <a:solidFill>
                  <a:schemeClr val="lt2"/>
                </a:solidFill>
              </a:defRPr>
            </a:lvl1pPr>
            <a:lvl2pPr lvl="1"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2pPr>
            <a:lvl3pPr lvl="2"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3pPr>
            <a:lvl4pPr lvl="3"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4pPr>
            <a:lvl5pPr lvl="4"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5pPr>
            <a:lvl6pPr lvl="5"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6pPr>
            <a:lvl7pPr lvl="6"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7pPr>
            <a:lvl8pPr lvl="7"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8pPr>
            <a:lvl9pPr lvl="8"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9pPr>
          </a:lstStyle>
          <a:p/>
        </p:txBody>
      </p:sp>
      <p:sp>
        <p:nvSpPr>
          <p:cNvPr id="309" name="Google Shape;309;p18"/>
          <p:cNvSpPr txBox="1"/>
          <p:nvPr>
            <p:ph idx="1" type="subTitle"/>
          </p:nvPr>
        </p:nvSpPr>
        <p:spPr>
          <a:xfrm>
            <a:off x="2056752" y="1913800"/>
            <a:ext cx="2139600" cy="74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400"/>
              <a:buFont typeface="Mukta Light"/>
              <a:buNone/>
              <a:defRPr sz="1400">
                <a:latin typeface="Mukta Light"/>
                <a:ea typeface="Mukta Light"/>
                <a:cs typeface="Mukta Light"/>
                <a:sym typeface="Mukta Light"/>
              </a:defRPr>
            </a:lvl1pPr>
            <a:lvl2pPr lvl="1"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2pPr>
            <a:lvl3pPr lvl="2"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3pPr>
            <a:lvl4pPr lvl="3"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4pPr>
            <a:lvl5pPr lvl="4"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5pPr>
            <a:lvl6pPr lvl="5"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6pPr>
            <a:lvl7pPr lvl="6"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7pPr>
            <a:lvl8pPr lvl="7"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8pPr>
            <a:lvl9pPr lvl="8" rtl="0">
              <a:spcBef>
                <a:spcPts val="1600"/>
              </a:spcBef>
              <a:spcAft>
                <a:spcPts val="1600"/>
              </a:spcAft>
              <a:buClr>
                <a:srgbClr val="434343"/>
              </a:buClr>
              <a:buSzPts val="1400"/>
              <a:buFont typeface="Mukta Light"/>
              <a:buNone/>
              <a:defRPr>
                <a:solidFill>
                  <a:srgbClr val="434343"/>
                </a:solidFill>
                <a:latin typeface="Mukta Light"/>
                <a:ea typeface="Mukta Light"/>
                <a:cs typeface="Mukta Light"/>
                <a:sym typeface="Mukta Light"/>
              </a:defRPr>
            </a:lvl9pPr>
          </a:lstStyle>
          <a:p/>
        </p:txBody>
      </p:sp>
      <p:sp>
        <p:nvSpPr>
          <p:cNvPr id="310" name="Google Shape;310;p18"/>
          <p:cNvSpPr txBox="1"/>
          <p:nvPr>
            <p:ph idx="2" type="title"/>
          </p:nvPr>
        </p:nvSpPr>
        <p:spPr>
          <a:xfrm>
            <a:off x="5801722" y="1542150"/>
            <a:ext cx="2139600" cy="37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sz="2200">
                <a:solidFill>
                  <a:schemeClr val="lt2"/>
                </a:solidFill>
              </a:defRPr>
            </a:lvl1pPr>
            <a:lvl2pPr lvl="1"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2pPr>
            <a:lvl3pPr lvl="2"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3pPr>
            <a:lvl4pPr lvl="3"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4pPr>
            <a:lvl5pPr lvl="4"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5pPr>
            <a:lvl6pPr lvl="5"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6pPr>
            <a:lvl7pPr lvl="6"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7pPr>
            <a:lvl8pPr lvl="7"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8pPr>
            <a:lvl9pPr lvl="8"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9pPr>
          </a:lstStyle>
          <a:p/>
        </p:txBody>
      </p:sp>
      <p:sp>
        <p:nvSpPr>
          <p:cNvPr id="311" name="Google Shape;311;p18"/>
          <p:cNvSpPr txBox="1"/>
          <p:nvPr>
            <p:ph idx="3" type="subTitle"/>
          </p:nvPr>
        </p:nvSpPr>
        <p:spPr>
          <a:xfrm>
            <a:off x="5801706" y="1913800"/>
            <a:ext cx="2139600" cy="74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400"/>
              <a:buFont typeface="Mukta Light"/>
              <a:buNone/>
              <a:defRPr sz="1400">
                <a:latin typeface="Mukta Light"/>
                <a:ea typeface="Mukta Light"/>
                <a:cs typeface="Mukta Light"/>
                <a:sym typeface="Mukta Light"/>
              </a:defRPr>
            </a:lvl1pPr>
            <a:lvl2pPr lvl="1"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2pPr>
            <a:lvl3pPr lvl="2"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3pPr>
            <a:lvl4pPr lvl="3"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4pPr>
            <a:lvl5pPr lvl="4"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5pPr>
            <a:lvl6pPr lvl="5"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6pPr>
            <a:lvl7pPr lvl="6"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7pPr>
            <a:lvl8pPr lvl="7"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8pPr>
            <a:lvl9pPr lvl="8" rtl="0">
              <a:spcBef>
                <a:spcPts val="1600"/>
              </a:spcBef>
              <a:spcAft>
                <a:spcPts val="1600"/>
              </a:spcAft>
              <a:buClr>
                <a:srgbClr val="434343"/>
              </a:buClr>
              <a:buSzPts val="1400"/>
              <a:buFont typeface="Mukta Light"/>
              <a:buNone/>
              <a:defRPr>
                <a:solidFill>
                  <a:srgbClr val="434343"/>
                </a:solidFill>
                <a:latin typeface="Mukta Light"/>
                <a:ea typeface="Mukta Light"/>
                <a:cs typeface="Mukta Light"/>
                <a:sym typeface="Mukta Light"/>
              </a:defRPr>
            </a:lvl9pPr>
          </a:lstStyle>
          <a:p/>
        </p:txBody>
      </p:sp>
      <p:sp>
        <p:nvSpPr>
          <p:cNvPr id="312" name="Google Shape;312;p18"/>
          <p:cNvSpPr txBox="1"/>
          <p:nvPr>
            <p:ph idx="4" type="title"/>
          </p:nvPr>
        </p:nvSpPr>
        <p:spPr>
          <a:xfrm>
            <a:off x="2056752" y="3224925"/>
            <a:ext cx="2139600" cy="37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sz="2200">
                <a:solidFill>
                  <a:schemeClr val="lt2"/>
                </a:solidFill>
              </a:defRPr>
            </a:lvl1pPr>
            <a:lvl2pPr lvl="1"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2pPr>
            <a:lvl3pPr lvl="2"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3pPr>
            <a:lvl4pPr lvl="3"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4pPr>
            <a:lvl5pPr lvl="4"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5pPr>
            <a:lvl6pPr lvl="5"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6pPr>
            <a:lvl7pPr lvl="6"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7pPr>
            <a:lvl8pPr lvl="7"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8pPr>
            <a:lvl9pPr lvl="8"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9pPr>
          </a:lstStyle>
          <a:p/>
        </p:txBody>
      </p:sp>
      <p:sp>
        <p:nvSpPr>
          <p:cNvPr id="313" name="Google Shape;313;p18"/>
          <p:cNvSpPr txBox="1"/>
          <p:nvPr>
            <p:ph idx="5" type="subTitle"/>
          </p:nvPr>
        </p:nvSpPr>
        <p:spPr>
          <a:xfrm>
            <a:off x="2056752" y="3596575"/>
            <a:ext cx="2139600" cy="74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400"/>
              <a:buFont typeface="Mukta Light"/>
              <a:buNone/>
              <a:defRPr sz="1400">
                <a:latin typeface="Mukta Light"/>
                <a:ea typeface="Mukta Light"/>
                <a:cs typeface="Mukta Light"/>
                <a:sym typeface="Mukta Light"/>
              </a:defRPr>
            </a:lvl1pPr>
            <a:lvl2pPr lvl="1"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2pPr>
            <a:lvl3pPr lvl="2"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3pPr>
            <a:lvl4pPr lvl="3"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4pPr>
            <a:lvl5pPr lvl="4"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5pPr>
            <a:lvl6pPr lvl="5"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6pPr>
            <a:lvl7pPr lvl="6"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7pPr>
            <a:lvl8pPr lvl="7"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8pPr>
            <a:lvl9pPr lvl="8" rtl="0">
              <a:spcBef>
                <a:spcPts val="1600"/>
              </a:spcBef>
              <a:spcAft>
                <a:spcPts val="1600"/>
              </a:spcAft>
              <a:buClr>
                <a:srgbClr val="434343"/>
              </a:buClr>
              <a:buSzPts val="1400"/>
              <a:buFont typeface="Mukta Light"/>
              <a:buNone/>
              <a:defRPr>
                <a:solidFill>
                  <a:srgbClr val="434343"/>
                </a:solidFill>
                <a:latin typeface="Mukta Light"/>
                <a:ea typeface="Mukta Light"/>
                <a:cs typeface="Mukta Light"/>
                <a:sym typeface="Mukta Light"/>
              </a:defRPr>
            </a:lvl9pPr>
          </a:lstStyle>
          <a:p/>
        </p:txBody>
      </p:sp>
      <p:sp>
        <p:nvSpPr>
          <p:cNvPr id="314" name="Google Shape;314;p18"/>
          <p:cNvSpPr txBox="1"/>
          <p:nvPr>
            <p:ph idx="6" type="title"/>
          </p:nvPr>
        </p:nvSpPr>
        <p:spPr>
          <a:xfrm>
            <a:off x="5801722" y="3224925"/>
            <a:ext cx="2139600" cy="371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800"/>
              <a:buNone/>
              <a:defRPr sz="2200">
                <a:solidFill>
                  <a:schemeClr val="lt2"/>
                </a:solidFill>
              </a:defRPr>
            </a:lvl1pPr>
            <a:lvl2pPr lvl="1"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2pPr>
            <a:lvl3pPr lvl="2"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3pPr>
            <a:lvl4pPr lvl="3"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4pPr>
            <a:lvl5pPr lvl="4"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5pPr>
            <a:lvl6pPr lvl="5"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6pPr>
            <a:lvl7pPr lvl="6"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7pPr>
            <a:lvl8pPr lvl="7"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8pPr>
            <a:lvl9pPr lvl="8" rtl="0">
              <a:spcBef>
                <a:spcPts val="0"/>
              </a:spcBef>
              <a:spcAft>
                <a:spcPts val="0"/>
              </a:spcAft>
              <a:buClr>
                <a:schemeClr val="lt2"/>
              </a:buClr>
              <a:buSzPts val="1800"/>
              <a:buFont typeface="Chelsea Market"/>
              <a:buNone/>
              <a:defRPr sz="1800">
                <a:solidFill>
                  <a:schemeClr val="lt2"/>
                </a:solidFill>
                <a:latin typeface="Chelsea Market"/>
                <a:ea typeface="Chelsea Market"/>
                <a:cs typeface="Chelsea Market"/>
                <a:sym typeface="Chelsea Market"/>
              </a:defRPr>
            </a:lvl9pPr>
          </a:lstStyle>
          <a:p/>
        </p:txBody>
      </p:sp>
      <p:sp>
        <p:nvSpPr>
          <p:cNvPr id="315" name="Google Shape;315;p18"/>
          <p:cNvSpPr txBox="1"/>
          <p:nvPr>
            <p:ph idx="7" type="subTitle"/>
          </p:nvPr>
        </p:nvSpPr>
        <p:spPr>
          <a:xfrm>
            <a:off x="5801706" y="3596575"/>
            <a:ext cx="2139600" cy="743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400"/>
              <a:buFont typeface="Mukta Light"/>
              <a:buNone/>
              <a:defRPr sz="1400">
                <a:latin typeface="Mukta Light"/>
                <a:ea typeface="Mukta Light"/>
                <a:cs typeface="Mukta Light"/>
                <a:sym typeface="Mukta Light"/>
              </a:defRPr>
            </a:lvl1pPr>
            <a:lvl2pPr lvl="1"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2pPr>
            <a:lvl3pPr lvl="2"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3pPr>
            <a:lvl4pPr lvl="3"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4pPr>
            <a:lvl5pPr lvl="4"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5pPr>
            <a:lvl6pPr lvl="5"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6pPr>
            <a:lvl7pPr lvl="6"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7pPr>
            <a:lvl8pPr lvl="7" rtl="0">
              <a:spcBef>
                <a:spcPts val="1600"/>
              </a:spcBef>
              <a:spcAft>
                <a:spcPts val="0"/>
              </a:spcAft>
              <a:buClr>
                <a:srgbClr val="434343"/>
              </a:buClr>
              <a:buSzPts val="1400"/>
              <a:buFont typeface="Mukta Light"/>
              <a:buNone/>
              <a:defRPr>
                <a:solidFill>
                  <a:srgbClr val="434343"/>
                </a:solidFill>
                <a:latin typeface="Mukta Light"/>
                <a:ea typeface="Mukta Light"/>
                <a:cs typeface="Mukta Light"/>
                <a:sym typeface="Mukta Light"/>
              </a:defRPr>
            </a:lvl8pPr>
            <a:lvl9pPr lvl="8" rtl="0">
              <a:spcBef>
                <a:spcPts val="1600"/>
              </a:spcBef>
              <a:spcAft>
                <a:spcPts val="1600"/>
              </a:spcAft>
              <a:buClr>
                <a:srgbClr val="434343"/>
              </a:buClr>
              <a:buSzPts val="1400"/>
              <a:buFont typeface="Mukta Light"/>
              <a:buNone/>
              <a:defRPr>
                <a:solidFill>
                  <a:srgbClr val="434343"/>
                </a:solidFill>
                <a:latin typeface="Mukta Light"/>
                <a:ea typeface="Mukta Light"/>
                <a:cs typeface="Mukta Light"/>
                <a:sym typeface="Mukta Light"/>
              </a:defRPr>
            </a:lvl9pPr>
          </a:lstStyle>
          <a:p/>
        </p:txBody>
      </p:sp>
      <p:sp>
        <p:nvSpPr>
          <p:cNvPr id="316" name="Google Shape;316;p18"/>
          <p:cNvSpPr txBox="1"/>
          <p:nvPr>
            <p:ph idx="8"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7" name="Google Shape;317;p18"/>
          <p:cNvSpPr/>
          <p:nvPr/>
        </p:nvSpPr>
        <p:spPr>
          <a:xfrm rot="-1315996">
            <a:off x="329193" y="3356546"/>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404093" y="284364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 name="Google Shape;319;p18"/>
          <p:cNvGrpSpPr/>
          <p:nvPr/>
        </p:nvGrpSpPr>
        <p:grpSpPr>
          <a:xfrm>
            <a:off x="213318" y="3936723"/>
            <a:ext cx="1010783" cy="1042425"/>
            <a:chOff x="213318" y="3936723"/>
            <a:chExt cx="1010783" cy="1042425"/>
          </a:xfrm>
        </p:grpSpPr>
        <p:grpSp>
          <p:nvGrpSpPr>
            <p:cNvPr id="320" name="Google Shape;320;p18"/>
            <p:cNvGrpSpPr/>
            <p:nvPr/>
          </p:nvGrpSpPr>
          <p:grpSpPr>
            <a:xfrm>
              <a:off x="213318" y="3936723"/>
              <a:ext cx="882102" cy="1042425"/>
              <a:chOff x="4385705" y="3356597"/>
              <a:chExt cx="1127287" cy="1332173"/>
            </a:xfrm>
          </p:grpSpPr>
          <p:sp>
            <p:nvSpPr>
              <p:cNvPr id="321" name="Google Shape;321;p18"/>
              <p:cNvSpPr/>
              <p:nvPr/>
            </p:nvSpPr>
            <p:spPr>
              <a:xfrm>
                <a:off x="4513711" y="4188355"/>
                <a:ext cx="30067" cy="292655"/>
              </a:xfrm>
              <a:custGeom>
                <a:rect b="b" l="l" r="r" t="t"/>
                <a:pathLst>
                  <a:path extrusionOk="0" h="5295" w="544">
                    <a:moveTo>
                      <a:pt x="0" y="0"/>
                    </a:moveTo>
                    <a:lnTo>
                      <a:pt x="0" y="5294"/>
                    </a:lnTo>
                    <a:lnTo>
                      <a:pt x="543" y="5294"/>
                    </a:lnTo>
                    <a:lnTo>
                      <a:pt x="543" y="3150"/>
                    </a:lnTo>
                    <a:lnTo>
                      <a:pt x="278" y="3150"/>
                    </a:lnTo>
                    <a:cubicBezTo>
                      <a:pt x="212" y="3150"/>
                      <a:pt x="159" y="3097"/>
                      <a:pt x="159" y="3044"/>
                    </a:cubicBezTo>
                    <a:cubicBezTo>
                      <a:pt x="159" y="2978"/>
                      <a:pt x="212" y="2978"/>
                      <a:pt x="278" y="2978"/>
                    </a:cubicBezTo>
                    <a:lnTo>
                      <a:pt x="543" y="2978"/>
                    </a:lnTo>
                    <a:lnTo>
                      <a:pt x="543" y="66"/>
                    </a:lnTo>
                    <a:cubicBezTo>
                      <a:pt x="331" y="66"/>
                      <a:pt x="159" y="6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 name="Google Shape;322;p18"/>
              <p:cNvGrpSpPr/>
              <p:nvPr/>
            </p:nvGrpSpPr>
            <p:grpSpPr>
              <a:xfrm>
                <a:off x="4385705" y="3356597"/>
                <a:ext cx="1127287" cy="1332173"/>
                <a:chOff x="4385705" y="3127997"/>
                <a:chExt cx="1127287" cy="1332173"/>
              </a:xfrm>
            </p:grpSpPr>
            <p:sp>
              <p:nvSpPr>
                <p:cNvPr id="323" name="Google Shape;323;p18"/>
                <p:cNvSpPr/>
                <p:nvPr/>
              </p:nvSpPr>
              <p:spPr>
                <a:xfrm>
                  <a:off x="4513711" y="3396499"/>
                  <a:ext cx="30067" cy="566960"/>
                </a:xfrm>
                <a:custGeom>
                  <a:rect b="b" l="l" r="r" t="t"/>
                  <a:pathLst>
                    <a:path extrusionOk="0" h="10258" w="544">
                      <a:moveTo>
                        <a:pt x="0" y="0"/>
                      </a:moveTo>
                      <a:lnTo>
                        <a:pt x="0" y="10191"/>
                      </a:lnTo>
                      <a:cubicBezTo>
                        <a:pt x="159" y="10257"/>
                        <a:pt x="331" y="10257"/>
                        <a:pt x="543" y="10257"/>
                      </a:cubicBezTo>
                      <a:lnTo>
                        <a:pt x="543" y="3137"/>
                      </a:lnTo>
                      <a:lnTo>
                        <a:pt x="278" y="3137"/>
                      </a:lnTo>
                      <a:cubicBezTo>
                        <a:pt x="212" y="3137"/>
                        <a:pt x="159" y="3084"/>
                        <a:pt x="159" y="3084"/>
                      </a:cubicBezTo>
                      <a:cubicBezTo>
                        <a:pt x="159" y="3031"/>
                        <a:pt x="212" y="2978"/>
                        <a:pt x="278" y="2978"/>
                      </a:cubicBezTo>
                      <a:lnTo>
                        <a:pt x="543" y="2978"/>
                      </a:lnTo>
                      <a:lnTo>
                        <a:pt x="5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4385705" y="4252355"/>
                  <a:ext cx="1127287" cy="30785"/>
                </a:xfrm>
                <a:custGeom>
                  <a:rect b="b" l="l" r="r" t="t"/>
                  <a:pathLst>
                    <a:path extrusionOk="0" h="557" w="20396">
                      <a:moveTo>
                        <a:pt x="278" y="0"/>
                      </a:moveTo>
                      <a:cubicBezTo>
                        <a:pt x="106" y="0"/>
                        <a:pt x="0" y="172"/>
                        <a:pt x="0" y="278"/>
                      </a:cubicBezTo>
                      <a:cubicBezTo>
                        <a:pt x="0" y="450"/>
                        <a:pt x="106" y="556"/>
                        <a:pt x="278" y="556"/>
                      </a:cubicBezTo>
                      <a:lnTo>
                        <a:pt x="20396" y="556"/>
                      </a:lnTo>
                      <a:lnTo>
                        <a:pt x="20396" y="0"/>
                      </a:lnTo>
                      <a:lnTo>
                        <a:pt x="15049" y="0"/>
                      </a:lnTo>
                      <a:lnTo>
                        <a:pt x="15049" y="278"/>
                      </a:lnTo>
                      <a:cubicBezTo>
                        <a:pt x="15049" y="331"/>
                        <a:pt x="14996" y="397"/>
                        <a:pt x="14943" y="397"/>
                      </a:cubicBezTo>
                      <a:cubicBezTo>
                        <a:pt x="14890" y="397"/>
                        <a:pt x="14837" y="331"/>
                        <a:pt x="14837" y="278"/>
                      </a:cubicBezTo>
                      <a:lnTo>
                        <a:pt x="14837" y="0"/>
                      </a:lnTo>
                      <a:lnTo>
                        <a:pt x="5572" y="0"/>
                      </a:lnTo>
                      <a:lnTo>
                        <a:pt x="5572" y="278"/>
                      </a:lnTo>
                      <a:cubicBezTo>
                        <a:pt x="5572" y="331"/>
                        <a:pt x="5506" y="397"/>
                        <a:pt x="5506" y="397"/>
                      </a:cubicBezTo>
                      <a:cubicBezTo>
                        <a:pt x="5453" y="397"/>
                        <a:pt x="5400" y="331"/>
                        <a:pt x="5400" y="278"/>
                      </a:cubicBezTo>
                      <a:lnTo>
                        <a:pt x="54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8"/>
                <p:cNvSpPr/>
                <p:nvPr/>
              </p:nvSpPr>
              <p:spPr>
                <a:xfrm>
                  <a:off x="4467616" y="3261861"/>
                  <a:ext cx="122202" cy="134693"/>
                </a:xfrm>
                <a:custGeom>
                  <a:rect b="b" l="l" r="r" t="t"/>
                  <a:pathLst>
                    <a:path extrusionOk="0" h="2437" w="2211">
                      <a:moveTo>
                        <a:pt x="1112" y="1"/>
                      </a:moveTo>
                      <a:lnTo>
                        <a:pt x="1" y="2436"/>
                      </a:lnTo>
                      <a:lnTo>
                        <a:pt x="2211" y="2436"/>
                      </a:lnTo>
                      <a:lnTo>
                        <a:pt x="1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p:nvPr/>
              </p:nvSpPr>
              <p:spPr>
                <a:xfrm>
                  <a:off x="4836322" y="3945109"/>
                  <a:ext cx="615984" cy="222462"/>
                </a:xfrm>
                <a:custGeom>
                  <a:rect b="b" l="l" r="r" t="t"/>
                  <a:pathLst>
                    <a:path extrusionOk="0" h="4025" w="11145">
                      <a:moveTo>
                        <a:pt x="6843" y="3243"/>
                      </a:moveTo>
                      <a:cubicBezTo>
                        <a:pt x="6896" y="3243"/>
                        <a:pt x="6896" y="3309"/>
                        <a:pt x="6896" y="3309"/>
                      </a:cubicBezTo>
                      <a:cubicBezTo>
                        <a:pt x="6896" y="3362"/>
                        <a:pt x="6843" y="3415"/>
                        <a:pt x="6790" y="3415"/>
                      </a:cubicBezTo>
                      <a:lnTo>
                        <a:pt x="6075" y="3415"/>
                      </a:lnTo>
                      <a:cubicBezTo>
                        <a:pt x="6022" y="3415"/>
                        <a:pt x="5956" y="3362"/>
                        <a:pt x="5956" y="3309"/>
                      </a:cubicBezTo>
                      <a:cubicBezTo>
                        <a:pt x="5956" y="3243"/>
                        <a:pt x="6022" y="3243"/>
                        <a:pt x="6075" y="3243"/>
                      </a:cubicBezTo>
                      <a:close/>
                      <a:moveTo>
                        <a:pt x="728" y="1"/>
                      </a:moveTo>
                      <a:cubicBezTo>
                        <a:pt x="503" y="1"/>
                        <a:pt x="225" y="53"/>
                        <a:pt x="0" y="53"/>
                      </a:cubicBezTo>
                      <a:cubicBezTo>
                        <a:pt x="887" y="993"/>
                        <a:pt x="1986" y="1814"/>
                        <a:pt x="3428" y="2528"/>
                      </a:cubicBezTo>
                      <a:cubicBezTo>
                        <a:pt x="4037" y="2806"/>
                        <a:pt x="4633" y="3031"/>
                        <a:pt x="5294" y="3243"/>
                      </a:cubicBezTo>
                      <a:lnTo>
                        <a:pt x="5413" y="3243"/>
                      </a:lnTo>
                      <a:cubicBezTo>
                        <a:pt x="6949" y="3693"/>
                        <a:pt x="8722" y="4024"/>
                        <a:pt x="10866" y="4024"/>
                      </a:cubicBezTo>
                      <a:cubicBezTo>
                        <a:pt x="11038" y="4024"/>
                        <a:pt x="11144" y="3905"/>
                        <a:pt x="11144" y="3799"/>
                      </a:cubicBezTo>
                      <a:cubicBezTo>
                        <a:pt x="11144" y="3640"/>
                        <a:pt x="11038" y="3521"/>
                        <a:pt x="10866" y="3468"/>
                      </a:cubicBezTo>
                      <a:cubicBezTo>
                        <a:pt x="7836" y="3415"/>
                        <a:pt x="5466" y="2859"/>
                        <a:pt x="3706" y="2039"/>
                      </a:cubicBezTo>
                      <a:cubicBezTo>
                        <a:pt x="2436" y="1430"/>
                        <a:pt x="1496" y="768"/>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4675376" y="3423526"/>
                  <a:ext cx="201238" cy="524568"/>
                </a:xfrm>
                <a:custGeom>
                  <a:rect b="b" l="l" r="r" t="t"/>
                  <a:pathLst>
                    <a:path extrusionOk="0" h="9491" w="3641">
                      <a:moveTo>
                        <a:pt x="331" y="1"/>
                      </a:moveTo>
                      <a:cubicBezTo>
                        <a:pt x="212" y="1"/>
                        <a:pt x="106" y="107"/>
                        <a:pt x="53" y="279"/>
                      </a:cubicBezTo>
                      <a:cubicBezTo>
                        <a:pt x="53" y="279"/>
                        <a:pt x="0" y="715"/>
                        <a:pt x="0" y="1496"/>
                      </a:cubicBezTo>
                      <a:cubicBezTo>
                        <a:pt x="0" y="1827"/>
                        <a:pt x="0" y="2092"/>
                        <a:pt x="53" y="2489"/>
                      </a:cubicBezTo>
                      <a:lnTo>
                        <a:pt x="331" y="2489"/>
                      </a:lnTo>
                      <a:lnTo>
                        <a:pt x="331" y="2595"/>
                      </a:lnTo>
                      <a:lnTo>
                        <a:pt x="331" y="2926"/>
                      </a:lnTo>
                      <a:cubicBezTo>
                        <a:pt x="331" y="2979"/>
                        <a:pt x="265" y="3032"/>
                        <a:pt x="265" y="3032"/>
                      </a:cubicBezTo>
                      <a:cubicBezTo>
                        <a:pt x="212" y="3032"/>
                        <a:pt x="159" y="2979"/>
                        <a:pt x="159" y="2926"/>
                      </a:cubicBezTo>
                      <a:lnTo>
                        <a:pt x="159" y="2648"/>
                      </a:lnTo>
                      <a:lnTo>
                        <a:pt x="53" y="2648"/>
                      </a:lnTo>
                      <a:cubicBezTo>
                        <a:pt x="53" y="2979"/>
                        <a:pt x="106" y="3257"/>
                        <a:pt x="159" y="3588"/>
                      </a:cubicBezTo>
                      <a:cubicBezTo>
                        <a:pt x="159" y="3588"/>
                        <a:pt x="212" y="3535"/>
                        <a:pt x="265" y="3535"/>
                      </a:cubicBezTo>
                      <a:cubicBezTo>
                        <a:pt x="265" y="3535"/>
                        <a:pt x="331" y="3588"/>
                        <a:pt x="331" y="3640"/>
                      </a:cubicBezTo>
                      <a:lnTo>
                        <a:pt x="331" y="4355"/>
                      </a:lnTo>
                      <a:lnTo>
                        <a:pt x="331" y="4408"/>
                      </a:lnTo>
                      <a:cubicBezTo>
                        <a:pt x="596" y="5732"/>
                        <a:pt x="1152" y="7227"/>
                        <a:pt x="2198" y="8604"/>
                      </a:cubicBezTo>
                      <a:cubicBezTo>
                        <a:pt x="2423" y="8882"/>
                        <a:pt x="2648" y="9213"/>
                        <a:pt x="2912" y="9490"/>
                      </a:cubicBezTo>
                      <a:cubicBezTo>
                        <a:pt x="3137" y="9490"/>
                        <a:pt x="3415" y="9438"/>
                        <a:pt x="3640" y="9438"/>
                      </a:cubicBezTo>
                      <a:cubicBezTo>
                        <a:pt x="2648" y="8498"/>
                        <a:pt x="1986" y="7452"/>
                        <a:pt x="1536" y="6393"/>
                      </a:cubicBezTo>
                      <a:cubicBezTo>
                        <a:pt x="715" y="4527"/>
                        <a:pt x="543" y="2648"/>
                        <a:pt x="543" y="1496"/>
                      </a:cubicBezTo>
                      <a:cubicBezTo>
                        <a:pt x="543" y="1165"/>
                        <a:pt x="543" y="835"/>
                        <a:pt x="596" y="663"/>
                      </a:cubicBezTo>
                      <a:lnTo>
                        <a:pt x="596" y="385"/>
                      </a:lnTo>
                      <a:lnTo>
                        <a:pt x="596" y="332"/>
                      </a:lnTo>
                      <a:cubicBezTo>
                        <a:pt x="662" y="173"/>
                        <a:pt x="543" y="54"/>
                        <a:pt x="3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4583959" y="3561093"/>
                  <a:ext cx="48306" cy="8788"/>
                </a:xfrm>
                <a:custGeom>
                  <a:rect b="b" l="l" r="r" t="t"/>
                  <a:pathLst>
                    <a:path extrusionOk="0" h="159" w="874">
                      <a:moveTo>
                        <a:pt x="106" y="0"/>
                      </a:moveTo>
                      <a:cubicBezTo>
                        <a:pt x="53" y="0"/>
                        <a:pt x="0" y="53"/>
                        <a:pt x="0" y="106"/>
                      </a:cubicBezTo>
                      <a:cubicBezTo>
                        <a:pt x="0" y="106"/>
                        <a:pt x="53" y="159"/>
                        <a:pt x="106" y="159"/>
                      </a:cubicBezTo>
                      <a:lnTo>
                        <a:pt x="821" y="159"/>
                      </a:lnTo>
                      <a:cubicBezTo>
                        <a:pt x="874" y="159"/>
                        <a:pt x="874" y="106"/>
                        <a:pt x="874" y="106"/>
                      </a:cubicBezTo>
                      <a:cubicBezTo>
                        <a:pt x="874" y="53"/>
                        <a:pt x="874"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8"/>
                <p:cNvSpPr/>
                <p:nvPr/>
              </p:nvSpPr>
              <p:spPr>
                <a:xfrm>
                  <a:off x="4684163" y="3618850"/>
                  <a:ext cx="9562" cy="283148"/>
                </a:xfrm>
                <a:custGeom>
                  <a:rect b="b" l="l" r="r" t="t"/>
                  <a:pathLst>
                    <a:path extrusionOk="0" h="5123" w="173">
                      <a:moveTo>
                        <a:pt x="106" y="1"/>
                      </a:moveTo>
                      <a:cubicBezTo>
                        <a:pt x="53" y="1"/>
                        <a:pt x="0" y="54"/>
                        <a:pt x="0" y="54"/>
                      </a:cubicBezTo>
                      <a:lnTo>
                        <a:pt x="0" y="106"/>
                      </a:lnTo>
                      <a:lnTo>
                        <a:pt x="0" y="821"/>
                      </a:lnTo>
                      <a:cubicBezTo>
                        <a:pt x="0" y="874"/>
                        <a:pt x="53" y="874"/>
                        <a:pt x="106" y="874"/>
                      </a:cubicBezTo>
                      <a:lnTo>
                        <a:pt x="172" y="874"/>
                      </a:lnTo>
                      <a:lnTo>
                        <a:pt x="172" y="821"/>
                      </a:lnTo>
                      <a:lnTo>
                        <a:pt x="172" y="106"/>
                      </a:lnTo>
                      <a:cubicBezTo>
                        <a:pt x="172" y="54"/>
                        <a:pt x="106" y="1"/>
                        <a:pt x="106" y="1"/>
                      </a:cubicBezTo>
                      <a:close/>
                      <a:moveTo>
                        <a:pt x="106" y="1430"/>
                      </a:moveTo>
                      <a:cubicBezTo>
                        <a:pt x="53" y="1430"/>
                        <a:pt x="0" y="1483"/>
                        <a:pt x="0" y="1536"/>
                      </a:cubicBezTo>
                      <a:lnTo>
                        <a:pt x="0" y="2198"/>
                      </a:lnTo>
                      <a:cubicBezTo>
                        <a:pt x="0" y="2264"/>
                        <a:pt x="53" y="2317"/>
                        <a:pt x="106" y="2317"/>
                      </a:cubicBezTo>
                      <a:cubicBezTo>
                        <a:pt x="106" y="2317"/>
                        <a:pt x="172" y="2264"/>
                        <a:pt x="172" y="2198"/>
                      </a:cubicBezTo>
                      <a:lnTo>
                        <a:pt x="172" y="1536"/>
                      </a:lnTo>
                      <a:cubicBezTo>
                        <a:pt x="172" y="1483"/>
                        <a:pt x="106" y="1430"/>
                        <a:pt x="106" y="1430"/>
                      </a:cubicBezTo>
                      <a:close/>
                      <a:moveTo>
                        <a:pt x="106" y="2806"/>
                      </a:moveTo>
                      <a:cubicBezTo>
                        <a:pt x="53" y="2806"/>
                        <a:pt x="0" y="2859"/>
                        <a:pt x="0" y="2926"/>
                      </a:cubicBezTo>
                      <a:lnTo>
                        <a:pt x="0" y="3640"/>
                      </a:lnTo>
                      <a:cubicBezTo>
                        <a:pt x="0" y="3693"/>
                        <a:pt x="53" y="3746"/>
                        <a:pt x="106" y="3746"/>
                      </a:cubicBezTo>
                      <a:cubicBezTo>
                        <a:pt x="106" y="3746"/>
                        <a:pt x="172" y="3693"/>
                        <a:pt x="172" y="3640"/>
                      </a:cubicBezTo>
                      <a:lnTo>
                        <a:pt x="172" y="2926"/>
                      </a:lnTo>
                      <a:cubicBezTo>
                        <a:pt x="172" y="2859"/>
                        <a:pt x="106" y="2806"/>
                        <a:pt x="106" y="2806"/>
                      </a:cubicBezTo>
                      <a:close/>
                      <a:moveTo>
                        <a:pt x="106" y="4249"/>
                      </a:moveTo>
                      <a:cubicBezTo>
                        <a:pt x="53" y="4249"/>
                        <a:pt x="0" y="4302"/>
                        <a:pt x="0" y="4355"/>
                      </a:cubicBezTo>
                      <a:lnTo>
                        <a:pt x="0" y="5070"/>
                      </a:lnTo>
                      <a:cubicBezTo>
                        <a:pt x="0" y="5070"/>
                        <a:pt x="53" y="5123"/>
                        <a:pt x="106" y="5123"/>
                      </a:cubicBezTo>
                      <a:lnTo>
                        <a:pt x="172" y="5070"/>
                      </a:lnTo>
                      <a:lnTo>
                        <a:pt x="172" y="4355"/>
                      </a:lnTo>
                      <a:cubicBezTo>
                        <a:pt x="172" y="4302"/>
                        <a:pt x="106" y="4249"/>
                        <a:pt x="106" y="424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8"/>
                <p:cNvSpPr/>
                <p:nvPr/>
              </p:nvSpPr>
              <p:spPr>
                <a:xfrm>
                  <a:off x="4684163" y="3932673"/>
                  <a:ext cx="9562" cy="27138"/>
                </a:xfrm>
                <a:custGeom>
                  <a:rect b="b" l="l" r="r" t="t"/>
                  <a:pathLst>
                    <a:path extrusionOk="0" h="491" w="173">
                      <a:moveTo>
                        <a:pt x="106" y="1"/>
                      </a:moveTo>
                      <a:cubicBezTo>
                        <a:pt x="53" y="1"/>
                        <a:pt x="0" y="1"/>
                        <a:pt x="0" y="53"/>
                      </a:cubicBezTo>
                      <a:lnTo>
                        <a:pt x="0" y="490"/>
                      </a:lnTo>
                      <a:lnTo>
                        <a:pt x="172" y="490"/>
                      </a:lnTo>
                      <a:lnTo>
                        <a:pt x="172" y="53"/>
                      </a:lnTo>
                      <a:cubicBezTo>
                        <a:pt x="172" y="1"/>
                        <a:pt x="106" y="1"/>
                        <a:pt x="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8"/>
                <p:cNvSpPr/>
                <p:nvPr/>
              </p:nvSpPr>
              <p:spPr>
                <a:xfrm>
                  <a:off x="4684163" y="4008725"/>
                  <a:ext cx="9562" cy="207097"/>
                </a:xfrm>
                <a:custGeom>
                  <a:rect b="b" l="l" r="r" t="t"/>
                  <a:pathLst>
                    <a:path extrusionOk="0" h="3747" w="173">
                      <a:moveTo>
                        <a:pt x="106" y="1"/>
                      </a:moveTo>
                      <a:cubicBezTo>
                        <a:pt x="53" y="1"/>
                        <a:pt x="0" y="54"/>
                        <a:pt x="0" y="107"/>
                      </a:cubicBezTo>
                      <a:lnTo>
                        <a:pt x="0" y="835"/>
                      </a:lnTo>
                      <a:cubicBezTo>
                        <a:pt x="0" y="888"/>
                        <a:pt x="53" y="888"/>
                        <a:pt x="106" y="888"/>
                      </a:cubicBezTo>
                      <a:cubicBezTo>
                        <a:pt x="106" y="888"/>
                        <a:pt x="172" y="888"/>
                        <a:pt x="172" y="835"/>
                      </a:cubicBezTo>
                      <a:lnTo>
                        <a:pt x="172" y="107"/>
                      </a:lnTo>
                      <a:cubicBezTo>
                        <a:pt x="172" y="54"/>
                        <a:pt x="106" y="1"/>
                        <a:pt x="106" y="1"/>
                      </a:cubicBezTo>
                      <a:close/>
                      <a:moveTo>
                        <a:pt x="106" y="1430"/>
                      </a:moveTo>
                      <a:cubicBezTo>
                        <a:pt x="53" y="1430"/>
                        <a:pt x="0" y="1497"/>
                        <a:pt x="0" y="1549"/>
                      </a:cubicBezTo>
                      <a:lnTo>
                        <a:pt x="0" y="2158"/>
                      </a:lnTo>
                      <a:cubicBezTo>
                        <a:pt x="0" y="2092"/>
                        <a:pt x="53" y="2092"/>
                        <a:pt x="106" y="2092"/>
                      </a:cubicBezTo>
                      <a:lnTo>
                        <a:pt x="172" y="2092"/>
                      </a:lnTo>
                      <a:lnTo>
                        <a:pt x="172" y="1549"/>
                      </a:lnTo>
                      <a:cubicBezTo>
                        <a:pt x="172" y="1497"/>
                        <a:pt x="106" y="1430"/>
                        <a:pt x="106" y="1430"/>
                      </a:cubicBezTo>
                      <a:close/>
                      <a:moveTo>
                        <a:pt x="0" y="2158"/>
                      </a:moveTo>
                      <a:lnTo>
                        <a:pt x="0" y="2211"/>
                      </a:lnTo>
                      <a:cubicBezTo>
                        <a:pt x="0" y="2264"/>
                        <a:pt x="53" y="2317"/>
                        <a:pt x="106" y="2317"/>
                      </a:cubicBezTo>
                      <a:cubicBezTo>
                        <a:pt x="106" y="2317"/>
                        <a:pt x="172" y="2317"/>
                        <a:pt x="172" y="2264"/>
                      </a:cubicBezTo>
                      <a:lnTo>
                        <a:pt x="106" y="2264"/>
                      </a:lnTo>
                      <a:cubicBezTo>
                        <a:pt x="53" y="2264"/>
                        <a:pt x="0" y="2211"/>
                        <a:pt x="0" y="2158"/>
                      </a:cubicBezTo>
                      <a:close/>
                      <a:moveTo>
                        <a:pt x="106" y="2873"/>
                      </a:moveTo>
                      <a:cubicBezTo>
                        <a:pt x="53" y="2873"/>
                        <a:pt x="0" y="2873"/>
                        <a:pt x="0" y="2926"/>
                      </a:cubicBezTo>
                      <a:lnTo>
                        <a:pt x="0" y="3641"/>
                      </a:lnTo>
                      <a:cubicBezTo>
                        <a:pt x="0" y="3694"/>
                        <a:pt x="53" y="3747"/>
                        <a:pt x="106" y="3747"/>
                      </a:cubicBezTo>
                      <a:cubicBezTo>
                        <a:pt x="106" y="3747"/>
                        <a:pt x="172" y="3694"/>
                        <a:pt x="172" y="3641"/>
                      </a:cubicBezTo>
                      <a:lnTo>
                        <a:pt x="172" y="2926"/>
                      </a:lnTo>
                      <a:cubicBezTo>
                        <a:pt x="172" y="2873"/>
                        <a:pt x="106" y="2873"/>
                        <a:pt x="106" y="287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8"/>
                <p:cNvSpPr/>
                <p:nvPr/>
              </p:nvSpPr>
              <p:spPr>
                <a:xfrm>
                  <a:off x="4522499" y="4124349"/>
                  <a:ext cx="694965" cy="150003"/>
                </a:xfrm>
                <a:custGeom>
                  <a:rect b="b" l="l" r="r" t="t"/>
                  <a:pathLst>
                    <a:path extrusionOk="0" h="2714" w="12574">
                      <a:moveTo>
                        <a:pt x="119" y="0"/>
                      </a:moveTo>
                      <a:cubicBezTo>
                        <a:pt x="53" y="0"/>
                        <a:pt x="0" y="0"/>
                        <a:pt x="0" y="66"/>
                      </a:cubicBezTo>
                      <a:cubicBezTo>
                        <a:pt x="0" y="119"/>
                        <a:pt x="53" y="172"/>
                        <a:pt x="119" y="172"/>
                      </a:cubicBezTo>
                      <a:lnTo>
                        <a:pt x="834" y="172"/>
                      </a:lnTo>
                      <a:cubicBezTo>
                        <a:pt x="887" y="172"/>
                        <a:pt x="940" y="119"/>
                        <a:pt x="940" y="66"/>
                      </a:cubicBezTo>
                      <a:cubicBezTo>
                        <a:pt x="940" y="0"/>
                        <a:pt x="887" y="0"/>
                        <a:pt x="834" y="0"/>
                      </a:cubicBezTo>
                      <a:close/>
                      <a:moveTo>
                        <a:pt x="1549" y="0"/>
                      </a:moveTo>
                      <a:cubicBezTo>
                        <a:pt x="1496" y="0"/>
                        <a:pt x="1443" y="0"/>
                        <a:pt x="1443" y="66"/>
                      </a:cubicBezTo>
                      <a:cubicBezTo>
                        <a:pt x="1443" y="119"/>
                        <a:pt x="1496" y="172"/>
                        <a:pt x="1549" y="172"/>
                      </a:cubicBezTo>
                      <a:lnTo>
                        <a:pt x="2264" y="172"/>
                      </a:lnTo>
                      <a:cubicBezTo>
                        <a:pt x="2316" y="172"/>
                        <a:pt x="2369" y="119"/>
                        <a:pt x="2369" y="66"/>
                      </a:cubicBezTo>
                      <a:cubicBezTo>
                        <a:pt x="2369" y="0"/>
                        <a:pt x="2316" y="0"/>
                        <a:pt x="2264" y="0"/>
                      </a:cubicBezTo>
                      <a:close/>
                      <a:moveTo>
                        <a:pt x="3031" y="0"/>
                      </a:moveTo>
                      <a:cubicBezTo>
                        <a:pt x="2978" y="0"/>
                        <a:pt x="2925" y="0"/>
                        <a:pt x="2925" y="66"/>
                      </a:cubicBezTo>
                      <a:cubicBezTo>
                        <a:pt x="2925" y="119"/>
                        <a:pt x="2978" y="172"/>
                        <a:pt x="3031" y="172"/>
                      </a:cubicBezTo>
                      <a:lnTo>
                        <a:pt x="3759" y="172"/>
                      </a:lnTo>
                      <a:cubicBezTo>
                        <a:pt x="3812" y="172"/>
                        <a:pt x="3812" y="119"/>
                        <a:pt x="3812" y="66"/>
                      </a:cubicBezTo>
                      <a:cubicBezTo>
                        <a:pt x="3812" y="0"/>
                        <a:pt x="3812" y="0"/>
                        <a:pt x="3759" y="0"/>
                      </a:cubicBezTo>
                      <a:close/>
                      <a:moveTo>
                        <a:pt x="4474" y="0"/>
                      </a:moveTo>
                      <a:cubicBezTo>
                        <a:pt x="4421" y="0"/>
                        <a:pt x="4355" y="0"/>
                        <a:pt x="4355" y="66"/>
                      </a:cubicBezTo>
                      <a:cubicBezTo>
                        <a:pt x="4355" y="119"/>
                        <a:pt x="4421" y="172"/>
                        <a:pt x="4474" y="172"/>
                      </a:cubicBezTo>
                      <a:lnTo>
                        <a:pt x="5189" y="172"/>
                      </a:lnTo>
                      <a:cubicBezTo>
                        <a:pt x="5241" y="172"/>
                        <a:pt x="5294" y="119"/>
                        <a:pt x="5294" y="66"/>
                      </a:cubicBezTo>
                      <a:cubicBezTo>
                        <a:pt x="5294" y="0"/>
                        <a:pt x="5241" y="0"/>
                        <a:pt x="5189" y="0"/>
                      </a:cubicBezTo>
                      <a:close/>
                      <a:moveTo>
                        <a:pt x="5903" y="0"/>
                      </a:moveTo>
                      <a:cubicBezTo>
                        <a:pt x="5850" y="0"/>
                        <a:pt x="5850" y="0"/>
                        <a:pt x="5850" y="66"/>
                      </a:cubicBezTo>
                      <a:cubicBezTo>
                        <a:pt x="5850" y="119"/>
                        <a:pt x="5850" y="172"/>
                        <a:pt x="5903" y="172"/>
                      </a:cubicBezTo>
                      <a:lnTo>
                        <a:pt x="6618" y="172"/>
                      </a:lnTo>
                      <a:cubicBezTo>
                        <a:pt x="6671" y="172"/>
                        <a:pt x="6737" y="119"/>
                        <a:pt x="6737" y="66"/>
                      </a:cubicBezTo>
                      <a:cubicBezTo>
                        <a:pt x="6737" y="0"/>
                        <a:pt x="6671" y="0"/>
                        <a:pt x="6618" y="0"/>
                      </a:cubicBezTo>
                      <a:close/>
                      <a:moveTo>
                        <a:pt x="7399" y="0"/>
                      </a:moveTo>
                      <a:cubicBezTo>
                        <a:pt x="7333" y="0"/>
                        <a:pt x="7280" y="0"/>
                        <a:pt x="7280" y="66"/>
                      </a:cubicBezTo>
                      <a:cubicBezTo>
                        <a:pt x="7280" y="119"/>
                        <a:pt x="7333" y="172"/>
                        <a:pt x="7399" y="172"/>
                      </a:cubicBezTo>
                      <a:lnTo>
                        <a:pt x="8114" y="172"/>
                      </a:lnTo>
                      <a:cubicBezTo>
                        <a:pt x="8166" y="172"/>
                        <a:pt x="8219" y="119"/>
                        <a:pt x="8219" y="66"/>
                      </a:cubicBezTo>
                      <a:cubicBezTo>
                        <a:pt x="8219" y="0"/>
                        <a:pt x="8166" y="0"/>
                        <a:pt x="8114" y="0"/>
                      </a:cubicBezTo>
                      <a:close/>
                      <a:moveTo>
                        <a:pt x="8828" y="0"/>
                      </a:moveTo>
                      <a:cubicBezTo>
                        <a:pt x="8775" y="0"/>
                        <a:pt x="8722" y="0"/>
                        <a:pt x="8722" y="66"/>
                      </a:cubicBezTo>
                      <a:cubicBezTo>
                        <a:pt x="8722" y="119"/>
                        <a:pt x="8775" y="172"/>
                        <a:pt x="8828" y="172"/>
                      </a:cubicBezTo>
                      <a:lnTo>
                        <a:pt x="9543" y="172"/>
                      </a:lnTo>
                      <a:cubicBezTo>
                        <a:pt x="9596" y="172"/>
                        <a:pt x="9649" y="119"/>
                        <a:pt x="9649" y="66"/>
                      </a:cubicBezTo>
                      <a:cubicBezTo>
                        <a:pt x="9649" y="0"/>
                        <a:pt x="9596" y="0"/>
                        <a:pt x="9543" y="0"/>
                      </a:cubicBezTo>
                      <a:close/>
                      <a:moveTo>
                        <a:pt x="10258" y="0"/>
                      </a:moveTo>
                      <a:cubicBezTo>
                        <a:pt x="10258" y="0"/>
                        <a:pt x="10205" y="0"/>
                        <a:pt x="10205" y="66"/>
                      </a:cubicBezTo>
                      <a:cubicBezTo>
                        <a:pt x="10205" y="119"/>
                        <a:pt x="10258" y="172"/>
                        <a:pt x="10258" y="172"/>
                      </a:cubicBezTo>
                      <a:lnTo>
                        <a:pt x="11039" y="172"/>
                      </a:lnTo>
                      <a:cubicBezTo>
                        <a:pt x="11091" y="172"/>
                        <a:pt x="11091" y="119"/>
                        <a:pt x="11091" y="66"/>
                      </a:cubicBezTo>
                      <a:lnTo>
                        <a:pt x="11091" y="0"/>
                      </a:lnTo>
                      <a:close/>
                      <a:moveTo>
                        <a:pt x="11753" y="0"/>
                      </a:moveTo>
                      <a:cubicBezTo>
                        <a:pt x="11700" y="0"/>
                        <a:pt x="11634" y="0"/>
                        <a:pt x="11634" y="66"/>
                      </a:cubicBezTo>
                      <a:cubicBezTo>
                        <a:pt x="11634" y="119"/>
                        <a:pt x="11700" y="172"/>
                        <a:pt x="11753" y="172"/>
                      </a:cubicBezTo>
                      <a:lnTo>
                        <a:pt x="12468" y="172"/>
                      </a:lnTo>
                      <a:cubicBezTo>
                        <a:pt x="12521" y="172"/>
                        <a:pt x="12574" y="119"/>
                        <a:pt x="12574" y="66"/>
                      </a:cubicBezTo>
                      <a:cubicBezTo>
                        <a:pt x="12574" y="66"/>
                        <a:pt x="12574" y="0"/>
                        <a:pt x="12521" y="0"/>
                      </a:cubicBezTo>
                      <a:close/>
                      <a:moveTo>
                        <a:pt x="12468" y="728"/>
                      </a:moveTo>
                      <a:cubicBezTo>
                        <a:pt x="12415" y="728"/>
                        <a:pt x="12362" y="728"/>
                        <a:pt x="12362" y="781"/>
                      </a:cubicBezTo>
                      <a:lnTo>
                        <a:pt x="12362" y="1549"/>
                      </a:lnTo>
                      <a:cubicBezTo>
                        <a:pt x="12362" y="1602"/>
                        <a:pt x="12415" y="1602"/>
                        <a:pt x="12468" y="1602"/>
                      </a:cubicBezTo>
                      <a:cubicBezTo>
                        <a:pt x="12521" y="1602"/>
                        <a:pt x="12574" y="1602"/>
                        <a:pt x="12574" y="1549"/>
                      </a:cubicBezTo>
                      <a:lnTo>
                        <a:pt x="12574" y="781"/>
                      </a:lnTo>
                      <a:cubicBezTo>
                        <a:pt x="12574" y="728"/>
                        <a:pt x="12521" y="728"/>
                        <a:pt x="12468" y="728"/>
                      </a:cubicBezTo>
                      <a:close/>
                      <a:moveTo>
                        <a:pt x="12468" y="2157"/>
                      </a:moveTo>
                      <a:cubicBezTo>
                        <a:pt x="12415" y="2157"/>
                        <a:pt x="12362" y="2210"/>
                        <a:pt x="12362" y="2263"/>
                      </a:cubicBezTo>
                      <a:lnTo>
                        <a:pt x="12362" y="2316"/>
                      </a:lnTo>
                      <a:lnTo>
                        <a:pt x="12362" y="2594"/>
                      </a:lnTo>
                      <a:cubicBezTo>
                        <a:pt x="12362" y="2647"/>
                        <a:pt x="12415" y="2713"/>
                        <a:pt x="12468" y="2713"/>
                      </a:cubicBezTo>
                      <a:cubicBezTo>
                        <a:pt x="12521" y="2713"/>
                        <a:pt x="12574" y="2647"/>
                        <a:pt x="12574" y="2594"/>
                      </a:cubicBezTo>
                      <a:lnTo>
                        <a:pt x="12574" y="2316"/>
                      </a:lnTo>
                      <a:lnTo>
                        <a:pt x="12574" y="2263"/>
                      </a:lnTo>
                      <a:cubicBezTo>
                        <a:pt x="12574" y="2210"/>
                        <a:pt x="12521" y="2157"/>
                        <a:pt x="12468" y="215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8"/>
                <p:cNvSpPr/>
                <p:nvPr/>
              </p:nvSpPr>
              <p:spPr>
                <a:xfrm>
                  <a:off x="4395212" y="4313815"/>
                  <a:ext cx="87824" cy="146355"/>
                </a:xfrm>
                <a:custGeom>
                  <a:rect b="b" l="l" r="r" t="t"/>
                  <a:pathLst>
                    <a:path extrusionOk="0" h="2648" w="1589">
                      <a:moveTo>
                        <a:pt x="808" y="185"/>
                      </a:moveTo>
                      <a:cubicBezTo>
                        <a:pt x="887" y="185"/>
                        <a:pt x="953" y="212"/>
                        <a:pt x="1019" y="252"/>
                      </a:cubicBezTo>
                      <a:cubicBezTo>
                        <a:pt x="1072" y="278"/>
                        <a:pt x="1125" y="331"/>
                        <a:pt x="1165" y="397"/>
                      </a:cubicBezTo>
                      <a:cubicBezTo>
                        <a:pt x="1205" y="463"/>
                        <a:pt x="1231" y="529"/>
                        <a:pt x="1258" y="609"/>
                      </a:cubicBezTo>
                      <a:cubicBezTo>
                        <a:pt x="1284" y="688"/>
                        <a:pt x="1311" y="768"/>
                        <a:pt x="1311" y="860"/>
                      </a:cubicBezTo>
                      <a:cubicBezTo>
                        <a:pt x="1337" y="940"/>
                        <a:pt x="1337" y="1032"/>
                        <a:pt x="1350" y="1112"/>
                      </a:cubicBezTo>
                      <a:cubicBezTo>
                        <a:pt x="1350" y="1191"/>
                        <a:pt x="1350" y="1271"/>
                        <a:pt x="1350" y="1350"/>
                      </a:cubicBezTo>
                      <a:cubicBezTo>
                        <a:pt x="1350" y="1549"/>
                        <a:pt x="1337" y="1721"/>
                        <a:pt x="1297" y="1866"/>
                      </a:cubicBezTo>
                      <a:cubicBezTo>
                        <a:pt x="1258" y="1999"/>
                        <a:pt x="1218" y="2118"/>
                        <a:pt x="1165" y="2210"/>
                      </a:cubicBezTo>
                      <a:cubicBezTo>
                        <a:pt x="1099" y="2290"/>
                        <a:pt x="1033" y="2356"/>
                        <a:pt x="967" y="2396"/>
                      </a:cubicBezTo>
                      <a:cubicBezTo>
                        <a:pt x="900" y="2435"/>
                        <a:pt x="834" y="2462"/>
                        <a:pt x="768" y="2462"/>
                      </a:cubicBezTo>
                      <a:cubicBezTo>
                        <a:pt x="662" y="2462"/>
                        <a:pt x="569" y="2422"/>
                        <a:pt x="503" y="2356"/>
                      </a:cubicBezTo>
                      <a:cubicBezTo>
                        <a:pt x="437" y="2290"/>
                        <a:pt x="384" y="2197"/>
                        <a:pt x="344" y="2104"/>
                      </a:cubicBezTo>
                      <a:cubicBezTo>
                        <a:pt x="305" y="1999"/>
                        <a:pt x="278" y="1879"/>
                        <a:pt x="252" y="1760"/>
                      </a:cubicBezTo>
                      <a:cubicBezTo>
                        <a:pt x="239" y="1628"/>
                        <a:pt x="239" y="1509"/>
                        <a:pt x="239" y="1403"/>
                      </a:cubicBezTo>
                      <a:cubicBezTo>
                        <a:pt x="239" y="1257"/>
                        <a:pt x="252" y="1112"/>
                        <a:pt x="265" y="979"/>
                      </a:cubicBezTo>
                      <a:cubicBezTo>
                        <a:pt x="292" y="834"/>
                        <a:pt x="331" y="702"/>
                        <a:pt x="371" y="582"/>
                      </a:cubicBezTo>
                      <a:cubicBezTo>
                        <a:pt x="424" y="463"/>
                        <a:pt x="477" y="371"/>
                        <a:pt x="556" y="304"/>
                      </a:cubicBezTo>
                      <a:cubicBezTo>
                        <a:pt x="622" y="225"/>
                        <a:pt x="715" y="185"/>
                        <a:pt x="808" y="185"/>
                      </a:cubicBezTo>
                      <a:close/>
                      <a:moveTo>
                        <a:pt x="821" y="0"/>
                      </a:moveTo>
                      <a:cubicBezTo>
                        <a:pt x="662" y="0"/>
                        <a:pt x="530" y="40"/>
                        <a:pt x="424" y="132"/>
                      </a:cubicBezTo>
                      <a:cubicBezTo>
                        <a:pt x="318" y="225"/>
                        <a:pt x="239" y="344"/>
                        <a:pt x="172" y="477"/>
                      </a:cubicBezTo>
                      <a:cubicBezTo>
                        <a:pt x="119" y="622"/>
                        <a:pt x="67" y="781"/>
                        <a:pt x="40" y="953"/>
                      </a:cubicBezTo>
                      <a:cubicBezTo>
                        <a:pt x="14" y="1125"/>
                        <a:pt x="0" y="1297"/>
                        <a:pt x="0" y="1456"/>
                      </a:cubicBezTo>
                      <a:cubicBezTo>
                        <a:pt x="0" y="1681"/>
                        <a:pt x="27" y="1879"/>
                        <a:pt x="67" y="2025"/>
                      </a:cubicBezTo>
                      <a:cubicBezTo>
                        <a:pt x="119" y="2184"/>
                        <a:pt x="172" y="2303"/>
                        <a:pt x="239" y="2396"/>
                      </a:cubicBezTo>
                      <a:cubicBezTo>
                        <a:pt x="318" y="2488"/>
                        <a:pt x="397" y="2554"/>
                        <a:pt x="490" y="2594"/>
                      </a:cubicBezTo>
                      <a:cubicBezTo>
                        <a:pt x="569" y="2634"/>
                        <a:pt x="662" y="2647"/>
                        <a:pt x="755" y="2647"/>
                      </a:cubicBezTo>
                      <a:cubicBezTo>
                        <a:pt x="834" y="2647"/>
                        <a:pt x="927" y="2634"/>
                        <a:pt x="1033" y="2594"/>
                      </a:cubicBezTo>
                      <a:cubicBezTo>
                        <a:pt x="1125" y="2541"/>
                        <a:pt x="1218" y="2475"/>
                        <a:pt x="1297" y="2369"/>
                      </a:cubicBezTo>
                      <a:cubicBezTo>
                        <a:pt x="1390" y="2277"/>
                        <a:pt x="1456" y="2144"/>
                        <a:pt x="1509" y="1972"/>
                      </a:cubicBezTo>
                      <a:cubicBezTo>
                        <a:pt x="1562" y="1813"/>
                        <a:pt x="1589" y="1602"/>
                        <a:pt x="1589" y="1350"/>
                      </a:cubicBezTo>
                      <a:cubicBezTo>
                        <a:pt x="1589" y="1257"/>
                        <a:pt x="1575" y="1165"/>
                        <a:pt x="1575" y="1059"/>
                      </a:cubicBezTo>
                      <a:cubicBezTo>
                        <a:pt x="1562" y="953"/>
                        <a:pt x="1549" y="860"/>
                        <a:pt x="1536" y="754"/>
                      </a:cubicBezTo>
                      <a:cubicBezTo>
                        <a:pt x="1509" y="649"/>
                        <a:pt x="1483" y="556"/>
                        <a:pt x="1443" y="463"/>
                      </a:cubicBezTo>
                      <a:cubicBezTo>
                        <a:pt x="1403" y="371"/>
                        <a:pt x="1364" y="291"/>
                        <a:pt x="1297" y="225"/>
                      </a:cubicBezTo>
                      <a:cubicBezTo>
                        <a:pt x="1244" y="159"/>
                        <a:pt x="1178" y="106"/>
                        <a:pt x="1099" y="53"/>
                      </a:cubicBezTo>
                      <a:cubicBezTo>
                        <a:pt x="1019" y="13"/>
                        <a:pt x="927"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
                <p:cNvSpPr/>
                <p:nvPr/>
              </p:nvSpPr>
              <p:spPr>
                <a:xfrm>
                  <a:off x="4452969" y="3127997"/>
                  <a:ext cx="105400" cy="104681"/>
                </a:xfrm>
                <a:custGeom>
                  <a:rect b="b" l="l" r="r" t="t"/>
                  <a:pathLst>
                    <a:path extrusionOk="0" h="1894" w="1907">
                      <a:moveTo>
                        <a:pt x="186" y="1"/>
                      </a:moveTo>
                      <a:cubicBezTo>
                        <a:pt x="147" y="1"/>
                        <a:pt x="94" y="1"/>
                        <a:pt x="54" y="27"/>
                      </a:cubicBezTo>
                      <a:cubicBezTo>
                        <a:pt x="27" y="40"/>
                        <a:pt x="1" y="67"/>
                        <a:pt x="1" y="107"/>
                      </a:cubicBezTo>
                      <a:cubicBezTo>
                        <a:pt x="1" y="133"/>
                        <a:pt x="27" y="160"/>
                        <a:pt x="67" y="160"/>
                      </a:cubicBezTo>
                      <a:cubicBezTo>
                        <a:pt x="107" y="173"/>
                        <a:pt x="173" y="173"/>
                        <a:pt x="239" y="173"/>
                      </a:cubicBezTo>
                      <a:cubicBezTo>
                        <a:pt x="266" y="173"/>
                        <a:pt x="292" y="173"/>
                        <a:pt x="305" y="186"/>
                      </a:cubicBezTo>
                      <a:cubicBezTo>
                        <a:pt x="319" y="186"/>
                        <a:pt x="332" y="186"/>
                        <a:pt x="345" y="199"/>
                      </a:cubicBezTo>
                      <a:cubicBezTo>
                        <a:pt x="358" y="199"/>
                        <a:pt x="372" y="213"/>
                        <a:pt x="385" y="213"/>
                      </a:cubicBezTo>
                      <a:cubicBezTo>
                        <a:pt x="398" y="226"/>
                        <a:pt x="398" y="239"/>
                        <a:pt x="411" y="265"/>
                      </a:cubicBezTo>
                      <a:lnTo>
                        <a:pt x="1020" y="1364"/>
                      </a:lnTo>
                      <a:cubicBezTo>
                        <a:pt x="994" y="1417"/>
                        <a:pt x="967" y="1470"/>
                        <a:pt x="941" y="1523"/>
                      </a:cubicBezTo>
                      <a:cubicBezTo>
                        <a:pt x="914" y="1563"/>
                        <a:pt x="874" y="1602"/>
                        <a:pt x="848" y="1629"/>
                      </a:cubicBezTo>
                      <a:cubicBezTo>
                        <a:pt x="822" y="1655"/>
                        <a:pt x="795" y="1668"/>
                        <a:pt x="755" y="1695"/>
                      </a:cubicBezTo>
                      <a:cubicBezTo>
                        <a:pt x="716" y="1708"/>
                        <a:pt x="689" y="1721"/>
                        <a:pt x="649" y="1721"/>
                      </a:cubicBezTo>
                      <a:cubicBezTo>
                        <a:pt x="597" y="1721"/>
                        <a:pt x="544" y="1708"/>
                        <a:pt x="504" y="1668"/>
                      </a:cubicBezTo>
                      <a:cubicBezTo>
                        <a:pt x="464" y="1642"/>
                        <a:pt x="451" y="1615"/>
                        <a:pt x="451" y="1576"/>
                      </a:cubicBezTo>
                      <a:cubicBezTo>
                        <a:pt x="451" y="1563"/>
                        <a:pt x="451" y="1549"/>
                        <a:pt x="464" y="1536"/>
                      </a:cubicBezTo>
                      <a:cubicBezTo>
                        <a:pt x="464" y="1523"/>
                        <a:pt x="477" y="1510"/>
                        <a:pt x="504" y="1510"/>
                      </a:cubicBezTo>
                      <a:lnTo>
                        <a:pt x="544" y="1510"/>
                      </a:lnTo>
                      <a:cubicBezTo>
                        <a:pt x="557" y="1496"/>
                        <a:pt x="570" y="1496"/>
                        <a:pt x="583" y="1483"/>
                      </a:cubicBezTo>
                      <a:cubicBezTo>
                        <a:pt x="597" y="1483"/>
                        <a:pt x="597" y="1470"/>
                        <a:pt x="610" y="1457"/>
                      </a:cubicBezTo>
                      <a:cubicBezTo>
                        <a:pt x="623" y="1443"/>
                        <a:pt x="623" y="1430"/>
                        <a:pt x="623" y="1404"/>
                      </a:cubicBezTo>
                      <a:cubicBezTo>
                        <a:pt x="623" y="1377"/>
                        <a:pt x="610" y="1351"/>
                        <a:pt x="583" y="1338"/>
                      </a:cubicBezTo>
                      <a:cubicBezTo>
                        <a:pt x="557" y="1324"/>
                        <a:pt x="544" y="1311"/>
                        <a:pt x="517" y="1311"/>
                      </a:cubicBezTo>
                      <a:cubicBezTo>
                        <a:pt x="491" y="1311"/>
                        <a:pt x="451" y="1324"/>
                        <a:pt x="424" y="1338"/>
                      </a:cubicBezTo>
                      <a:cubicBezTo>
                        <a:pt x="398" y="1338"/>
                        <a:pt x="372" y="1364"/>
                        <a:pt x="358" y="1377"/>
                      </a:cubicBezTo>
                      <a:cubicBezTo>
                        <a:pt x="332" y="1404"/>
                        <a:pt x="319" y="1430"/>
                        <a:pt x="305" y="1470"/>
                      </a:cubicBezTo>
                      <a:cubicBezTo>
                        <a:pt x="292" y="1496"/>
                        <a:pt x="279" y="1536"/>
                        <a:pt x="279" y="1576"/>
                      </a:cubicBezTo>
                      <a:cubicBezTo>
                        <a:pt x="279" y="1629"/>
                        <a:pt x="292" y="1668"/>
                        <a:pt x="305" y="1708"/>
                      </a:cubicBezTo>
                      <a:cubicBezTo>
                        <a:pt x="332" y="1748"/>
                        <a:pt x="358" y="1774"/>
                        <a:pt x="385" y="1814"/>
                      </a:cubicBezTo>
                      <a:cubicBezTo>
                        <a:pt x="411" y="1840"/>
                        <a:pt x="451" y="1854"/>
                        <a:pt x="491" y="1867"/>
                      </a:cubicBezTo>
                      <a:cubicBezTo>
                        <a:pt x="530" y="1880"/>
                        <a:pt x="570" y="1893"/>
                        <a:pt x="610" y="1893"/>
                      </a:cubicBezTo>
                      <a:cubicBezTo>
                        <a:pt x="702" y="1893"/>
                        <a:pt x="769" y="1867"/>
                        <a:pt x="835" y="1840"/>
                      </a:cubicBezTo>
                      <a:cubicBezTo>
                        <a:pt x="901" y="1814"/>
                        <a:pt x="967" y="1761"/>
                        <a:pt x="1033" y="1682"/>
                      </a:cubicBezTo>
                      <a:cubicBezTo>
                        <a:pt x="1073" y="1629"/>
                        <a:pt x="1126" y="1563"/>
                        <a:pt x="1152" y="1483"/>
                      </a:cubicBezTo>
                      <a:cubicBezTo>
                        <a:pt x="1192" y="1390"/>
                        <a:pt x="1232" y="1298"/>
                        <a:pt x="1272" y="1192"/>
                      </a:cubicBezTo>
                      <a:lnTo>
                        <a:pt x="1589" y="305"/>
                      </a:lnTo>
                      <a:cubicBezTo>
                        <a:pt x="1602" y="265"/>
                        <a:pt x="1616" y="252"/>
                        <a:pt x="1629" y="239"/>
                      </a:cubicBezTo>
                      <a:cubicBezTo>
                        <a:pt x="1655" y="226"/>
                        <a:pt x="1682" y="226"/>
                        <a:pt x="1735" y="226"/>
                      </a:cubicBezTo>
                      <a:cubicBezTo>
                        <a:pt x="1774" y="226"/>
                        <a:pt x="1814" y="213"/>
                        <a:pt x="1841" y="213"/>
                      </a:cubicBezTo>
                      <a:cubicBezTo>
                        <a:pt x="1880" y="199"/>
                        <a:pt x="1907" y="173"/>
                        <a:pt x="1907" y="133"/>
                      </a:cubicBezTo>
                      <a:cubicBezTo>
                        <a:pt x="1907" y="107"/>
                        <a:pt x="1880" y="80"/>
                        <a:pt x="1854" y="67"/>
                      </a:cubicBezTo>
                      <a:cubicBezTo>
                        <a:pt x="1814" y="54"/>
                        <a:pt x="1774" y="54"/>
                        <a:pt x="1735" y="54"/>
                      </a:cubicBezTo>
                      <a:lnTo>
                        <a:pt x="1219" y="54"/>
                      </a:lnTo>
                      <a:cubicBezTo>
                        <a:pt x="1166" y="54"/>
                        <a:pt x="1139" y="54"/>
                        <a:pt x="1126" y="67"/>
                      </a:cubicBezTo>
                      <a:cubicBezTo>
                        <a:pt x="1113" y="80"/>
                        <a:pt x="1099" y="107"/>
                        <a:pt x="1099" y="133"/>
                      </a:cubicBezTo>
                      <a:cubicBezTo>
                        <a:pt x="1099" y="160"/>
                        <a:pt x="1113" y="186"/>
                        <a:pt x="1126" y="199"/>
                      </a:cubicBezTo>
                      <a:cubicBezTo>
                        <a:pt x="1152" y="213"/>
                        <a:pt x="1192" y="226"/>
                        <a:pt x="1245" y="226"/>
                      </a:cubicBezTo>
                      <a:cubicBezTo>
                        <a:pt x="1285" y="226"/>
                        <a:pt x="1324" y="226"/>
                        <a:pt x="1338" y="239"/>
                      </a:cubicBezTo>
                      <a:cubicBezTo>
                        <a:pt x="1351" y="252"/>
                        <a:pt x="1351" y="265"/>
                        <a:pt x="1351" y="279"/>
                      </a:cubicBezTo>
                      <a:cubicBezTo>
                        <a:pt x="1351" y="305"/>
                        <a:pt x="1351" y="345"/>
                        <a:pt x="1324" y="398"/>
                      </a:cubicBezTo>
                      <a:lnTo>
                        <a:pt x="1099" y="1113"/>
                      </a:lnTo>
                      <a:lnTo>
                        <a:pt x="676" y="305"/>
                      </a:lnTo>
                      <a:cubicBezTo>
                        <a:pt x="663" y="292"/>
                        <a:pt x="649" y="265"/>
                        <a:pt x="649" y="252"/>
                      </a:cubicBezTo>
                      <a:cubicBezTo>
                        <a:pt x="649" y="226"/>
                        <a:pt x="649" y="213"/>
                        <a:pt x="649" y="213"/>
                      </a:cubicBezTo>
                      <a:cubicBezTo>
                        <a:pt x="649" y="186"/>
                        <a:pt x="649" y="186"/>
                        <a:pt x="649" y="173"/>
                      </a:cubicBezTo>
                      <a:lnTo>
                        <a:pt x="676" y="173"/>
                      </a:lnTo>
                      <a:cubicBezTo>
                        <a:pt x="729" y="173"/>
                        <a:pt x="755" y="160"/>
                        <a:pt x="769" y="146"/>
                      </a:cubicBezTo>
                      <a:cubicBezTo>
                        <a:pt x="782" y="120"/>
                        <a:pt x="782" y="107"/>
                        <a:pt x="782" y="80"/>
                      </a:cubicBezTo>
                      <a:cubicBezTo>
                        <a:pt x="782" y="54"/>
                        <a:pt x="782" y="40"/>
                        <a:pt x="755" y="27"/>
                      </a:cubicBezTo>
                      <a:cubicBezTo>
                        <a:pt x="742" y="1"/>
                        <a:pt x="716"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5" name="Google Shape;335;p18"/>
            <p:cNvSpPr/>
            <p:nvPr/>
          </p:nvSpPr>
          <p:spPr>
            <a:xfrm>
              <a:off x="1147048" y="4807395"/>
              <a:ext cx="77053" cy="66983"/>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 name="Google Shape;336;p18"/>
          <p:cNvGrpSpPr/>
          <p:nvPr/>
        </p:nvGrpSpPr>
        <p:grpSpPr>
          <a:xfrm>
            <a:off x="7943754" y="413195"/>
            <a:ext cx="721026" cy="252610"/>
            <a:chOff x="2109963" y="768908"/>
            <a:chExt cx="818604" cy="286796"/>
          </a:xfrm>
        </p:grpSpPr>
        <p:sp>
          <p:nvSpPr>
            <p:cNvPr id="337" name="Google Shape;337;p18"/>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8"/>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8"/>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
    <p:spTree>
      <p:nvGrpSpPr>
        <p:cNvPr id="342" name="Shape 342"/>
        <p:cNvGrpSpPr/>
        <p:nvPr/>
      </p:nvGrpSpPr>
      <p:grpSpPr>
        <a:xfrm>
          <a:off x="0" y="0"/>
          <a:ext cx="0" cy="0"/>
          <a:chOff x="0" y="0"/>
          <a:chExt cx="0" cy="0"/>
        </a:xfrm>
      </p:grpSpPr>
      <p:sp>
        <p:nvSpPr>
          <p:cNvPr id="343" name="Google Shape;343;p19"/>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sz="3000">
                <a:solidFill>
                  <a:schemeClr val="l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4" name="Google Shape;344;p19"/>
          <p:cNvSpPr txBox="1"/>
          <p:nvPr>
            <p:ph idx="2" type="title"/>
          </p:nvPr>
        </p:nvSpPr>
        <p:spPr>
          <a:xfrm>
            <a:off x="1403747" y="1530450"/>
            <a:ext cx="1680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5" name="Google Shape;345;p19"/>
          <p:cNvSpPr txBox="1"/>
          <p:nvPr>
            <p:ph idx="1" type="subTitle"/>
          </p:nvPr>
        </p:nvSpPr>
        <p:spPr>
          <a:xfrm>
            <a:off x="1403747" y="1932327"/>
            <a:ext cx="16803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46" name="Google Shape;346;p19"/>
          <p:cNvSpPr txBox="1"/>
          <p:nvPr>
            <p:ph idx="3" type="title"/>
          </p:nvPr>
        </p:nvSpPr>
        <p:spPr>
          <a:xfrm>
            <a:off x="4055391" y="1530450"/>
            <a:ext cx="1682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7" name="Google Shape;347;p19"/>
          <p:cNvSpPr txBox="1"/>
          <p:nvPr>
            <p:ph idx="4" type="subTitle"/>
          </p:nvPr>
        </p:nvSpPr>
        <p:spPr>
          <a:xfrm>
            <a:off x="4055397" y="1932327"/>
            <a:ext cx="16824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48" name="Google Shape;348;p19"/>
          <p:cNvSpPr txBox="1"/>
          <p:nvPr>
            <p:ph idx="5" type="title"/>
          </p:nvPr>
        </p:nvSpPr>
        <p:spPr>
          <a:xfrm>
            <a:off x="1403747" y="3116250"/>
            <a:ext cx="1680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9" name="Google Shape;349;p19"/>
          <p:cNvSpPr txBox="1"/>
          <p:nvPr>
            <p:ph idx="6" type="subTitle"/>
          </p:nvPr>
        </p:nvSpPr>
        <p:spPr>
          <a:xfrm>
            <a:off x="1403747" y="3518127"/>
            <a:ext cx="16803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50" name="Google Shape;350;p19"/>
          <p:cNvSpPr txBox="1"/>
          <p:nvPr>
            <p:ph idx="7" type="title"/>
          </p:nvPr>
        </p:nvSpPr>
        <p:spPr>
          <a:xfrm>
            <a:off x="4055391" y="3116250"/>
            <a:ext cx="1682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1" name="Google Shape;351;p19"/>
          <p:cNvSpPr txBox="1"/>
          <p:nvPr>
            <p:ph idx="8" type="subTitle"/>
          </p:nvPr>
        </p:nvSpPr>
        <p:spPr>
          <a:xfrm>
            <a:off x="4055397" y="3518127"/>
            <a:ext cx="16824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52" name="Google Shape;352;p19"/>
          <p:cNvSpPr txBox="1"/>
          <p:nvPr>
            <p:ph idx="9" type="title"/>
          </p:nvPr>
        </p:nvSpPr>
        <p:spPr>
          <a:xfrm>
            <a:off x="6707042" y="1530450"/>
            <a:ext cx="1682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3" name="Google Shape;353;p19"/>
          <p:cNvSpPr txBox="1"/>
          <p:nvPr>
            <p:ph idx="13" type="subTitle"/>
          </p:nvPr>
        </p:nvSpPr>
        <p:spPr>
          <a:xfrm>
            <a:off x="6707047" y="1932327"/>
            <a:ext cx="16824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54" name="Google Shape;354;p19"/>
          <p:cNvSpPr txBox="1"/>
          <p:nvPr>
            <p:ph idx="14" type="title"/>
          </p:nvPr>
        </p:nvSpPr>
        <p:spPr>
          <a:xfrm>
            <a:off x="6707042" y="3116250"/>
            <a:ext cx="1682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55" name="Google Shape;355;p19"/>
          <p:cNvSpPr txBox="1"/>
          <p:nvPr>
            <p:ph idx="15" type="subTitle"/>
          </p:nvPr>
        </p:nvSpPr>
        <p:spPr>
          <a:xfrm>
            <a:off x="6707047" y="3518127"/>
            <a:ext cx="1682400" cy="778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atin typeface="Mukta Light"/>
                <a:ea typeface="Mukta Light"/>
                <a:cs typeface="Mukta Light"/>
                <a:sym typeface="Mukta Light"/>
              </a:defRPr>
            </a:lvl1pPr>
            <a:lvl2pPr lvl="1" rtl="0">
              <a:lnSpc>
                <a:spcPct val="100000"/>
              </a:lnSpc>
              <a:spcBef>
                <a:spcPts val="160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grpSp>
        <p:nvGrpSpPr>
          <p:cNvPr id="356" name="Google Shape;356;p19"/>
          <p:cNvGrpSpPr/>
          <p:nvPr/>
        </p:nvGrpSpPr>
        <p:grpSpPr>
          <a:xfrm>
            <a:off x="364494" y="351380"/>
            <a:ext cx="595379" cy="434972"/>
            <a:chOff x="570141" y="1610117"/>
            <a:chExt cx="675952" cy="493837"/>
          </a:xfrm>
        </p:grpSpPr>
        <p:sp>
          <p:nvSpPr>
            <p:cNvPr id="357" name="Google Shape;357;p19"/>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9"/>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9"/>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 name="Google Shape;360;p19"/>
          <p:cNvSpPr/>
          <p:nvPr/>
        </p:nvSpPr>
        <p:spPr>
          <a:xfrm rot="-1315996">
            <a:off x="8620337" y="4626221"/>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9"/>
          <p:cNvSpPr/>
          <p:nvPr/>
        </p:nvSpPr>
        <p:spPr>
          <a:xfrm>
            <a:off x="8695238" y="4113321"/>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
    <p:spTree>
      <p:nvGrpSpPr>
        <p:cNvPr id="362" name="Shape 362"/>
        <p:cNvGrpSpPr/>
        <p:nvPr/>
      </p:nvGrpSpPr>
      <p:grpSpPr>
        <a:xfrm>
          <a:off x="0" y="0"/>
          <a:ext cx="0" cy="0"/>
          <a:chOff x="0" y="0"/>
          <a:chExt cx="0" cy="0"/>
        </a:xfrm>
      </p:grpSpPr>
      <p:sp>
        <p:nvSpPr>
          <p:cNvPr id="363" name="Google Shape;363;p20"/>
          <p:cNvSpPr txBox="1"/>
          <p:nvPr>
            <p:ph type="ctrTitle"/>
          </p:nvPr>
        </p:nvSpPr>
        <p:spPr>
          <a:xfrm>
            <a:off x="828600" y="885825"/>
            <a:ext cx="4172100" cy="1013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b="1" sz="5500">
                <a:solidFill>
                  <a:srgbClr val="FFEC9D"/>
                </a:solidFill>
                <a:latin typeface="Life Savers"/>
                <a:ea typeface="Life Savers"/>
                <a:cs typeface="Life Savers"/>
                <a:sym typeface="Life Savers"/>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64" name="Google Shape;364;p20"/>
          <p:cNvSpPr txBox="1"/>
          <p:nvPr>
            <p:ph idx="1" type="subTitle"/>
          </p:nvPr>
        </p:nvSpPr>
        <p:spPr>
          <a:xfrm>
            <a:off x="1352550" y="1996750"/>
            <a:ext cx="3124200" cy="141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1600">
                <a:solidFill>
                  <a:schemeClr val="lt1"/>
                </a:solidFill>
                <a:latin typeface="Mukta Light"/>
                <a:ea typeface="Mukta Light"/>
                <a:cs typeface="Mukta Light"/>
                <a:sym typeface="Mukta Light"/>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65" name="Google Shape;365;p20"/>
          <p:cNvSpPr txBox="1"/>
          <p:nvPr/>
        </p:nvSpPr>
        <p:spPr>
          <a:xfrm>
            <a:off x="1128750" y="3226275"/>
            <a:ext cx="3571800" cy="7203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lt1"/>
                </a:solidFill>
                <a:latin typeface="Mukta"/>
                <a:ea typeface="Mukta"/>
                <a:cs typeface="Mukta"/>
                <a:sym typeface="Mukta"/>
              </a:rPr>
              <a:t>CREDITS: This presentation template was created by </a:t>
            </a:r>
            <a:r>
              <a:rPr b="1" lang="en" sz="1200">
                <a:solidFill>
                  <a:schemeClr val="lt1"/>
                </a:solidFill>
                <a:uFill>
                  <a:noFill/>
                </a:uFill>
                <a:latin typeface="Mukta"/>
                <a:ea typeface="Mukta"/>
                <a:cs typeface="Mukta"/>
                <a:sym typeface="Mukta"/>
                <a:hlinkClick r:id="rId2">
                  <a:extLst>
                    <a:ext uri="{A12FA001-AC4F-418D-AE19-62706E023703}">
                      <ahyp:hlinkClr val="tx"/>
                    </a:ext>
                  </a:extLst>
                </a:hlinkClick>
              </a:rPr>
              <a:t>Slidesgo</a:t>
            </a:r>
            <a:r>
              <a:rPr lang="en" sz="1200">
                <a:solidFill>
                  <a:schemeClr val="lt1"/>
                </a:solidFill>
                <a:latin typeface="Mukta"/>
                <a:ea typeface="Mukta"/>
                <a:cs typeface="Mukta"/>
                <a:sym typeface="Mukta"/>
              </a:rPr>
              <a:t>, including icons by </a:t>
            </a:r>
            <a:r>
              <a:rPr b="1" lang="en" sz="1200">
                <a:solidFill>
                  <a:schemeClr val="lt1"/>
                </a:solidFill>
                <a:uFill>
                  <a:noFill/>
                </a:uFill>
                <a:latin typeface="Mukta"/>
                <a:ea typeface="Mukta"/>
                <a:cs typeface="Mukta"/>
                <a:sym typeface="Mukta"/>
                <a:hlinkClick r:id="rId3">
                  <a:extLst>
                    <a:ext uri="{A12FA001-AC4F-418D-AE19-62706E023703}">
                      <ahyp:hlinkClr val="tx"/>
                    </a:ext>
                  </a:extLst>
                </a:hlinkClick>
              </a:rPr>
              <a:t>Flaticon</a:t>
            </a:r>
            <a:r>
              <a:rPr lang="en" sz="1200">
                <a:solidFill>
                  <a:schemeClr val="lt1"/>
                </a:solidFill>
                <a:latin typeface="Mukta"/>
                <a:ea typeface="Mukta"/>
                <a:cs typeface="Mukta"/>
                <a:sym typeface="Mukta"/>
              </a:rPr>
              <a:t>, and infographics &amp; images by </a:t>
            </a:r>
            <a:r>
              <a:rPr b="1" lang="en" sz="1200">
                <a:solidFill>
                  <a:schemeClr val="lt1"/>
                </a:solidFill>
                <a:uFill>
                  <a:noFill/>
                </a:uFill>
                <a:latin typeface="Mukta"/>
                <a:ea typeface="Mukta"/>
                <a:cs typeface="Mukta"/>
                <a:sym typeface="Mukta"/>
                <a:hlinkClick r:id="rId4">
                  <a:extLst>
                    <a:ext uri="{A12FA001-AC4F-418D-AE19-62706E023703}">
                      <ahyp:hlinkClr val="tx"/>
                    </a:ext>
                  </a:extLst>
                </a:hlinkClick>
              </a:rPr>
              <a:t>Freepik</a:t>
            </a:r>
            <a:endParaRPr sz="1200">
              <a:solidFill>
                <a:schemeClr val="lt1"/>
              </a:solidFill>
              <a:latin typeface="Mukta"/>
              <a:ea typeface="Mukta"/>
              <a:cs typeface="Mukta"/>
              <a:sym typeface="Mukta"/>
            </a:endParaRPr>
          </a:p>
        </p:txBody>
      </p:sp>
      <p:sp>
        <p:nvSpPr>
          <p:cNvPr id="366" name="Google Shape;366;p20"/>
          <p:cNvSpPr/>
          <p:nvPr/>
        </p:nvSpPr>
        <p:spPr>
          <a:xfrm>
            <a:off x="5391773" y="4665804"/>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7" name="Google Shape;367;p20"/>
          <p:cNvGrpSpPr/>
          <p:nvPr/>
        </p:nvGrpSpPr>
        <p:grpSpPr>
          <a:xfrm>
            <a:off x="8336036" y="267180"/>
            <a:ext cx="595379" cy="434972"/>
            <a:chOff x="570141" y="1610117"/>
            <a:chExt cx="675952" cy="493837"/>
          </a:xfrm>
        </p:grpSpPr>
        <p:sp>
          <p:nvSpPr>
            <p:cNvPr id="368" name="Google Shape;368;p20"/>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0"/>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0"/>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371" name="Shape 371"/>
        <p:cNvGrpSpPr/>
        <p:nvPr/>
      </p:nvGrpSpPr>
      <p:grpSpPr>
        <a:xfrm>
          <a:off x="0" y="0"/>
          <a:ext cx="0" cy="0"/>
          <a:chOff x="0" y="0"/>
          <a:chExt cx="0" cy="0"/>
        </a:xfrm>
      </p:grpSpPr>
      <p:grpSp>
        <p:nvGrpSpPr>
          <p:cNvPr id="372" name="Google Shape;372;p21"/>
          <p:cNvGrpSpPr/>
          <p:nvPr/>
        </p:nvGrpSpPr>
        <p:grpSpPr>
          <a:xfrm>
            <a:off x="7632755" y="4097514"/>
            <a:ext cx="1357006" cy="707493"/>
            <a:chOff x="1787352" y="2530363"/>
            <a:chExt cx="1540651" cy="803239"/>
          </a:xfrm>
        </p:grpSpPr>
        <p:sp>
          <p:nvSpPr>
            <p:cNvPr id="373" name="Google Shape;373;p21"/>
            <p:cNvSpPr/>
            <p:nvPr/>
          </p:nvSpPr>
          <p:spPr>
            <a:xfrm>
              <a:off x="1971678" y="2530363"/>
              <a:ext cx="914442" cy="628420"/>
            </a:xfrm>
            <a:custGeom>
              <a:rect b="b" l="l" r="r" t="t"/>
              <a:pathLst>
                <a:path extrusionOk="0" h="11370" w="16545">
                  <a:moveTo>
                    <a:pt x="279" y="1"/>
                  </a:moveTo>
                  <a:cubicBezTo>
                    <a:pt x="213" y="1"/>
                    <a:pt x="160" y="1"/>
                    <a:pt x="160" y="54"/>
                  </a:cubicBezTo>
                  <a:cubicBezTo>
                    <a:pt x="54" y="120"/>
                    <a:pt x="1" y="173"/>
                    <a:pt x="1" y="279"/>
                  </a:cubicBezTo>
                  <a:lnTo>
                    <a:pt x="1" y="8603"/>
                  </a:lnTo>
                  <a:cubicBezTo>
                    <a:pt x="1" y="8551"/>
                    <a:pt x="54" y="8445"/>
                    <a:pt x="107" y="8445"/>
                  </a:cubicBezTo>
                  <a:cubicBezTo>
                    <a:pt x="160" y="8392"/>
                    <a:pt x="213" y="8326"/>
                    <a:pt x="279" y="8326"/>
                  </a:cubicBezTo>
                  <a:lnTo>
                    <a:pt x="543" y="8326"/>
                  </a:lnTo>
                  <a:lnTo>
                    <a:pt x="543" y="715"/>
                  </a:lnTo>
                  <a:lnTo>
                    <a:pt x="13011" y="6340"/>
                  </a:lnTo>
                  <a:cubicBezTo>
                    <a:pt x="12852" y="6076"/>
                    <a:pt x="12733" y="5798"/>
                    <a:pt x="12574" y="5520"/>
                  </a:cubicBezTo>
                  <a:lnTo>
                    <a:pt x="385" y="54"/>
                  </a:lnTo>
                  <a:cubicBezTo>
                    <a:pt x="385" y="1"/>
                    <a:pt x="332" y="1"/>
                    <a:pt x="279" y="1"/>
                  </a:cubicBezTo>
                  <a:close/>
                  <a:moveTo>
                    <a:pt x="3085" y="10814"/>
                  </a:moveTo>
                  <a:lnTo>
                    <a:pt x="3085" y="11092"/>
                  </a:lnTo>
                  <a:cubicBezTo>
                    <a:pt x="3085" y="11198"/>
                    <a:pt x="3032" y="11251"/>
                    <a:pt x="2979" y="11303"/>
                  </a:cubicBezTo>
                  <a:cubicBezTo>
                    <a:pt x="2926" y="11370"/>
                    <a:pt x="2860" y="11370"/>
                    <a:pt x="2807" y="11370"/>
                  </a:cubicBezTo>
                  <a:lnTo>
                    <a:pt x="16545" y="11370"/>
                  </a:lnTo>
                  <a:cubicBezTo>
                    <a:pt x="16426" y="11198"/>
                    <a:pt x="16267" y="11039"/>
                    <a:pt x="16095" y="1081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1"/>
            <p:cNvSpPr/>
            <p:nvPr/>
          </p:nvSpPr>
          <p:spPr>
            <a:xfrm>
              <a:off x="2666643" y="2835398"/>
              <a:ext cx="661361" cy="323385"/>
            </a:xfrm>
            <a:custGeom>
              <a:rect b="b" l="l" r="r" t="t"/>
              <a:pathLst>
                <a:path extrusionOk="0" h="5851" w="11966">
                  <a:moveTo>
                    <a:pt x="0" y="1"/>
                  </a:moveTo>
                  <a:cubicBezTo>
                    <a:pt x="159" y="279"/>
                    <a:pt x="278" y="557"/>
                    <a:pt x="437" y="821"/>
                  </a:cubicBezTo>
                  <a:lnTo>
                    <a:pt x="10417" y="5295"/>
                  </a:lnTo>
                  <a:lnTo>
                    <a:pt x="3521" y="5295"/>
                  </a:lnTo>
                  <a:cubicBezTo>
                    <a:pt x="3693" y="5520"/>
                    <a:pt x="3852" y="5679"/>
                    <a:pt x="3971" y="5851"/>
                  </a:cubicBezTo>
                  <a:lnTo>
                    <a:pt x="11687" y="5851"/>
                  </a:lnTo>
                  <a:cubicBezTo>
                    <a:pt x="11793" y="5851"/>
                    <a:pt x="11912" y="5784"/>
                    <a:pt x="11965" y="5626"/>
                  </a:cubicBezTo>
                  <a:cubicBezTo>
                    <a:pt x="11965" y="5520"/>
                    <a:pt x="11912" y="5401"/>
                    <a:pt x="11793" y="5348"/>
                  </a:cubicBezTo>
                  <a:lnTo>
                    <a:pt x="0" y="1"/>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1"/>
            <p:cNvSpPr/>
            <p:nvPr/>
          </p:nvSpPr>
          <p:spPr>
            <a:xfrm>
              <a:off x="1971678" y="2990485"/>
              <a:ext cx="170508" cy="168297"/>
            </a:xfrm>
            <a:custGeom>
              <a:rect b="b" l="l" r="r" t="t"/>
              <a:pathLst>
                <a:path extrusionOk="0" h="3045" w="3085">
                  <a:moveTo>
                    <a:pt x="2529" y="556"/>
                  </a:moveTo>
                  <a:lnTo>
                    <a:pt x="2529" y="2489"/>
                  </a:lnTo>
                  <a:lnTo>
                    <a:pt x="543" y="2489"/>
                  </a:lnTo>
                  <a:lnTo>
                    <a:pt x="543" y="556"/>
                  </a:lnTo>
                  <a:close/>
                  <a:moveTo>
                    <a:pt x="279" y="1"/>
                  </a:moveTo>
                  <a:cubicBezTo>
                    <a:pt x="213" y="1"/>
                    <a:pt x="160" y="67"/>
                    <a:pt x="107" y="120"/>
                  </a:cubicBezTo>
                  <a:cubicBezTo>
                    <a:pt x="54" y="120"/>
                    <a:pt x="1" y="226"/>
                    <a:pt x="1" y="278"/>
                  </a:cubicBezTo>
                  <a:lnTo>
                    <a:pt x="1" y="2767"/>
                  </a:lnTo>
                  <a:cubicBezTo>
                    <a:pt x="1" y="2873"/>
                    <a:pt x="54" y="2926"/>
                    <a:pt x="107" y="2978"/>
                  </a:cubicBezTo>
                  <a:cubicBezTo>
                    <a:pt x="160" y="3045"/>
                    <a:pt x="213" y="3045"/>
                    <a:pt x="279" y="3045"/>
                  </a:cubicBezTo>
                  <a:lnTo>
                    <a:pt x="2807" y="3045"/>
                  </a:lnTo>
                  <a:cubicBezTo>
                    <a:pt x="2860" y="3045"/>
                    <a:pt x="2926" y="3045"/>
                    <a:pt x="2979" y="2978"/>
                  </a:cubicBezTo>
                  <a:cubicBezTo>
                    <a:pt x="3032" y="2926"/>
                    <a:pt x="3085" y="2873"/>
                    <a:pt x="3085" y="2767"/>
                  </a:cubicBezTo>
                  <a:lnTo>
                    <a:pt x="3085" y="2489"/>
                  </a:lnTo>
                  <a:lnTo>
                    <a:pt x="3085" y="278"/>
                  </a:lnTo>
                  <a:cubicBezTo>
                    <a:pt x="3085" y="226"/>
                    <a:pt x="3032" y="120"/>
                    <a:pt x="2979" y="120"/>
                  </a:cubicBezTo>
                  <a:cubicBezTo>
                    <a:pt x="2926" y="67"/>
                    <a:pt x="2860" y="1"/>
                    <a:pt x="2807"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1"/>
            <p:cNvSpPr/>
            <p:nvPr/>
          </p:nvSpPr>
          <p:spPr>
            <a:xfrm>
              <a:off x="2584733" y="2634989"/>
              <a:ext cx="118554" cy="120765"/>
            </a:xfrm>
            <a:custGeom>
              <a:rect b="b" l="l" r="r" t="t"/>
              <a:pathLst>
                <a:path extrusionOk="0" h="2185" w="2145">
                  <a:moveTo>
                    <a:pt x="887" y="1284"/>
                  </a:moveTo>
                  <a:cubicBezTo>
                    <a:pt x="953" y="1284"/>
                    <a:pt x="1032" y="1297"/>
                    <a:pt x="1085" y="1311"/>
                  </a:cubicBezTo>
                  <a:cubicBezTo>
                    <a:pt x="1151" y="1324"/>
                    <a:pt x="1204" y="1350"/>
                    <a:pt x="1257" y="1377"/>
                  </a:cubicBezTo>
                  <a:cubicBezTo>
                    <a:pt x="1310" y="1403"/>
                    <a:pt x="1350" y="1430"/>
                    <a:pt x="1376" y="1469"/>
                  </a:cubicBezTo>
                  <a:cubicBezTo>
                    <a:pt x="1403" y="1509"/>
                    <a:pt x="1416" y="1549"/>
                    <a:pt x="1416" y="1588"/>
                  </a:cubicBezTo>
                  <a:cubicBezTo>
                    <a:pt x="1416" y="1641"/>
                    <a:pt x="1403" y="1681"/>
                    <a:pt x="1363" y="1721"/>
                  </a:cubicBezTo>
                  <a:cubicBezTo>
                    <a:pt x="1337" y="1761"/>
                    <a:pt x="1297" y="1787"/>
                    <a:pt x="1231" y="1813"/>
                  </a:cubicBezTo>
                  <a:cubicBezTo>
                    <a:pt x="1178" y="1840"/>
                    <a:pt x="1112" y="1866"/>
                    <a:pt x="1046" y="1880"/>
                  </a:cubicBezTo>
                  <a:cubicBezTo>
                    <a:pt x="966" y="1906"/>
                    <a:pt x="887" y="1906"/>
                    <a:pt x="807" y="1906"/>
                  </a:cubicBezTo>
                  <a:cubicBezTo>
                    <a:pt x="675" y="1906"/>
                    <a:pt x="569" y="1893"/>
                    <a:pt x="463" y="1840"/>
                  </a:cubicBezTo>
                  <a:cubicBezTo>
                    <a:pt x="371" y="1800"/>
                    <a:pt x="318" y="1734"/>
                    <a:pt x="318" y="1641"/>
                  </a:cubicBezTo>
                  <a:cubicBezTo>
                    <a:pt x="318" y="1588"/>
                    <a:pt x="331" y="1536"/>
                    <a:pt x="371" y="1496"/>
                  </a:cubicBezTo>
                  <a:cubicBezTo>
                    <a:pt x="397" y="1456"/>
                    <a:pt x="437" y="1416"/>
                    <a:pt x="490" y="1390"/>
                  </a:cubicBezTo>
                  <a:cubicBezTo>
                    <a:pt x="529" y="1350"/>
                    <a:pt x="596" y="1337"/>
                    <a:pt x="662" y="1311"/>
                  </a:cubicBezTo>
                  <a:cubicBezTo>
                    <a:pt x="728" y="1297"/>
                    <a:pt x="807" y="1284"/>
                    <a:pt x="887" y="1284"/>
                  </a:cubicBezTo>
                  <a:close/>
                  <a:moveTo>
                    <a:pt x="926" y="0"/>
                  </a:moveTo>
                  <a:cubicBezTo>
                    <a:pt x="688" y="0"/>
                    <a:pt x="490" y="53"/>
                    <a:pt x="344" y="159"/>
                  </a:cubicBezTo>
                  <a:cubicBezTo>
                    <a:pt x="199" y="265"/>
                    <a:pt x="132" y="397"/>
                    <a:pt x="132" y="569"/>
                  </a:cubicBezTo>
                  <a:cubicBezTo>
                    <a:pt x="132" y="649"/>
                    <a:pt x="159" y="715"/>
                    <a:pt x="199" y="781"/>
                  </a:cubicBezTo>
                  <a:cubicBezTo>
                    <a:pt x="238" y="861"/>
                    <a:pt x="304" y="887"/>
                    <a:pt x="397" y="887"/>
                  </a:cubicBezTo>
                  <a:cubicBezTo>
                    <a:pt x="463" y="887"/>
                    <a:pt x="503" y="874"/>
                    <a:pt x="543" y="847"/>
                  </a:cubicBezTo>
                  <a:cubicBezTo>
                    <a:pt x="582" y="821"/>
                    <a:pt x="596" y="781"/>
                    <a:pt x="596" y="728"/>
                  </a:cubicBezTo>
                  <a:cubicBezTo>
                    <a:pt x="596" y="675"/>
                    <a:pt x="582" y="636"/>
                    <a:pt x="556" y="622"/>
                  </a:cubicBezTo>
                  <a:cubicBezTo>
                    <a:pt x="529" y="596"/>
                    <a:pt x="503" y="583"/>
                    <a:pt x="490" y="583"/>
                  </a:cubicBezTo>
                  <a:cubicBezTo>
                    <a:pt x="450" y="569"/>
                    <a:pt x="437" y="569"/>
                    <a:pt x="410" y="556"/>
                  </a:cubicBezTo>
                  <a:cubicBezTo>
                    <a:pt x="397" y="556"/>
                    <a:pt x="397" y="530"/>
                    <a:pt x="397" y="503"/>
                  </a:cubicBezTo>
                  <a:cubicBezTo>
                    <a:pt x="397" y="477"/>
                    <a:pt x="410" y="437"/>
                    <a:pt x="437" y="411"/>
                  </a:cubicBezTo>
                  <a:cubicBezTo>
                    <a:pt x="476" y="384"/>
                    <a:pt x="516" y="358"/>
                    <a:pt x="556" y="344"/>
                  </a:cubicBezTo>
                  <a:cubicBezTo>
                    <a:pt x="609" y="318"/>
                    <a:pt x="662" y="305"/>
                    <a:pt x="728" y="291"/>
                  </a:cubicBezTo>
                  <a:cubicBezTo>
                    <a:pt x="781" y="278"/>
                    <a:pt x="834" y="278"/>
                    <a:pt x="887" y="278"/>
                  </a:cubicBezTo>
                  <a:cubicBezTo>
                    <a:pt x="1072" y="278"/>
                    <a:pt x="1204" y="331"/>
                    <a:pt x="1297" y="450"/>
                  </a:cubicBezTo>
                  <a:cubicBezTo>
                    <a:pt x="1376" y="569"/>
                    <a:pt x="1416" y="728"/>
                    <a:pt x="1416" y="927"/>
                  </a:cubicBezTo>
                  <a:cubicBezTo>
                    <a:pt x="1416" y="940"/>
                    <a:pt x="1416" y="966"/>
                    <a:pt x="1416" y="1006"/>
                  </a:cubicBezTo>
                  <a:lnTo>
                    <a:pt x="1416" y="1099"/>
                  </a:lnTo>
                  <a:lnTo>
                    <a:pt x="1416" y="1218"/>
                  </a:lnTo>
                  <a:cubicBezTo>
                    <a:pt x="1218" y="1086"/>
                    <a:pt x="1006" y="1006"/>
                    <a:pt x="768" y="1006"/>
                  </a:cubicBezTo>
                  <a:cubicBezTo>
                    <a:pt x="649" y="1006"/>
                    <a:pt x="543" y="1033"/>
                    <a:pt x="450" y="1059"/>
                  </a:cubicBezTo>
                  <a:cubicBezTo>
                    <a:pt x="357" y="1086"/>
                    <a:pt x="278" y="1138"/>
                    <a:pt x="212" y="1191"/>
                  </a:cubicBezTo>
                  <a:cubicBezTo>
                    <a:pt x="146" y="1244"/>
                    <a:pt x="93" y="1311"/>
                    <a:pt x="53" y="1390"/>
                  </a:cubicBezTo>
                  <a:cubicBezTo>
                    <a:pt x="13" y="1469"/>
                    <a:pt x="0" y="1549"/>
                    <a:pt x="0" y="1641"/>
                  </a:cubicBezTo>
                  <a:cubicBezTo>
                    <a:pt x="0" y="1800"/>
                    <a:pt x="53" y="1946"/>
                    <a:pt x="185" y="2038"/>
                  </a:cubicBezTo>
                  <a:cubicBezTo>
                    <a:pt x="318" y="2131"/>
                    <a:pt x="490" y="2184"/>
                    <a:pt x="701" y="2184"/>
                  </a:cubicBezTo>
                  <a:cubicBezTo>
                    <a:pt x="847" y="2184"/>
                    <a:pt x="979" y="2158"/>
                    <a:pt x="1099" y="2118"/>
                  </a:cubicBezTo>
                  <a:cubicBezTo>
                    <a:pt x="1218" y="2065"/>
                    <a:pt x="1324" y="1999"/>
                    <a:pt x="1429" y="1919"/>
                  </a:cubicBezTo>
                  <a:cubicBezTo>
                    <a:pt x="1456" y="2012"/>
                    <a:pt x="1496" y="2078"/>
                    <a:pt x="1562" y="2131"/>
                  </a:cubicBezTo>
                  <a:cubicBezTo>
                    <a:pt x="1628" y="2171"/>
                    <a:pt x="1707" y="2184"/>
                    <a:pt x="1787" y="2184"/>
                  </a:cubicBezTo>
                  <a:cubicBezTo>
                    <a:pt x="1840" y="2184"/>
                    <a:pt x="1879" y="2184"/>
                    <a:pt x="1919" y="2171"/>
                  </a:cubicBezTo>
                  <a:cubicBezTo>
                    <a:pt x="1959" y="2158"/>
                    <a:pt x="1999" y="2131"/>
                    <a:pt x="2038" y="2105"/>
                  </a:cubicBezTo>
                  <a:cubicBezTo>
                    <a:pt x="2078" y="2078"/>
                    <a:pt x="2091" y="2038"/>
                    <a:pt x="2118" y="1999"/>
                  </a:cubicBezTo>
                  <a:cubicBezTo>
                    <a:pt x="2144" y="1959"/>
                    <a:pt x="2144" y="1893"/>
                    <a:pt x="2144" y="1840"/>
                  </a:cubicBezTo>
                  <a:cubicBezTo>
                    <a:pt x="2144" y="1800"/>
                    <a:pt x="2144" y="1761"/>
                    <a:pt x="2131" y="1734"/>
                  </a:cubicBezTo>
                  <a:cubicBezTo>
                    <a:pt x="2118" y="1694"/>
                    <a:pt x="2091" y="1681"/>
                    <a:pt x="2051" y="1681"/>
                  </a:cubicBezTo>
                  <a:cubicBezTo>
                    <a:pt x="2012" y="1681"/>
                    <a:pt x="1972" y="1694"/>
                    <a:pt x="1959" y="1721"/>
                  </a:cubicBezTo>
                  <a:cubicBezTo>
                    <a:pt x="1946" y="1747"/>
                    <a:pt x="1932" y="1761"/>
                    <a:pt x="1932" y="1787"/>
                  </a:cubicBezTo>
                  <a:cubicBezTo>
                    <a:pt x="1919" y="1827"/>
                    <a:pt x="1906" y="1853"/>
                    <a:pt x="1893" y="1880"/>
                  </a:cubicBezTo>
                  <a:cubicBezTo>
                    <a:pt x="1893" y="1893"/>
                    <a:pt x="1866" y="1906"/>
                    <a:pt x="1840" y="1906"/>
                  </a:cubicBezTo>
                  <a:cubicBezTo>
                    <a:pt x="1787" y="1906"/>
                    <a:pt x="1760" y="1893"/>
                    <a:pt x="1747" y="1840"/>
                  </a:cubicBezTo>
                  <a:cubicBezTo>
                    <a:pt x="1734" y="1800"/>
                    <a:pt x="1734" y="1708"/>
                    <a:pt x="1734" y="1562"/>
                  </a:cubicBezTo>
                  <a:lnTo>
                    <a:pt x="1734" y="1403"/>
                  </a:lnTo>
                  <a:cubicBezTo>
                    <a:pt x="1734" y="1337"/>
                    <a:pt x="1734" y="1271"/>
                    <a:pt x="1734" y="1218"/>
                  </a:cubicBezTo>
                  <a:cubicBezTo>
                    <a:pt x="1734" y="1152"/>
                    <a:pt x="1747" y="1086"/>
                    <a:pt x="1747" y="1033"/>
                  </a:cubicBezTo>
                  <a:cubicBezTo>
                    <a:pt x="1747" y="980"/>
                    <a:pt x="1747" y="927"/>
                    <a:pt x="1747" y="900"/>
                  </a:cubicBezTo>
                  <a:cubicBezTo>
                    <a:pt x="1747" y="291"/>
                    <a:pt x="1469" y="0"/>
                    <a:pt x="926"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1"/>
            <p:cNvSpPr/>
            <p:nvPr/>
          </p:nvSpPr>
          <p:spPr>
            <a:xfrm>
              <a:off x="1787352" y="2713970"/>
              <a:ext cx="141215" cy="212955"/>
            </a:xfrm>
            <a:custGeom>
              <a:rect b="b" l="l" r="r" t="t"/>
              <a:pathLst>
                <a:path extrusionOk="0" h="3853" w="2555">
                  <a:moveTo>
                    <a:pt x="1655" y="1959"/>
                  </a:moveTo>
                  <a:cubicBezTo>
                    <a:pt x="1708" y="1959"/>
                    <a:pt x="1761" y="1973"/>
                    <a:pt x="1827" y="1999"/>
                  </a:cubicBezTo>
                  <a:cubicBezTo>
                    <a:pt x="1893" y="2026"/>
                    <a:pt x="1946" y="2065"/>
                    <a:pt x="2012" y="2132"/>
                  </a:cubicBezTo>
                  <a:cubicBezTo>
                    <a:pt x="2065" y="2184"/>
                    <a:pt x="2118" y="2277"/>
                    <a:pt x="2158" y="2370"/>
                  </a:cubicBezTo>
                  <a:cubicBezTo>
                    <a:pt x="2198" y="2476"/>
                    <a:pt x="2211" y="2595"/>
                    <a:pt x="2211" y="2754"/>
                  </a:cubicBezTo>
                  <a:cubicBezTo>
                    <a:pt x="2211" y="2912"/>
                    <a:pt x="2184" y="3045"/>
                    <a:pt x="2131" y="3151"/>
                  </a:cubicBezTo>
                  <a:cubicBezTo>
                    <a:pt x="2092" y="3256"/>
                    <a:pt x="2039" y="3336"/>
                    <a:pt x="1959" y="3402"/>
                  </a:cubicBezTo>
                  <a:cubicBezTo>
                    <a:pt x="1893" y="3455"/>
                    <a:pt x="1814" y="3495"/>
                    <a:pt x="1734" y="3521"/>
                  </a:cubicBezTo>
                  <a:cubicBezTo>
                    <a:pt x="1655" y="3548"/>
                    <a:pt x="1576" y="3548"/>
                    <a:pt x="1523" y="3548"/>
                  </a:cubicBezTo>
                  <a:cubicBezTo>
                    <a:pt x="1324" y="3548"/>
                    <a:pt x="1178" y="3495"/>
                    <a:pt x="1086" y="3376"/>
                  </a:cubicBezTo>
                  <a:cubicBezTo>
                    <a:pt x="993" y="3256"/>
                    <a:pt x="940" y="3071"/>
                    <a:pt x="940" y="2846"/>
                  </a:cubicBezTo>
                  <a:cubicBezTo>
                    <a:pt x="940" y="2793"/>
                    <a:pt x="953" y="2714"/>
                    <a:pt x="980" y="2608"/>
                  </a:cubicBezTo>
                  <a:cubicBezTo>
                    <a:pt x="1006" y="2515"/>
                    <a:pt x="1059" y="2423"/>
                    <a:pt x="1112" y="2317"/>
                  </a:cubicBezTo>
                  <a:cubicBezTo>
                    <a:pt x="1165" y="2224"/>
                    <a:pt x="1245" y="2132"/>
                    <a:pt x="1337" y="2065"/>
                  </a:cubicBezTo>
                  <a:cubicBezTo>
                    <a:pt x="1430" y="1999"/>
                    <a:pt x="1536" y="1959"/>
                    <a:pt x="1655" y="1959"/>
                  </a:cubicBezTo>
                  <a:close/>
                  <a:moveTo>
                    <a:pt x="398" y="1"/>
                  </a:moveTo>
                  <a:cubicBezTo>
                    <a:pt x="265" y="1"/>
                    <a:pt x="173" y="14"/>
                    <a:pt x="106" y="40"/>
                  </a:cubicBezTo>
                  <a:cubicBezTo>
                    <a:pt x="40" y="67"/>
                    <a:pt x="1" y="93"/>
                    <a:pt x="1" y="146"/>
                  </a:cubicBezTo>
                  <a:cubicBezTo>
                    <a:pt x="1" y="173"/>
                    <a:pt x="27" y="199"/>
                    <a:pt x="67" y="212"/>
                  </a:cubicBezTo>
                  <a:cubicBezTo>
                    <a:pt x="120" y="239"/>
                    <a:pt x="159" y="239"/>
                    <a:pt x="212" y="239"/>
                  </a:cubicBezTo>
                  <a:lnTo>
                    <a:pt x="398" y="239"/>
                  </a:lnTo>
                  <a:cubicBezTo>
                    <a:pt x="530" y="239"/>
                    <a:pt x="596" y="279"/>
                    <a:pt x="596" y="371"/>
                  </a:cubicBezTo>
                  <a:lnTo>
                    <a:pt x="596" y="557"/>
                  </a:lnTo>
                  <a:lnTo>
                    <a:pt x="596" y="821"/>
                  </a:lnTo>
                  <a:cubicBezTo>
                    <a:pt x="596" y="927"/>
                    <a:pt x="609" y="1033"/>
                    <a:pt x="609" y="1139"/>
                  </a:cubicBezTo>
                  <a:lnTo>
                    <a:pt x="609" y="1483"/>
                  </a:lnTo>
                  <a:cubicBezTo>
                    <a:pt x="609" y="1721"/>
                    <a:pt x="596" y="1920"/>
                    <a:pt x="596" y="2092"/>
                  </a:cubicBezTo>
                  <a:cubicBezTo>
                    <a:pt x="596" y="2264"/>
                    <a:pt x="596" y="2409"/>
                    <a:pt x="596" y="2542"/>
                  </a:cubicBezTo>
                  <a:cubicBezTo>
                    <a:pt x="596" y="2674"/>
                    <a:pt x="583" y="2780"/>
                    <a:pt x="583" y="2886"/>
                  </a:cubicBezTo>
                  <a:cubicBezTo>
                    <a:pt x="583" y="2979"/>
                    <a:pt x="583" y="3071"/>
                    <a:pt x="583" y="3151"/>
                  </a:cubicBezTo>
                  <a:lnTo>
                    <a:pt x="570" y="3402"/>
                  </a:lnTo>
                  <a:cubicBezTo>
                    <a:pt x="570" y="3495"/>
                    <a:pt x="556" y="3587"/>
                    <a:pt x="556" y="3680"/>
                  </a:cubicBezTo>
                  <a:cubicBezTo>
                    <a:pt x="556" y="3733"/>
                    <a:pt x="583" y="3786"/>
                    <a:pt x="609" y="3812"/>
                  </a:cubicBezTo>
                  <a:cubicBezTo>
                    <a:pt x="636" y="3839"/>
                    <a:pt x="676" y="3852"/>
                    <a:pt x="715" y="3852"/>
                  </a:cubicBezTo>
                  <a:cubicBezTo>
                    <a:pt x="755" y="3852"/>
                    <a:pt x="781" y="3839"/>
                    <a:pt x="808" y="3826"/>
                  </a:cubicBezTo>
                  <a:cubicBezTo>
                    <a:pt x="821" y="3826"/>
                    <a:pt x="848" y="3799"/>
                    <a:pt x="861" y="3773"/>
                  </a:cubicBezTo>
                  <a:cubicBezTo>
                    <a:pt x="861" y="3746"/>
                    <a:pt x="874" y="3706"/>
                    <a:pt x="874" y="3667"/>
                  </a:cubicBezTo>
                  <a:cubicBezTo>
                    <a:pt x="874" y="3614"/>
                    <a:pt x="887" y="3548"/>
                    <a:pt x="887" y="3481"/>
                  </a:cubicBezTo>
                  <a:cubicBezTo>
                    <a:pt x="914" y="3521"/>
                    <a:pt x="940" y="3561"/>
                    <a:pt x="980" y="3614"/>
                  </a:cubicBezTo>
                  <a:cubicBezTo>
                    <a:pt x="1020" y="3654"/>
                    <a:pt x="1059" y="3680"/>
                    <a:pt x="1112" y="3720"/>
                  </a:cubicBezTo>
                  <a:cubicBezTo>
                    <a:pt x="1152" y="3759"/>
                    <a:pt x="1218" y="3786"/>
                    <a:pt x="1284" y="3799"/>
                  </a:cubicBezTo>
                  <a:cubicBezTo>
                    <a:pt x="1351" y="3826"/>
                    <a:pt x="1430" y="3839"/>
                    <a:pt x="1523" y="3839"/>
                  </a:cubicBezTo>
                  <a:cubicBezTo>
                    <a:pt x="1628" y="3839"/>
                    <a:pt x="1748" y="3826"/>
                    <a:pt x="1867" y="3786"/>
                  </a:cubicBezTo>
                  <a:cubicBezTo>
                    <a:pt x="1986" y="3746"/>
                    <a:pt x="2105" y="3693"/>
                    <a:pt x="2198" y="3614"/>
                  </a:cubicBezTo>
                  <a:cubicBezTo>
                    <a:pt x="2303" y="3521"/>
                    <a:pt x="2383" y="3415"/>
                    <a:pt x="2449" y="3283"/>
                  </a:cubicBezTo>
                  <a:cubicBezTo>
                    <a:pt x="2515" y="3151"/>
                    <a:pt x="2555" y="2979"/>
                    <a:pt x="2555" y="2780"/>
                  </a:cubicBezTo>
                  <a:cubicBezTo>
                    <a:pt x="2555" y="2661"/>
                    <a:pt x="2542" y="2529"/>
                    <a:pt x="2502" y="2409"/>
                  </a:cubicBezTo>
                  <a:cubicBezTo>
                    <a:pt x="2476" y="2277"/>
                    <a:pt x="2436" y="2158"/>
                    <a:pt x="2370" y="2052"/>
                  </a:cubicBezTo>
                  <a:cubicBezTo>
                    <a:pt x="2317" y="1946"/>
                    <a:pt x="2224" y="1854"/>
                    <a:pt x="2118" y="1774"/>
                  </a:cubicBezTo>
                  <a:cubicBezTo>
                    <a:pt x="2012" y="1708"/>
                    <a:pt x="1893" y="1668"/>
                    <a:pt x="1734" y="1668"/>
                  </a:cubicBezTo>
                  <a:cubicBezTo>
                    <a:pt x="1562" y="1668"/>
                    <a:pt x="1403" y="1721"/>
                    <a:pt x="1271" y="1827"/>
                  </a:cubicBezTo>
                  <a:cubicBezTo>
                    <a:pt x="1126" y="1920"/>
                    <a:pt x="1020" y="2065"/>
                    <a:pt x="927" y="2251"/>
                  </a:cubicBezTo>
                  <a:lnTo>
                    <a:pt x="927" y="173"/>
                  </a:lnTo>
                  <a:cubicBezTo>
                    <a:pt x="927" y="93"/>
                    <a:pt x="914" y="40"/>
                    <a:pt x="887" y="27"/>
                  </a:cubicBezTo>
                  <a:cubicBezTo>
                    <a:pt x="861" y="14"/>
                    <a:pt x="834" y="1"/>
                    <a:pt x="808"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1"/>
            <p:cNvSpPr/>
            <p:nvPr/>
          </p:nvSpPr>
          <p:spPr>
            <a:xfrm>
              <a:off x="2506415" y="3201175"/>
              <a:ext cx="111977" cy="132427"/>
            </a:xfrm>
            <a:custGeom>
              <a:rect b="b" l="l" r="r" t="t"/>
              <a:pathLst>
                <a:path extrusionOk="0" h="2396" w="2026">
                  <a:moveTo>
                    <a:pt x="1761" y="0"/>
                  </a:moveTo>
                  <a:cubicBezTo>
                    <a:pt x="1708" y="0"/>
                    <a:pt x="1682" y="14"/>
                    <a:pt x="1655" y="40"/>
                  </a:cubicBezTo>
                  <a:cubicBezTo>
                    <a:pt x="1629" y="66"/>
                    <a:pt x="1629" y="93"/>
                    <a:pt x="1629" y="133"/>
                  </a:cubicBezTo>
                  <a:lnTo>
                    <a:pt x="1629" y="265"/>
                  </a:lnTo>
                  <a:cubicBezTo>
                    <a:pt x="1629" y="318"/>
                    <a:pt x="1629" y="358"/>
                    <a:pt x="1629" y="384"/>
                  </a:cubicBezTo>
                  <a:cubicBezTo>
                    <a:pt x="1563" y="291"/>
                    <a:pt x="1483" y="212"/>
                    <a:pt x="1391" y="186"/>
                  </a:cubicBezTo>
                  <a:cubicBezTo>
                    <a:pt x="1298" y="159"/>
                    <a:pt x="1192" y="133"/>
                    <a:pt x="1073" y="133"/>
                  </a:cubicBezTo>
                  <a:cubicBezTo>
                    <a:pt x="927" y="133"/>
                    <a:pt x="782" y="172"/>
                    <a:pt x="649" y="225"/>
                  </a:cubicBezTo>
                  <a:cubicBezTo>
                    <a:pt x="517" y="291"/>
                    <a:pt x="398" y="371"/>
                    <a:pt x="305" y="490"/>
                  </a:cubicBezTo>
                  <a:cubicBezTo>
                    <a:pt x="213" y="583"/>
                    <a:pt x="133" y="715"/>
                    <a:pt x="80" y="861"/>
                  </a:cubicBezTo>
                  <a:cubicBezTo>
                    <a:pt x="27" y="1006"/>
                    <a:pt x="1" y="1165"/>
                    <a:pt x="1" y="1324"/>
                  </a:cubicBezTo>
                  <a:cubicBezTo>
                    <a:pt x="1" y="1469"/>
                    <a:pt x="14" y="1615"/>
                    <a:pt x="67" y="1747"/>
                  </a:cubicBezTo>
                  <a:cubicBezTo>
                    <a:pt x="120" y="1880"/>
                    <a:pt x="186" y="1986"/>
                    <a:pt x="266" y="2091"/>
                  </a:cubicBezTo>
                  <a:cubicBezTo>
                    <a:pt x="358" y="2184"/>
                    <a:pt x="464" y="2264"/>
                    <a:pt x="596" y="2316"/>
                  </a:cubicBezTo>
                  <a:cubicBezTo>
                    <a:pt x="729" y="2369"/>
                    <a:pt x="874" y="2396"/>
                    <a:pt x="1033" y="2396"/>
                  </a:cubicBezTo>
                  <a:cubicBezTo>
                    <a:pt x="1443" y="2396"/>
                    <a:pt x="1761" y="2237"/>
                    <a:pt x="1973" y="1906"/>
                  </a:cubicBezTo>
                  <a:cubicBezTo>
                    <a:pt x="1999" y="1880"/>
                    <a:pt x="1999" y="1853"/>
                    <a:pt x="2013" y="1840"/>
                  </a:cubicBezTo>
                  <a:cubicBezTo>
                    <a:pt x="2026" y="1827"/>
                    <a:pt x="2026" y="1800"/>
                    <a:pt x="2026" y="1774"/>
                  </a:cubicBezTo>
                  <a:cubicBezTo>
                    <a:pt x="2026" y="1734"/>
                    <a:pt x="2013" y="1708"/>
                    <a:pt x="1973" y="1681"/>
                  </a:cubicBezTo>
                  <a:cubicBezTo>
                    <a:pt x="1946" y="1668"/>
                    <a:pt x="1920" y="1655"/>
                    <a:pt x="1880" y="1655"/>
                  </a:cubicBezTo>
                  <a:cubicBezTo>
                    <a:pt x="1867" y="1655"/>
                    <a:pt x="1841" y="1668"/>
                    <a:pt x="1814" y="1681"/>
                  </a:cubicBezTo>
                  <a:cubicBezTo>
                    <a:pt x="1788" y="1694"/>
                    <a:pt x="1761" y="1721"/>
                    <a:pt x="1735" y="1774"/>
                  </a:cubicBezTo>
                  <a:cubicBezTo>
                    <a:pt x="1668" y="1866"/>
                    <a:pt x="1589" y="1946"/>
                    <a:pt x="1470" y="2012"/>
                  </a:cubicBezTo>
                  <a:cubicBezTo>
                    <a:pt x="1351" y="2078"/>
                    <a:pt x="1192" y="2105"/>
                    <a:pt x="1020" y="2105"/>
                  </a:cubicBezTo>
                  <a:cubicBezTo>
                    <a:pt x="808" y="2105"/>
                    <a:pt x="636" y="2039"/>
                    <a:pt x="530" y="1893"/>
                  </a:cubicBezTo>
                  <a:cubicBezTo>
                    <a:pt x="411" y="1761"/>
                    <a:pt x="358" y="1562"/>
                    <a:pt x="358" y="1324"/>
                  </a:cubicBezTo>
                  <a:cubicBezTo>
                    <a:pt x="358" y="1191"/>
                    <a:pt x="371" y="1059"/>
                    <a:pt x="398" y="953"/>
                  </a:cubicBezTo>
                  <a:cubicBezTo>
                    <a:pt x="438" y="847"/>
                    <a:pt x="491" y="755"/>
                    <a:pt x="557" y="675"/>
                  </a:cubicBezTo>
                  <a:cubicBezTo>
                    <a:pt x="610" y="583"/>
                    <a:pt x="689" y="530"/>
                    <a:pt x="768" y="490"/>
                  </a:cubicBezTo>
                  <a:cubicBezTo>
                    <a:pt x="861" y="437"/>
                    <a:pt x="954" y="411"/>
                    <a:pt x="1060" y="411"/>
                  </a:cubicBezTo>
                  <a:cubicBezTo>
                    <a:pt x="1271" y="411"/>
                    <a:pt x="1417" y="464"/>
                    <a:pt x="1496" y="556"/>
                  </a:cubicBezTo>
                  <a:cubicBezTo>
                    <a:pt x="1576" y="649"/>
                    <a:pt x="1629" y="781"/>
                    <a:pt x="1629" y="940"/>
                  </a:cubicBezTo>
                  <a:cubicBezTo>
                    <a:pt x="1629" y="966"/>
                    <a:pt x="1642" y="993"/>
                    <a:pt x="1668" y="1006"/>
                  </a:cubicBezTo>
                  <a:cubicBezTo>
                    <a:pt x="1695" y="1033"/>
                    <a:pt x="1721" y="1033"/>
                    <a:pt x="1748" y="1033"/>
                  </a:cubicBezTo>
                  <a:cubicBezTo>
                    <a:pt x="1788" y="1033"/>
                    <a:pt x="1827" y="1019"/>
                    <a:pt x="1867" y="1006"/>
                  </a:cubicBezTo>
                  <a:cubicBezTo>
                    <a:pt x="1893" y="980"/>
                    <a:pt x="1920" y="953"/>
                    <a:pt x="1920" y="940"/>
                  </a:cubicBezTo>
                  <a:lnTo>
                    <a:pt x="1920" y="768"/>
                  </a:lnTo>
                  <a:lnTo>
                    <a:pt x="1920" y="543"/>
                  </a:lnTo>
                  <a:cubicBezTo>
                    <a:pt x="1920" y="477"/>
                    <a:pt x="1920" y="397"/>
                    <a:pt x="1920" y="331"/>
                  </a:cubicBezTo>
                  <a:lnTo>
                    <a:pt x="1920" y="159"/>
                  </a:lnTo>
                  <a:cubicBezTo>
                    <a:pt x="1920" y="106"/>
                    <a:pt x="1907" y="66"/>
                    <a:pt x="1880" y="40"/>
                  </a:cubicBezTo>
                  <a:cubicBezTo>
                    <a:pt x="1854" y="14"/>
                    <a:pt x="1814" y="0"/>
                    <a:pt x="1761"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21"/>
          <p:cNvGrpSpPr/>
          <p:nvPr/>
        </p:nvGrpSpPr>
        <p:grpSpPr>
          <a:xfrm rot="-760195">
            <a:off x="430697" y="629402"/>
            <a:ext cx="721066" cy="252624"/>
            <a:chOff x="2109963" y="768908"/>
            <a:chExt cx="818604" cy="286796"/>
          </a:xfrm>
        </p:grpSpPr>
        <p:sp>
          <p:nvSpPr>
            <p:cNvPr id="380" name="Google Shape;380;p21"/>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1"/>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1"/>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1"/>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1"/>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
    <p:spTree>
      <p:nvGrpSpPr>
        <p:cNvPr id="385" name="Shape 385"/>
        <p:cNvGrpSpPr/>
        <p:nvPr/>
      </p:nvGrpSpPr>
      <p:grpSpPr>
        <a:xfrm>
          <a:off x="0" y="0"/>
          <a:ext cx="0" cy="0"/>
          <a:chOff x="0" y="0"/>
          <a:chExt cx="0" cy="0"/>
        </a:xfrm>
      </p:grpSpPr>
      <p:sp>
        <p:nvSpPr>
          <p:cNvPr id="386" name="Google Shape;386;p22"/>
          <p:cNvSpPr/>
          <p:nvPr/>
        </p:nvSpPr>
        <p:spPr>
          <a:xfrm rot="-1315996">
            <a:off x="8629318" y="895859"/>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2"/>
          <p:cNvSpPr/>
          <p:nvPr/>
        </p:nvSpPr>
        <p:spPr>
          <a:xfrm>
            <a:off x="8652743" y="21474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 name="Google Shape;388;p22"/>
          <p:cNvGrpSpPr/>
          <p:nvPr/>
        </p:nvGrpSpPr>
        <p:grpSpPr>
          <a:xfrm>
            <a:off x="289518" y="3889098"/>
            <a:ext cx="1010783" cy="1042425"/>
            <a:chOff x="213318" y="3936723"/>
            <a:chExt cx="1010783" cy="1042425"/>
          </a:xfrm>
        </p:grpSpPr>
        <p:grpSp>
          <p:nvGrpSpPr>
            <p:cNvPr id="389" name="Google Shape;389;p22"/>
            <p:cNvGrpSpPr/>
            <p:nvPr/>
          </p:nvGrpSpPr>
          <p:grpSpPr>
            <a:xfrm>
              <a:off x="213318" y="3936723"/>
              <a:ext cx="882102" cy="1042425"/>
              <a:chOff x="4385705" y="3356597"/>
              <a:chExt cx="1127287" cy="1332173"/>
            </a:xfrm>
          </p:grpSpPr>
          <p:sp>
            <p:nvSpPr>
              <p:cNvPr id="390" name="Google Shape;390;p22"/>
              <p:cNvSpPr/>
              <p:nvPr/>
            </p:nvSpPr>
            <p:spPr>
              <a:xfrm>
                <a:off x="4513711" y="4188355"/>
                <a:ext cx="30067" cy="292655"/>
              </a:xfrm>
              <a:custGeom>
                <a:rect b="b" l="l" r="r" t="t"/>
                <a:pathLst>
                  <a:path extrusionOk="0" h="5295" w="544">
                    <a:moveTo>
                      <a:pt x="0" y="0"/>
                    </a:moveTo>
                    <a:lnTo>
                      <a:pt x="0" y="5294"/>
                    </a:lnTo>
                    <a:lnTo>
                      <a:pt x="543" y="5294"/>
                    </a:lnTo>
                    <a:lnTo>
                      <a:pt x="543" y="3150"/>
                    </a:lnTo>
                    <a:lnTo>
                      <a:pt x="278" y="3150"/>
                    </a:lnTo>
                    <a:cubicBezTo>
                      <a:pt x="212" y="3150"/>
                      <a:pt x="159" y="3097"/>
                      <a:pt x="159" y="3044"/>
                    </a:cubicBezTo>
                    <a:cubicBezTo>
                      <a:pt x="159" y="2978"/>
                      <a:pt x="212" y="2978"/>
                      <a:pt x="278" y="2978"/>
                    </a:cubicBezTo>
                    <a:lnTo>
                      <a:pt x="543" y="2978"/>
                    </a:lnTo>
                    <a:lnTo>
                      <a:pt x="543" y="66"/>
                    </a:lnTo>
                    <a:cubicBezTo>
                      <a:pt x="331" y="66"/>
                      <a:pt x="159" y="6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 name="Google Shape;391;p22"/>
              <p:cNvGrpSpPr/>
              <p:nvPr/>
            </p:nvGrpSpPr>
            <p:grpSpPr>
              <a:xfrm>
                <a:off x="4385705" y="3356597"/>
                <a:ext cx="1127287" cy="1332173"/>
                <a:chOff x="4385705" y="3127997"/>
                <a:chExt cx="1127287" cy="1332173"/>
              </a:xfrm>
            </p:grpSpPr>
            <p:sp>
              <p:nvSpPr>
                <p:cNvPr id="392" name="Google Shape;392;p22"/>
                <p:cNvSpPr/>
                <p:nvPr/>
              </p:nvSpPr>
              <p:spPr>
                <a:xfrm>
                  <a:off x="4513711" y="3396499"/>
                  <a:ext cx="30067" cy="566960"/>
                </a:xfrm>
                <a:custGeom>
                  <a:rect b="b" l="l" r="r" t="t"/>
                  <a:pathLst>
                    <a:path extrusionOk="0" h="10258" w="544">
                      <a:moveTo>
                        <a:pt x="0" y="0"/>
                      </a:moveTo>
                      <a:lnTo>
                        <a:pt x="0" y="10191"/>
                      </a:lnTo>
                      <a:cubicBezTo>
                        <a:pt x="159" y="10257"/>
                        <a:pt x="331" y="10257"/>
                        <a:pt x="543" y="10257"/>
                      </a:cubicBezTo>
                      <a:lnTo>
                        <a:pt x="543" y="3137"/>
                      </a:lnTo>
                      <a:lnTo>
                        <a:pt x="278" y="3137"/>
                      </a:lnTo>
                      <a:cubicBezTo>
                        <a:pt x="212" y="3137"/>
                        <a:pt x="159" y="3084"/>
                        <a:pt x="159" y="3084"/>
                      </a:cubicBezTo>
                      <a:cubicBezTo>
                        <a:pt x="159" y="3031"/>
                        <a:pt x="212" y="2978"/>
                        <a:pt x="278" y="2978"/>
                      </a:cubicBezTo>
                      <a:lnTo>
                        <a:pt x="543" y="2978"/>
                      </a:lnTo>
                      <a:lnTo>
                        <a:pt x="5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2"/>
                <p:cNvSpPr/>
                <p:nvPr/>
              </p:nvSpPr>
              <p:spPr>
                <a:xfrm>
                  <a:off x="4385705" y="4252355"/>
                  <a:ext cx="1127287" cy="30785"/>
                </a:xfrm>
                <a:custGeom>
                  <a:rect b="b" l="l" r="r" t="t"/>
                  <a:pathLst>
                    <a:path extrusionOk="0" h="557" w="20396">
                      <a:moveTo>
                        <a:pt x="278" y="0"/>
                      </a:moveTo>
                      <a:cubicBezTo>
                        <a:pt x="106" y="0"/>
                        <a:pt x="0" y="172"/>
                        <a:pt x="0" y="278"/>
                      </a:cubicBezTo>
                      <a:cubicBezTo>
                        <a:pt x="0" y="450"/>
                        <a:pt x="106" y="556"/>
                        <a:pt x="278" y="556"/>
                      </a:cubicBezTo>
                      <a:lnTo>
                        <a:pt x="20396" y="556"/>
                      </a:lnTo>
                      <a:lnTo>
                        <a:pt x="20396" y="0"/>
                      </a:lnTo>
                      <a:lnTo>
                        <a:pt x="15049" y="0"/>
                      </a:lnTo>
                      <a:lnTo>
                        <a:pt x="15049" y="278"/>
                      </a:lnTo>
                      <a:cubicBezTo>
                        <a:pt x="15049" y="331"/>
                        <a:pt x="14996" y="397"/>
                        <a:pt x="14943" y="397"/>
                      </a:cubicBezTo>
                      <a:cubicBezTo>
                        <a:pt x="14890" y="397"/>
                        <a:pt x="14837" y="331"/>
                        <a:pt x="14837" y="278"/>
                      </a:cubicBezTo>
                      <a:lnTo>
                        <a:pt x="14837" y="0"/>
                      </a:lnTo>
                      <a:lnTo>
                        <a:pt x="5572" y="0"/>
                      </a:lnTo>
                      <a:lnTo>
                        <a:pt x="5572" y="278"/>
                      </a:lnTo>
                      <a:cubicBezTo>
                        <a:pt x="5572" y="331"/>
                        <a:pt x="5506" y="397"/>
                        <a:pt x="5506" y="397"/>
                      </a:cubicBezTo>
                      <a:cubicBezTo>
                        <a:pt x="5453" y="397"/>
                        <a:pt x="5400" y="331"/>
                        <a:pt x="5400" y="278"/>
                      </a:cubicBezTo>
                      <a:lnTo>
                        <a:pt x="54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2"/>
                <p:cNvSpPr/>
                <p:nvPr/>
              </p:nvSpPr>
              <p:spPr>
                <a:xfrm>
                  <a:off x="4467616" y="3261861"/>
                  <a:ext cx="122202" cy="134693"/>
                </a:xfrm>
                <a:custGeom>
                  <a:rect b="b" l="l" r="r" t="t"/>
                  <a:pathLst>
                    <a:path extrusionOk="0" h="2437" w="2211">
                      <a:moveTo>
                        <a:pt x="1112" y="1"/>
                      </a:moveTo>
                      <a:lnTo>
                        <a:pt x="1" y="2436"/>
                      </a:lnTo>
                      <a:lnTo>
                        <a:pt x="2211" y="2436"/>
                      </a:lnTo>
                      <a:lnTo>
                        <a:pt x="11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2"/>
                <p:cNvSpPr/>
                <p:nvPr/>
              </p:nvSpPr>
              <p:spPr>
                <a:xfrm>
                  <a:off x="4836322" y="3945109"/>
                  <a:ext cx="615984" cy="222462"/>
                </a:xfrm>
                <a:custGeom>
                  <a:rect b="b" l="l" r="r" t="t"/>
                  <a:pathLst>
                    <a:path extrusionOk="0" h="4025" w="11145">
                      <a:moveTo>
                        <a:pt x="6843" y="3243"/>
                      </a:moveTo>
                      <a:cubicBezTo>
                        <a:pt x="6896" y="3243"/>
                        <a:pt x="6896" y="3309"/>
                        <a:pt x="6896" y="3309"/>
                      </a:cubicBezTo>
                      <a:cubicBezTo>
                        <a:pt x="6896" y="3362"/>
                        <a:pt x="6843" y="3415"/>
                        <a:pt x="6790" y="3415"/>
                      </a:cubicBezTo>
                      <a:lnTo>
                        <a:pt x="6075" y="3415"/>
                      </a:lnTo>
                      <a:cubicBezTo>
                        <a:pt x="6022" y="3415"/>
                        <a:pt x="5956" y="3362"/>
                        <a:pt x="5956" y="3309"/>
                      </a:cubicBezTo>
                      <a:cubicBezTo>
                        <a:pt x="5956" y="3243"/>
                        <a:pt x="6022" y="3243"/>
                        <a:pt x="6075" y="3243"/>
                      </a:cubicBezTo>
                      <a:close/>
                      <a:moveTo>
                        <a:pt x="728" y="1"/>
                      </a:moveTo>
                      <a:cubicBezTo>
                        <a:pt x="503" y="1"/>
                        <a:pt x="225" y="53"/>
                        <a:pt x="0" y="53"/>
                      </a:cubicBezTo>
                      <a:cubicBezTo>
                        <a:pt x="887" y="993"/>
                        <a:pt x="1986" y="1814"/>
                        <a:pt x="3428" y="2528"/>
                      </a:cubicBezTo>
                      <a:cubicBezTo>
                        <a:pt x="4037" y="2806"/>
                        <a:pt x="4633" y="3031"/>
                        <a:pt x="5294" y="3243"/>
                      </a:cubicBezTo>
                      <a:lnTo>
                        <a:pt x="5413" y="3243"/>
                      </a:lnTo>
                      <a:cubicBezTo>
                        <a:pt x="6949" y="3693"/>
                        <a:pt x="8722" y="4024"/>
                        <a:pt x="10866" y="4024"/>
                      </a:cubicBezTo>
                      <a:cubicBezTo>
                        <a:pt x="11038" y="4024"/>
                        <a:pt x="11144" y="3905"/>
                        <a:pt x="11144" y="3799"/>
                      </a:cubicBezTo>
                      <a:cubicBezTo>
                        <a:pt x="11144" y="3640"/>
                        <a:pt x="11038" y="3521"/>
                        <a:pt x="10866" y="3468"/>
                      </a:cubicBezTo>
                      <a:cubicBezTo>
                        <a:pt x="7836" y="3415"/>
                        <a:pt x="5466" y="2859"/>
                        <a:pt x="3706" y="2039"/>
                      </a:cubicBezTo>
                      <a:cubicBezTo>
                        <a:pt x="2436" y="1430"/>
                        <a:pt x="1496" y="768"/>
                        <a:pt x="7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2"/>
                <p:cNvSpPr/>
                <p:nvPr/>
              </p:nvSpPr>
              <p:spPr>
                <a:xfrm>
                  <a:off x="4675376" y="3423526"/>
                  <a:ext cx="201238" cy="524568"/>
                </a:xfrm>
                <a:custGeom>
                  <a:rect b="b" l="l" r="r" t="t"/>
                  <a:pathLst>
                    <a:path extrusionOk="0" h="9491" w="3641">
                      <a:moveTo>
                        <a:pt x="331" y="1"/>
                      </a:moveTo>
                      <a:cubicBezTo>
                        <a:pt x="212" y="1"/>
                        <a:pt x="106" y="107"/>
                        <a:pt x="53" y="279"/>
                      </a:cubicBezTo>
                      <a:cubicBezTo>
                        <a:pt x="53" y="279"/>
                        <a:pt x="0" y="715"/>
                        <a:pt x="0" y="1496"/>
                      </a:cubicBezTo>
                      <a:cubicBezTo>
                        <a:pt x="0" y="1827"/>
                        <a:pt x="0" y="2092"/>
                        <a:pt x="53" y="2489"/>
                      </a:cubicBezTo>
                      <a:lnTo>
                        <a:pt x="331" y="2489"/>
                      </a:lnTo>
                      <a:lnTo>
                        <a:pt x="331" y="2595"/>
                      </a:lnTo>
                      <a:lnTo>
                        <a:pt x="331" y="2926"/>
                      </a:lnTo>
                      <a:cubicBezTo>
                        <a:pt x="331" y="2979"/>
                        <a:pt x="265" y="3032"/>
                        <a:pt x="265" y="3032"/>
                      </a:cubicBezTo>
                      <a:cubicBezTo>
                        <a:pt x="212" y="3032"/>
                        <a:pt x="159" y="2979"/>
                        <a:pt x="159" y="2926"/>
                      </a:cubicBezTo>
                      <a:lnTo>
                        <a:pt x="159" y="2648"/>
                      </a:lnTo>
                      <a:lnTo>
                        <a:pt x="53" y="2648"/>
                      </a:lnTo>
                      <a:cubicBezTo>
                        <a:pt x="53" y="2979"/>
                        <a:pt x="106" y="3257"/>
                        <a:pt x="159" y="3588"/>
                      </a:cubicBezTo>
                      <a:cubicBezTo>
                        <a:pt x="159" y="3588"/>
                        <a:pt x="212" y="3535"/>
                        <a:pt x="265" y="3535"/>
                      </a:cubicBezTo>
                      <a:cubicBezTo>
                        <a:pt x="265" y="3535"/>
                        <a:pt x="331" y="3588"/>
                        <a:pt x="331" y="3640"/>
                      </a:cubicBezTo>
                      <a:lnTo>
                        <a:pt x="331" y="4355"/>
                      </a:lnTo>
                      <a:lnTo>
                        <a:pt x="331" y="4408"/>
                      </a:lnTo>
                      <a:cubicBezTo>
                        <a:pt x="596" y="5732"/>
                        <a:pt x="1152" y="7227"/>
                        <a:pt x="2198" y="8604"/>
                      </a:cubicBezTo>
                      <a:cubicBezTo>
                        <a:pt x="2423" y="8882"/>
                        <a:pt x="2648" y="9213"/>
                        <a:pt x="2912" y="9490"/>
                      </a:cubicBezTo>
                      <a:cubicBezTo>
                        <a:pt x="3137" y="9490"/>
                        <a:pt x="3415" y="9438"/>
                        <a:pt x="3640" y="9438"/>
                      </a:cubicBezTo>
                      <a:cubicBezTo>
                        <a:pt x="2648" y="8498"/>
                        <a:pt x="1986" y="7452"/>
                        <a:pt x="1536" y="6393"/>
                      </a:cubicBezTo>
                      <a:cubicBezTo>
                        <a:pt x="715" y="4527"/>
                        <a:pt x="543" y="2648"/>
                        <a:pt x="543" y="1496"/>
                      </a:cubicBezTo>
                      <a:cubicBezTo>
                        <a:pt x="543" y="1165"/>
                        <a:pt x="543" y="835"/>
                        <a:pt x="596" y="663"/>
                      </a:cubicBezTo>
                      <a:lnTo>
                        <a:pt x="596" y="385"/>
                      </a:lnTo>
                      <a:lnTo>
                        <a:pt x="596" y="332"/>
                      </a:lnTo>
                      <a:cubicBezTo>
                        <a:pt x="662" y="173"/>
                        <a:pt x="543" y="54"/>
                        <a:pt x="3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2"/>
                <p:cNvSpPr/>
                <p:nvPr/>
              </p:nvSpPr>
              <p:spPr>
                <a:xfrm>
                  <a:off x="4583959" y="3561093"/>
                  <a:ext cx="48306" cy="8788"/>
                </a:xfrm>
                <a:custGeom>
                  <a:rect b="b" l="l" r="r" t="t"/>
                  <a:pathLst>
                    <a:path extrusionOk="0" h="159" w="874">
                      <a:moveTo>
                        <a:pt x="106" y="0"/>
                      </a:moveTo>
                      <a:cubicBezTo>
                        <a:pt x="53" y="0"/>
                        <a:pt x="0" y="53"/>
                        <a:pt x="0" y="106"/>
                      </a:cubicBezTo>
                      <a:cubicBezTo>
                        <a:pt x="0" y="106"/>
                        <a:pt x="53" y="159"/>
                        <a:pt x="106" y="159"/>
                      </a:cubicBezTo>
                      <a:lnTo>
                        <a:pt x="821" y="159"/>
                      </a:lnTo>
                      <a:cubicBezTo>
                        <a:pt x="874" y="159"/>
                        <a:pt x="874" y="106"/>
                        <a:pt x="874" y="106"/>
                      </a:cubicBezTo>
                      <a:cubicBezTo>
                        <a:pt x="874" y="53"/>
                        <a:pt x="874"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2"/>
                <p:cNvSpPr/>
                <p:nvPr/>
              </p:nvSpPr>
              <p:spPr>
                <a:xfrm>
                  <a:off x="4684163" y="3618850"/>
                  <a:ext cx="9562" cy="283148"/>
                </a:xfrm>
                <a:custGeom>
                  <a:rect b="b" l="l" r="r" t="t"/>
                  <a:pathLst>
                    <a:path extrusionOk="0" h="5123" w="173">
                      <a:moveTo>
                        <a:pt x="106" y="1"/>
                      </a:moveTo>
                      <a:cubicBezTo>
                        <a:pt x="53" y="1"/>
                        <a:pt x="0" y="54"/>
                        <a:pt x="0" y="54"/>
                      </a:cubicBezTo>
                      <a:lnTo>
                        <a:pt x="0" y="106"/>
                      </a:lnTo>
                      <a:lnTo>
                        <a:pt x="0" y="821"/>
                      </a:lnTo>
                      <a:cubicBezTo>
                        <a:pt x="0" y="874"/>
                        <a:pt x="53" y="874"/>
                        <a:pt x="106" y="874"/>
                      </a:cubicBezTo>
                      <a:lnTo>
                        <a:pt x="172" y="874"/>
                      </a:lnTo>
                      <a:lnTo>
                        <a:pt x="172" y="821"/>
                      </a:lnTo>
                      <a:lnTo>
                        <a:pt x="172" y="106"/>
                      </a:lnTo>
                      <a:cubicBezTo>
                        <a:pt x="172" y="54"/>
                        <a:pt x="106" y="1"/>
                        <a:pt x="106" y="1"/>
                      </a:cubicBezTo>
                      <a:close/>
                      <a:moveTo>
                        <a:pt x="106" y="1430"/>
                      </a:moveTo>
                      <a:cubicBezTo>
                        <a:pt x="53" y="1430"/>
                        <a:pt x="0" y="1483"/>
                        <a:pt x="0" y="1536"/>
                      </a:cubicBezTo>
                      <a:lnTo>
                        <a:pt x="0" y="2198"/>
                      </a:lnTo>
                      <a:cubicBezTo>
                        <a:pt x="0" y="2264"/>
                        <a:pt x="53" y="2317"/>
                        <a:pt x="106" y="2317"/>
                      </a:cubicBezTo>
                      <a:cubicBezTo>
                        <a:pt x="106" y="2317"/>
                        <a:pt x="172" y="2264"/>
                        <a:pt x="172" y="2198"/>
                      </a:cubicBezTo>
                      <a:lnTo>
                        <a:pt x="172" y="1536"/>
                      </a:lnTo>
                      <a:cubicBezTo>
                        <a:pt x="172" y="1483"/>
                        <a:pt x="106" y="1430"/>
                        <a:pt x="106" y="1430"/>
                      </a:cubicBezTo>
                      <a:close/>
                      <a:moveTo>
                        <a:pt x="106" y="2806"/>
                      </a:moveTo>
                      <a:cubicBezTo>
                        <a:pt x="53" y="2806"/>
                        <a:pt x="0" y="2859"/>
                        <a:pt x="0" y="2926"/>
                      </a:cubicBezTo>
                      <a:lnTo>
                        <a:pt x="0" y="3640"/>
                      </a:lnTo>
                      <a:cubicBezTo>
                        <a:pt x="0" y="3693"/>
                        <a:pt x="53" y="3746"/>
                        <a:pt x="106" y="3746"/>
                      </a:cubicBezTo>
                      <a:cubicBezTo>
                        <a:pt x="106" y="3746"/>
                        <a:pt x="172" y="3693"/>
                        <a:pt x="172" y="3640"/>
                      </a:cubicBezTo>
                      <a:lnTo>
                        <a:pt x="172" y="2926"/>
                      </a:lnTo>
                      <a:cubicBezTo>
                        <a:pt x="172" y="2859"/>
                        <a:pt x="106" y="2806"/>
                        <a:pt x="106" y="2806"/>
                      </a:cubicBezTo>
                      <a:close/>
                      <a:moveTo>
                        <a:pt x="106" y="4249"/>
                      </a:moveTo>
                      <a:cubicBezTo>
                        <a:pt x="53" y="4249"/>
                        <a:pt x="0" y="4302"/>
                        <a:pt x="0" y="4355"/>
                      </a:cubicBezTo>
                      <a:lnTo>
                        <a:pt x="0" y="5070"/>
                      </a:lnTo>
                      <a:cubicBezTo>
                        <a:pt x="0" y="5070"/>
                        <a:pt x="53" y="5123"/>
                        <a:pt x="106" y="5123"/>
                      </a:cubicBezTo>
                      <a:lnTo>
                        <a:pt x="172" y="5070"/>
                      </a:lnTo>
                      <a:lnTo>
                        <a:pt x="172" y="4355"/>
                      </a:lnTo>
                      <a:cubicBezTo>
                        <a:pt x="172" y="4302"/>
                        <a:pt x="106" y="4249"/>
                        <a:pt x="106" y="424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2"/>
                <p:cNvSpPr/>
                <p:nvPr/>
              </p:nvSpPr>
              <p:spPr>
                <a:xfrm>
                  <a:off x="4684163" y="3932673"/>
                  <a:ext cx="9562" cy="27138"/>
                </a:xfrm>
                <a:custGeom>
                  <a:rect b="b" l="l" r="r" t="t"/>
                  <a:pathLst>
                    <a:path extrusionOk="0" h="491" w="173">
                      <a:moveTo>
                        <a:pt x="106" y="1"/>
                      </a:moveTo>
                      <a:cubicBezTo>
                        <a:pt x="53" y="1"/>
                        <a:pt x="0" y="1"/>
                        <a:pt x="0" y="53"/>
                      </a:cubicBezTo>
                      <a:lnTo>
                        <a:pt x="0" y="490"/>
                      </a:lnTo>
                      <a:lnTo>
                        <a:pt x="172" y="490"/>
                      </a:lnTo>
                      <a:lnTo>
                        <a:pt x="172" y="53"/>
                      </a:lnTo>
                      <a:cubicBezTo>
                        <a:pt x="172" y="1"/>
                        <a:pt x="106" y="1"/>
                        <a:pt x="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2"/>
                <p:cNvSpPr/>
                <p:nvPr/>
              </p:nvSpPr>
              <p:spPr>
                <a:xfrm>
                  <a:off x="4684163" y="4008725"/>
                  <a:ext cx="9562" cy="207097"/>
                </a:xfrm>
                <a:custGeom>
                  <a:rect b="b" l="l" r="r" t="t"/>
                  <a:pathLst>
                    <a:path extrusionOk="0" h="3747" w="173">
                      <a:moveTo>
                        <a:pt x="106" y="1"/>
                      </a:moveTo>
                      <a:cubicBezTo>
                        <a:pt x="53" y="1"/>
                        <a:pt x="0" y="54"/>
                        <a:pt x="0" y="107"/>
                      </a:cubicBezTo>
                      <a:lnTo>
                        <a:pt x="0" y="835"/>
                      </a:lnTo>
                      <a:cubicBezTo>
                        <a:pt x="0" y="888"/>
                        <a:pt x="53" y="888"/>
                        <a:pt x="106" y="888"/>
                      </a:cubicBezTo>
                      <a:cubicBezTo>
                        <a:pt x="106" y="888"/>
                        <a:pt x="172" y="888"/>
                        <a:pt x="172" y="835"/>
                      </a:cubicBezTo>
                      <a:lnTo>
                        <a:pt x="172" y="107"/>
                      </a:lnTo>
                      <a:cubicBezTo>
                        <a:pt x="172" y="54"/>
                        <a:pt x="106" y="1"/>
                        <a:pt x="106" y="1"/>
                      </a:cubicBezTo>
                      <a:close/>
                      <a:moveTo>
                        <a:pt x="106" y="1430"/>
                      </a:moveTo>
                      <a:cubicBezTo>
                        <a:pt x="53" y="1430"/>
                        <a:pt x="0" y="1497"/>
                        <a:pt x="0" y="1549"/>
                      </a:cubicBezTo>
                      <a:lnTo>
                        <a:pt x="0" y="2158"/>
                      </a:lnTo>
                      <a:cubicBezTo>
                        <a:pt x="0" y="2092"/>
                        <a:pt x="53" y="2092"/>
                        <a:pt x="106" y="2092"/>
                      </a:cubicBezTo>
                      <a:lnTo>
                        <a:pt x="172" y="2092"/>
                      </a:lnTo>
                      <a:lnTo>
                        <a:pt x="172" y="1549"/>
                      </a:lnTo>
                      <a:cubicBezTo>
                        <a:pt x="172" y="1497"/>
                        <a:pt x="106" y="1430"/>
                        <a:pt x="106" y="1430"/>
                      </a:cubicBezTo>
                      <a:close/>
                      <a:moveTo>
                        <a:pt x="0" y="2158"/>
                      </a:moveTo>
                      <a:lnTo>
                        <a:pt x="0" y="2211"/>
                      </a:lnTo>
                      <a:cubicBezTo>
                        <a:pt x="0" y="2264"/>
                        <a:pt x="53" y="2317"/>
                        <a:pt x="106" y="2317"/>
                      </a:cubicBezTo>
                      <a:cubicBezTo>
                        <a:pt x="106" y="2317"/>
                        <a:pt x="172" y="2317"/>
                        <a:pt x="172" y="2264"/>
                      </a:cubicBezTo>
                      <a:lnTo>
                        <a:pt x="106" y="2264"/>
                      </a:lnTo>
                      <a:cubicBezTo>
                        <a:pt x="53" y="2264"/>
                        <a:pt x="0" y="2211"/>
                        <a:pt x="0" y="2158"/>
                      </a:cubicBezTo>
                      <a:close/>
                      <a:moveTo>
                        <a:pt x="106" y="2873"/>
                      </a:moveTo>
                      <a:cubicBezTo>
                        <a:pt x="53" y="2873"/>
                        <a:pt x="0" y="2873"/>
                        <a:pt x="0" y="2926"/>
                      </a:cubicBezTo>
                      <a:lnTo>
                        <a:pt x="0" y="3641"/>
                      </a:lnTo>
                      <a:cubicBezTo>
                        <a:pt x="0" y="3694"/>
                        <a:pt x="53" y="3747"/>
                        <a:pt x="106" y="3747"/>
                      </a:cubicBezTo>
                      <a:cubicBezTo>
                        <a:pt x="106" y="3747"/>
                        <a:pt x="172" y="3694"/>
                        <a:pt x="172" y="3641"/>
                      </a:cubicBezTo>
                      <a:lnTo>
                        <a:pt x="172" y="2926"/>
                      </a:lnTo>
                      <a:cubicBezTo>
                        <a:pt x="172" y="2873"/>
                        <a:pt x="106" y="2873"/>
                        <a:pt x="106" y="287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2"/>
                <p:cNvSpPr/>
                <p:nvPr/>
              </p:nvSpPr>
              <p:spPr>
                <a:xfrm>
                  <a:off x="4522499" y="4124349"/>
                  <a:ext cx="694965" cy="150003"/>
                </a:xfrm>
                <a:custGeom>
                  <a:rect b="b" l="l" r="r" t="t"/>
                  <a:pathLst>
                    <a:path extrusionOk="0" h="2714" w="12574">
                      <a:moveTo>
                        <a:pt x="119" y="0"/>
                      </a:moveTo>
                      <a:cubicBezTo>
                        <a:pt x="53" y="0"/>
                        <a:pt x="0" y="0"/>
                        <a:pt x="0" y="66"/>
                      </a:cubicBezTo>
                      <a:cubicBezTo>
                        <a:pt x="0" y="119"/>
                        <a:pt x="53" y="172"/>
                        <a:pt x="119" y="172"/>
                      </a:cubicBezTo>
                      <a:lnTo>
                        <a:pt x="834" y="172"/>
                      </a:lnTo>
                      <a:cubicBezTo>
                        <a:pt x="887" y="172"/>
                        <a:pt x="940" y="119"/>
                        <a:pt x="940" y="66"/>
                      </a:cubicBezTo>
                      <a:cubicBezTo>
                        <a:pt x="940" y="0"/>
                        <a:pt x="887" y="0"/>
                        <a:pt x="834" y="0"/>
                      </a:cubicBezTo>
                      <a:close/>
                      <a:moveTo>
                        <a:pt x="1549" y="0"/>
                      </a:moveTo>
                      <a:cubicBezTo>
                        <a:pt x="1496" y="0"/>
                        <a:pt x="1443" y="0"/>
                        <a:pt x="1443" y="66"/>
                      </a:cubicBezTo>
                      <a:cubicBezTo>
                        <a:pt x="1443" y="119"/>
                        <a:pt x="1496" y="172"/>
                        <a:pt x="1549" y="172"/>
                      </a:cubicBezTo>
                      <a:lnTo>
                        <a:pt x="2264" y="172"/>
                      </a:lnTo>
                      <a:cubicBezTo>
                        <a:pt x="2316" y="172"/>
                        <a:pt x="2369" y="119"/>
                        <a:pt x="2369" y="66"/>
                      </a:cubicBezTo>
                      <a:cubicBezTo>
                        <a:pt x="2369" y="0"/>
                        <a:pt x="2316" y="0"/>
                        <a:pt x="2264" y="0"/>
                      </a:cubicBezTo>
                      <a:close/>
                      <a:moveTo>
                        <a:pt x="3031" y="0"/>
                      </a:moveTo>
                      <a:cubicBezTo>
                        <a:pt x="2978" y="0"/>
                        <a:pt x="2925" y="0"/>
                        <a:pt x="2925" y="66"/>
                      </a:cubicBezTo>
                      <a:cubicBezTo>
                        <a:pt x="2925" y="119"/>
                        <a:pt x="2978" y="172"/>
                        <a:pt x="3031" y="172"/>
                      </a:cubicBezTo>
                      <a:lnTo>
                        <a:pt x="3759" y="172"/>
                      </a:lnTo>
                      <a:cubicBezTo>
                        <a:pt x="3812" y="172"/>
                        <a:pt x="3812" y="119"/>
                        <a:pt x="3812" y="66"/>
                      </a:cubicBezTo>
                      <a:cubicBezTo>
                        <a:pt x="3812" y="0"/>
                        <a:pt x="3812" y="0"/>
                        <a:pt x="3759" y="0"/>
                      </a:cubicBezTo>
                      <a:close/>
                      <a:moveTo>
                        <a:pt x="4474" y="0"/>
                      </a:moveTo>
                      <a:cubicBezTo>
                        <a:pt x="4421" y="0"/>
                        <a:pt x="4355" y="0"/>
                        <a:pt x="4355" y="66"/>
                      </a:cubicBezTo>
                      <a:cubicBezTo>
                        <a:pt x="4355" y="119"/>
                        <a:pt x="4421" y="172"/>
                        <a:pt x="4474" y="172"/>
                      </a:cubicBezTo>
                      <a:lnTo>
                        <a:pt x="5189" y="172"/>
                      </a:lnTo>
                      <a:cubicBezTo>
                        <a:pt x="5241" y="172"/>
                        <a:pt x="5294" y="119"/>
                        <a:pt x="5294" y="66"/>
                      </a:cubicBezTo>
                      <a:cubicBezTo>
                        <a:pt x="5294" y="0"/>
                        <a:pt x="5241" y="0"/>
                        <a:pt x="5189" y="0"/>
                      </a:cubicBezTo>
                      <a:close/>
                      <a:moveTo>
                        <a:pt x="5903" y="0"/>
                      </a:moveTo>
                      <a:cubicBezTo>
                        <a:pt x="5850" y="0"/>
                        <a:pt x="5850" y="0"/>
                        <a:pt x="5850" y="66"/>
                      </a:cubicBezTo>
                      <a:cubicBezTo>
                        <a:pt x="5850" y="119"/>
                        <a:pt x="5850" y="172"/>
                        <a:pt x="5903" y="172"/>
                      </a:cubicBezTo>
                      <a:lnTo>
                        <a:pt x="6618" y="172"/>
                      </a:lnTo>
                      <a:cubicBezTo>
                        <a:pt x="6671" y="172"/>
                        <a:pt x="6737" y="119"/>
                        <a:pt x="6737" y="66"/>
                      </a:cubicBezTo>
                      <a:cubicBezTo>
                        <a:pt x="6737" y="0"/>
                        <a:pt x="6671" y="0"/>
                        <a:pt x="6618" y="0"/>
                      </a:cubicBezTo>
                      <a:close/>
                      <a:moveTo>
                        <a:pt x="7399" y="0"/>
                      </a:moveTo>
                      <a:cubicBezTo>
                        <a:pt x="7333" y="0"/>
                        <a:pt x="7280" y="0"/>
                        <a:pt x="7280" y="66"/>
                      </a:cubicBezTo>
                      <a:cubicBezTo>
                        <a:pt x="7280" y="119"/>
                        <a:pt x="7333" y="172"/>
                        <a:pt x="7399" y="172"/>
                      </a:cubicBezTo>
                      <a:lnTo>
                        <a:pt x="8114" y="172"/>
                      </a:lnTo>
                      <a:cubicBezTo>
                        <a:pt x="8166" y="172"/>
                        <a:pt x="8219" y="119"/>
                        <a:pt x="8219" y="66"/>
                      </a:cubicBezTo>
                      <a:cubicBezTo>
                        <a:pt x="8219" y="0"/>
                        <a:pt x="8166" y="0"/>
                        <a:pt x="8114" y="0"/>
                      </a:cubicBezTo>
                      <a:close/>
                      <a:moveTo>
                        <a:pt x="8828" y="0"/>
                      </a:moveTo>
                      <a:cubicBezTo>
                        <a:pt x="8775" y="0"/>
                        <a:pt x="8722" y="0"/>
                        <a:pt x="8722" y="66"/>
                      </a:cubicBezTo>
                      <a:cubicBezTo>
                        <a:pt x="8722" y="119"/>
                        <a:pt x="8775" y="172"/>
                        <a:pt x="8828" y="172"/>
                      </a:cubicBezTo>
                      <a:lnTo>
                        <a:pt x="9543" y="172"/>
                      </a:lnTo>
                      <a:cubicBezTo>
                        <a:pt x="9596" y="172"/>
                        <a:pt x="9649" y="119"/>
                        <a:pt x="9649" y="66"/>
                      </a:cubicBezTo>
                      <a:cubicBezTo>
                        <a:pt x="9649" y="0"/>
                        <a:pt x="9596" y="0"/>
                        <a:pt x="9543" y="0"/>
                      </a:cubicBezTo>
                      <a:close/>
                      <a:moveTo>
                        <a:pt x="10258" y="0"/>
                      </a:moveTo>
                      <a:cubicBezTo>
                        <a:pt x="10258" y="0"/>
                        <a:pt x="10205" y="0"/>
                        <a:pt x="10205" y="66"/>
                      </a:cubicBezTo>
                      <a:cubicBezTo>
                        <a:pt x="10205" y="119"/>
                        <a:pt x="10258" y="172"/>
                        <a:pt x="10258" y="172"/>
                      </a:cubicBezTo>
                      <a:lnTo>
                        <a:pt x="11039" y="172"/>
                      </a:lnTo>
                      <a:cubicBezTo>
                        <a:pt x="11091" y="172"/>
                        <a:pt x="11091" y="119"/>
                        <a:pt x="11091" y="66"/>
                      </a:cubicBezTo>
                      <a:lnTo>
                        <a:pt x="11091" y="0"/>
                      </a:lnTo>
                      <a:close/>
                      <a:moveTo>
                        <a:pt x="11753" y="0"/>
                      </a:moveTo>
                      <a:cubicBezTo>
                        <a:pt x="11700" y="0"/>
                        <a:pt x="11634" y="0"/>
                        <a:pt x="11634" y="66"/>
                      </a:cubicBezTo>
                      <a:cubicBezTo>
                        <a:pt x="11634" y="119"/>
                        <a:pt x="11700" y="172"/>
                        <a:pt x="11753" y="172"/>
                      </a:cubicBezTo>
                      <a:lnTo>
                        <a:pt x="12468" y="172"/>
                      </a:lnTo>
                      <a:cubicBezTo>
                        <a:pt x="12521" y="172"/>
                        <a:pt x="12574" y="119"/>
                        <a:pt x="12574" y="66"/>
                      </a:cubicBezTo>
                      <a:cubicBezTo>
                        <a:pt x="12574" y="66"/>
                        <a:pt x="12574" y="0"/>
                        <a:pt x="12521" y="0"/>
                      </a:cubicBezTo>
                      <a:close/>
                      <a:moveTo>
                        <a:pt x="12468" y="728"/>
                      </a:moveTo>
                      <a:cubicBezTo>
                        <a:pt x="12415" y="728"/>
                        <a:pt x="12362" y="728"/>
                        <a:pt x="12362" y="781"/>
                      </a:cubicBezTo>
                      <a:lnTo>
                        <a:pt x="12362" y="1549"/>
                      </a:lnTo>
                      <a:cubicBezTo>
                        <a:pt x="12362" y="1602"/>
                        <a:pt x="12415" y="1602"/>
                        <a:pt x="12468" y="1602"/>
                      </a:cubicBezTo>
                      <a:cubicBezTo>
                        <a:pt x="12521" y="1602"/>
                        <a:pt x="12574" y="1602"/>
                        <a:pt x="12574" y="1549"/>
                      </a:cubicBezTo>
                      <a:lnTo>
                        <a:pt x="12574" y="781"/>
                      </a:lnTo>
                      <a:cubicBezTo>
                        <a:pt x="12574" y="728"/>
                        <a:pt x="12521" y="728"/>
                        <a:pt x="12468" y="728"/>
                      </a:cubicBezTo>
                      <a:close/>
                      <a:moveTo>
                        <a:pt x="12468" y="2157"/>
                      </a:moveTo>
                      <a:cubicBezTo>
                        <a:pt x="12415" y="2157"/>
                        <a:pt x="12362" y="2210"/>
                        <a:pt x="12362" y="2263"/>
                      </a:cubicBezTo>
                      <a:lnTo>
                        <a:pt x="12362" y="2316"/>
                      </a:lnTo>
                      <a:lnTo>
                        <a:pt x="12362" y="2594"/>
                      </a:lnTo>
                      <a:cubicBezTo>
                        <a:pt x="12362" y="2647"/>
                        <a:pt x="12415" y="2713"/>
                        <a:pt x="12468" y="2713"/>
                      </a:cubicBezTo>
                      <a:cubicBezTo>
                        <a:pt x="12521" y="2713"/>
                        <a:pt x="12574" y="2647"/>
                        <a:pt x="12574" y="2594"/>
                      </a:cubicBezTo>
                      <a:lnTo>
                        <a:pt x="12574" y="2316"/>
                      </a:lnTo>
                      <a:lnTo>
                        <a:pt x="12574" y="2263"/>
                      </a:lnTo>
                      <a:cubicBezTo>
                        <a:pt x="12574" y="2210"/>
                        <a:pt x="12521" y="2157"/>
                        <a:pt x="12468" y="215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2"/>
                <p:cNvSpPr/>
                <p:nvPr/>
              </p:nvSpPr>
              <p:spPr>
                <a:xfrm>
                  <a:off x="4395212" y="4313815"/>
                  <a:ext cx="87824" cy="146355"/>
                </a:xfrm>
                <a:custGeom>
                  <a:rect b="b" l="l" r="r" t="t"/>
                  <a:pathLst>
                    <a:path extrusionOk="0" h="2648" w="1589">
                      <a:moveTo>
                        <a:pt x="808" y="185"/>
                      </a:moveTo>
                      <a:cubicBezTo>
                        <a:pt x="887" y="185"/>
                        <a:pt x="953" y="212"/>
                        <a:pt x="1019" y="252"/>
                      </a:cubicBezTo>
                      <a:cubicBezTo>
                        <a:pt x="1072" y="278"/>
                        <a:pt x="1125" y="331"/>
                        <a:pt x="1165" y="397"/>
                      </a:cubicBezTo>
                      <a:cubicBezTo>
                        <a:pt x="1205" y="463"/>
                        <a:pt x="1231" y="529"/>
                        <a:pt x="1258" y="609"/>
                      </a:cubicBezTo>
                      <a:cubicBezTo>
                        <a:pt x="1284" y="688"/>
                        <a:pt x="1311" y="768"/>
                        <a:pt x="1311" y="860"/>
                      </a:cubicBezTo>
                      <a:cubicBezTo>
                        <a:pt x="1337" y="940"/>
                        <a:pt x="1337" y="1032"/>
                        <a:pt x="1350" y="1112"/>
                      </a:cubicBezTo>
                      <a:cubicBezTo>
                        <a:pt x="1350" y="1191"/>
                        <a:pt x="1350" y="1271"/>
                        <a:pt x="1350" y="1350"/>
                      </a:cubicBezTo>
                      <a:cubicBezTo>
                        <a:pt x="1350" y="1549"/>
                        <a:pt x="1337" y="1721"/>
                        <a:pt x="1297" y="1866"/>
                      </a:cubicBezTo>
                      <a:cubicBezTo>
                        <a:pt x="1258" y="1999"/>
                        <a:pt x="1218" y="2118"/>
                        <a:pt x="1165" y="2210"/>
                      </a:cubicBezTo>
                      <a:cubicBezTo>
                        <a:pt x="1099" y="2290"/>
                        <a:pt x="1033" y="2356"/>
                        <a:pt x="967" y="2396"/>
                      </a:cubicBezTo>
                      <a:cubicBezTo>
                        <a:pt x="900" y="2435"/>
                        <a:pt x="834" y="2462"/>
                        <a:pt x="768" y="2462"/>
                      </a:cubicBezTo>
                      <a:cubicBezTo>
                        <a:pt x="662" y="2462"/>
                        <a:pt x="569" y="2422"/>
                        <a:pt x="503" y="2356"/>
                      </a:cubicBezTo>
                      <a:cubicBezTo>
                        <a:pt x="437" y="2290"/>
                        <a:pt x="384" y="2197"/>
                        <a:pt x="344" y="2104"/>
                      </a:cubicBezTo>
                      <a:cubicBezTo>
                        <a:pt x="305" y="1999"/>
                        <a:pt x="278" y="1879"/>
                        <a:pt x="252" y="1760"/>
                      </a:cubicBezTo>
                      <a:cubicBezTo>
                        <a:pt x="239" y="1628"/>
                        <a:pt x="239" y="1509"/>
                        <a:pt x="239" y="1403"/>
                      </a:cubicBezTo>
                      <a:cubicBezTo>
                        <a:pt x="239" y="1257"/>
                        <a:pt x="252" y="1112"/>
                        <a:pt x="265" y="979"/>
                      </a:cubicBezTo>
                      <a:cubicBezTo>
                        <a:pt x="292" y="834"/>
                        <a:pt x="331" y="702"/>
                        <a:pt x="371" y="582"/>
                      </a:cubicBezTo>
                      <a:cubicBezTo>
                        <a:pt x="424" y="463"/>
                        <a:pt x="477" y="371"/>
                        <a:pt x="556" y="304"/>
                      </a:cubicBezTo>
                      <a:cubicBezTo>
                        <a:pt x="622" y="225"/>
                        <a:pt x="715" y="185"/>
                        <a:pt x="808" y="185"/>
                      </a:cubicBezTo>
                      <a:close/>
                      <a:moveTo>
                        <a:pt x="821" y="0"/>
                      </a:moveTo>
                      <a:cubicBezTo>
                        <a:pt x="662" y="0"/>
                        <a:pt x="530" y="40"/>
                        <a:pt x="424" y="132"/>
                      </a:cubicBezTo>
                      <a:cubicBezTo>
                        <a:pt x="318" y="225"/>
                        <a:pt x="239" y="344"/>
                        <a:pt x="172" y="477"/>
                      </a:cubicBezTo>
                      <a:cubicBezTo>
                        <a:pt x="119" y="622"/>
                        <a:pt x="67" y="781"/>
                        <a:pt x="40" y="953"/>
                      </a:cubicBezTo>
                      <a:cubicBezTo>
                        <a:pt x="14" y="1125"/>
                        <a:pt x="0" y="1297"/>
                        <a:pt x="0" y="1456"/>
                      </a:cubicBezTo>
                      <a:cubicBezTo>
                        <a:pt x="0" y="1681"/>
                        <a:pt x="27" y="1879"/>
                        <a:pt x="67" y="2025"/>
                      </a:cubicBezTo>
                      <a:cubicBezTo>
                        <a:pt x="119" y="2184"/>
                        <a:pt x="172" y="2303"/>
                        <a:pt x="239" y="2396"/>
                      </a:cubicBezTo>
                      <a:cubicBezTo>
                        <a:pt x="318" y="2488"/>
                        <a:pt x="397" y="2554"/>
                        <a:pt x="490" y="2594"/>
                      </a:cubicBezTo>
                      <a:cubicBezTo>
                        <a:pt x="569" y="2634"/>
                        <a:pt x="662" y="2647"/>
                        <a:pt x="755" y="2647"/>
                      </a:cubicBezTo>
                      <a:cubicBezTo>
                        <a:pt x="834" y="2647"/>
                        <a:pt x="927" y="2634"/>
                        <a:pt x="1033" y="2594"/>
                      </a:cubicBezTo>
                      <a:cubicBezTo>
                        <a:pt x="1125" y="2541"/>
                        <a:pt x="1218" y="2475"/>
                        <a:pt x="1297" y="2369"/>
                      </a:cubicBezTo>
                      <a:cubicBezTo>
                        <a:pt x="1390" y="2277"/>
                        <a:pt x="1456" y="2144"/>
                        <a:pt x="1509" y="1972"/>
                      </a:cubicBezTo>
                      <a:cubicBezTo>
                        <a:pt x="1562" y="1813"/>
                        <a:pt x="1589" y="1602"/>
                        <a:pt x="1589" y="1350"/>
                      </a:cubicBezTo>
                      <a:cubicBezTo>
                        <a:pt x="1589" y="1257"/>
                        <a:pt x="1575" y="1165"/>
                        <a:pt x="1575" y="1059"/>
                      </a:cubicBezTo>
                      <a:cubicBezTo>
                        <a:pt x="1562" y="953"/>
                        <a:pt x="1549" y="860"/>
                        <a:pt x="1536" y="754"/>
                      </a:cubicBezTo>
                      <a:cubicBezTo>
                        <a:pt x="1509" y="649"/>
                        <a:pt x="1483" y="556"/>
                        <a:pt x="1443" y="463"/>
                      </a:cubicBezTo>
                      <a:cubicBezTo>
                        <a:pt x="1403" y="371"/>
                        <a:pt x="1364" y="291"/>
                        <a:pt x="1297" y="225"/>
                      </a:cubicBezTo>
                      <a:cubicBezTo>
                        <a:pt x="1244" y="159"/>
                        <a:pt x="1178" y="106"/>
                        <a:pt x="1099" y="53"/>
                      </a:cubicBezTo>
                      <a:cubicBezTo>
                        <a:pt x="1019" y="13"/>
                        <a:pt x="927" y="0"/>
                        <a:pt x="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2"/>
                <p:cNvSpPr/>
                <p:nvPr/>
              </p:nvSpPr>
              <p:spPr>
                <a:xfrm>
                  <a:off x="4452969" y="3127997"/>
                  <a:ext cx="105400" cy="104681"/>
                </a:xfrm>
                <a:custGeom>
                  <a:rect b="b" l="l" r="r" t="t"/>
                  <a:pathLst>
                    <a:path extrusionOk="0" h="1894" w="1907">
                      <a:moveTo>
                        <a:pt x="186" y="1"/>
                      </a:moveTo>
                      <a:cubicBezTo>
                        <a:pt x="147" y="1"/>
                        <a:pt x="94" y="1"/>
                        <a:pt x="54" y="27"/>
                      </a:cubicBezTo>
                      <a:cubicBezTo>
                        <a:pt x="27" y="40"/>
                        <a:pt x="1" y="67"/>
                        <a:pt x="1" y="107"/>
                      </a:cubicBezTo>
                      <a:cubicBezTo>
                        <a:pt x="1" y="133"/>
                        <a:pt x="27" y="160"/>
                        <a:pt x="67" y="160"/>
                      </a:cubicBezTo>
                      <a:cubicBezTo>
                        <a:pt x="107" y="173"/>
                        <a:pt x="173" y="173"/>
                        <a:pt x="239" y="173"/>
                      </a:cubicBezTo>
                      <a:cubicBezTo>
                        <a:pt x="266" y="173"/>
                        <a:pt x="292" y="173"/>
                        <a:pt x="305" y="186"/>
                      </a:cubicBezTo>
                      <a:cubicBezTo>
                        <a:pt x="319" y="186"/>
                        <a:pt x="332" y="186"/>
                        <a:pt x="345" y="199"/>
                      </a:cubicBezTo>
                      <a:cubicBezTo>
                        <a:pt x="358" y="199"/>
                        <a:pt x="372" y="213"/>
                        <a:pt x="385" y="213"/>
                      </a:cubicBezTo>
                      <a:cubicBezTo>
                        <a:pt x="398" y="226"/>
                        <a:pt x="398" y="239"/>
                        <a:pt x="411" y="265"/>
                      </a:cubicBezTo>
                      <a:lnTo>
                        <a:pt x="1020" y="1364"/>
                      </a:lnTo>
                      <a:cubicBezTo>
                        <a:pt x="994" y="1417"/>
                        <a:pt x="967" y="1470"/>
                        <a:pt x="941" y="1523"/>
                      </a:cubicBezTo>
                      <a:cubicBezTo>
                        <a:pt x="914" y="1563"/>
                        <a:pt x="874" y="1602"/>
                        <a:pt x="848" y="1629"/>
                      </a:cubicBezTo>
                      <a:cubicBezTo>
                        <a:pt x="822" y="1655"/>
                        <a:pt x="795" y="1668"/>
                        <a:pt x="755" y="1695"/>
                      </a:cubicBezTo>
                      <a:cubicBezTo>
                        <a:pt x="716" y="1708"/>
                        <a:pt x="689" y="1721"/>
                        <a:pt x="649" y="1721"/>
                      </a:cubicBezTo>
                      <a:cubicBezTo>
                        <a:pt x="597" y="1721"/>
                        <a:pt x="544" y="1708"/>
                        <a:pt x="504" y="1668"/>
                      </a:cubicBezTo>
                      <a:cubicBezTo>
                        <a:pt x="464" y="1642"/>
                        <a:pt x="451" y="1615"/>
                        <a:pt x="451" y="1576"/>
                      </a:cubicBezTo>
                      <a:cubicBezTo>
                        <a:pt x="451" y="1563"/>
                        <a:pt x="451" y="1549"/>
                        <a:pt x="464" y="1536"/>
                      </a:cubicBezTo>
                      <a:cubicBezTo>
                        <a:pt x="464" y="1523"/>
                        <a:pt x="477" y="1510"/>
                        <a:pt x="504" y="1510"/>
                      </a:cubicBezTo>
                      <a:lnTo>
                        <a:pt x="544" y="1510"/>
                      </a:lnTo>
                      <a:cubicBezTo>
                        <a:pt x="557" y="1496"/>
                        <a:pt x="570" y="1496"/>
                        <a:pt x="583" y="1483"/>
                      </a:cubicBezTo>
                      <a:cubicBezTo>
                        <a:pt x="597" y="1483"/>
                        <a:pt x="597" y="1470"/>
                        <a:pt x="610" y="1457"/>
                      </a:cubicBezTo>
                      <a:cubicBezTo>
                        <a:pt x="623" y="1443"/>
                        <a:pt x="623" y="1430"/>
                        <a:pt x="623" y="1404"/>
                      </a:cubicBezTo>
                      <a:cubicBezTo>
                        <a:pt x="623" y="1377"/>
                        <a:pt x="610" y="1351"/>
                        <a:pt x="583" y="1338"/>
                      </a:cubicBezTo>
                      <a:cubicBezTo>
                        <a:pt x="557" y="1324"/>
                        <a:pt x="544" y="1311"/>
                        <a:pt x="517" y="1311"/>
                      </a:cubicBezTo>
                      <a:cubicBezTo>
                        <a:pt x="491" y="1311"/>
                        <a:pt x="451" y="1324"/>
                        <a:pt x="424" y="1338"/>
                      </a:cubicBezTo>
                      <a:cubicBezTo>
                        <a:pt x="398" y="1338"/>
                        <a:pt x="372" y="1364"/>
                        <a:pt x="358" y="1377"/>
                      </a:cubicBezTo>
                      <a:cubicBezTo>
                        <a:pt x="332" y="1404"/>
                        <a:pt x="319" y="1430"/>
                        <a:pt x="305" y="1470"/>
                      </a:cubicBezTo>
                      <a:cubicBezTo>
                        <a:pt x="292" y="1496"/>
                        <a:pt x="279" y="1536"/>
                        <a:pt x="279" y="1576"/>
                      </a:cubicBezTo>
                      <a:cubicBezTo>
                        <a:pt x="279" y="1629"/>
                        <a:pt x="292" y="1668"/>
                        <a:pt x="305" y="1708"/>
                      </a:cubicBezTo>
                      <a:cubicBezTo>
                        <a:pt x="332" y="1748"/>
                        <a:pt x="358" y="1774"/>
                        <a:pt x="385" y="1814"/>
                      </a:cubicBezTo>
                      <a:cubicBezTo>
                        <a:pt x="411" y="1840"/>
                        <a:pt x="451" y="1854"/>
                        <a:pt x="491" y="1867"/>
                      </a:cubicBezTo>
                      <a:cubicBezTo>
                        <a:pt x="530" y="1880"/>
                        <a:pt x="570" y="1893"/>
                        <a:pt x="610" y="1893"/>
                      </a:cubicBezTo>
                      <a:cubicBezTo>
                        <a:pt x="702" y="1893"/>
                        <a:pt x="769" y="1867"/>
                        <a:pt x="835" y="1840"/>
                      </a:cubicBezTo>
                      <a:cubicBezTo>
                        <a:pt x="901" y="1814"/>
                        <a:pt x="967" y="1761"/>
                        <a:pt x="1033" y="1682"/>
                      </a:cubicBezTo>
                      <a:cubicBezTo>
                        <a:pt x="1073" y="1629"/>
                        <a:pt x="1126" y="1563"/>
                        <a:pt x="1152" y="1483"/>
                      </a:cubicBezTo>
                      <a:cubicBezTo>
                        <a:pt x="1192" y="1390"/>
                        <a:pt x="1232" y="1298"/>
                        <a:pt x="1272" y="1192"/>
                      </a:cubicBezTo>
                      <a:lnTo>
                        <a:pt x="1589" y="305"/>
                      </a:lnTo>
                      <a:cubicBezTo>
                        <a:pt x="1602" y="265"/>
                        <a:pt x="1616" y="252"/>
                        <a:pt x="1629" y="239"/>
                      </a:cubicBezTo>
                      <a:cubicBezTo>
                        <a:pt x="1655" y="226"/>
                        <a:pt x="1682" y="226"/>
                        <a:pt x="1735" y="226"/>
                      </a:cubicBezTo>
                      <a:cubicBezTo>
                        <a:pt x="1774" y="226"/>
                        <a:pt x="1814" y="213"/>
                        <a:pt x="1841" y="213"/>
                      </a:cubicBezTo>
                      <a:cubicBezTo>
                        <a:pt x="1880" y="199"/>
                        <a:pt x="1907" y="173"/>
                        <a:pt x="1907" y="133"/>
                      </a:cubicBezTo>
                      <a:cubicBezTo>
                        <a:pt x="1907" y="107"/>
                        <a:pt x="1880" y="80"/>
                        <a:pt x="1854" y="67"/>
                      </a:cubicBezTo>
                      <a:cubicBezTo>
                        <a:pt x="1814" y="54"/>
                        <a:pt x="1774" y="54"/>
                        <a:pt x="1735" y="54"/>
                      </a:cubicBezTo>
                      <a:lnTo>
                        <a:pt x="1219" y="54"/>
                      </a:lnTo>
                      <a:cubicBezTo>
                        <a:pt x="1166" y="54"/>
                        <a:pt x="1139" y="54"/>
                        <a:pt x="1126" y="67"/>
                      </a:cubicBezTo>
                      <a:cubicBezTo>
                        <a:pt x="1113" y="80"/>
                        <a:pt x="1099" y="107"/>
                        <a:pt x="1099" y="133"/>
                      </a:cubicBezTo>
                      <a:cubicBezTo>
                        <a:pt x="1099" y="160"/>
                        <a:pt x="1113" y="186"/>
                        <a:pt x="1126" y="199"/>
                      </a:cubicBezTo>
                      <a:cubicBezTo>
                        <a:pt x="1152" y="213"/>
                        <a:pt x="1192" y="226"/>
                        <a:pt x="1245" y="226"/>
                      </a:cubicBezTo>
                      <a:cubicBezTo>
                        <a:pt x="1285" y="226"/>
                        <a:pt x="1324" y="226"/>
                        <a:pt x="1338" y="239"/>
                      </a:cubicBezTo>
                      <a:cubicBezTo>
                        <a:pt x="1351" y="252"/>
                        <a:pt x="1351" y="265"/>
                        <a:pt x="1351" y="279"/>
                      </a:cubicBezTo>
                      <a:cubicBezTo>
                        <a:pt x="1351" y="305"/>
                        <a:pt x="1351" y="345"/>
                        <a:pt x="1324" y="398"/>
                      </a:cubicBezTo>
                      <a:lnTo>
                        <a:pt x="1099" y="1113"/>
                      </a:lnTo>
                      <a:lnTo>
                        <a:pt x="676" y="305"/>
                      </a:lnTo>
                      <a:cubicBezTo>
                        <a:pt x="663" y="292"/>
                        <a:pt x="649" y="265"/>
                        <a:pt x="649" y="252"/>
                      </a:cubicBezTo>
                      <a:cubicBezTo>
                        <a:pt x="649" y="226"/>
                        <a:pt x="649" y="213"/>
                        <a:pt x="649" y="213"/>
                      </a:cubicBezTo>
                      <a:cubicBezTo>
                        <a:pt x="649" y="186"/>
                        <a:pt x="649" y="186"/>
                        <a:pt x="649" y="173"/>
                      </a:cubicBezTo>
                      <a:lnTo>
                        <a:pt x="676" y="173"/>
                      </a:lnTo>
                      <a:cubicBezTo>
                        <a:pt x="729" y="173"/>
                        <a:pt x="755" y="160"/>
                        <a:pt x="769" y="146"/>
                      </a:cubicBezTo>
                      <a:cubicBezTo>
                        <a:pt x="782" y="120"/>
                        <a:pt x="782" y="107"/>
                        <a:pt x="782" y="80"/>
                      </a:cubicBezTo>
                      <a:cubicBezTo>
                        <a:pt x="782" y="54"/>
                        <a:pt x="782" y="40"/>
                        <a:pt x="755" y="27"/>
                      </a:cubicBezTo>
                      <a:cubicBezTo>
                        <a:pt x="742" y="1"/>
                        <a:pt x="716"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4" name="Google Shape;404;p22"/>
            <p:cNvSpPr/>
            <p:nvPr/>
          </p:nvSpPr>
          <p:spPr>
            <a:xfrm>
              <a:off x="1147048" y="4807395"/>
              <a:ext cx="77053" cy="66983"/>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
    <p:spTree>
      <p:nvGrpSpPr>
        <p:cNvPr id="405" name="Shape 405"/>
        <p:cNvGrpSpPr/>
        <p:nvPr/>
      </p:nvGrpSpPr>
      <p:grpSpPr>
        <a:xfrm>
          <a:off x="0" y="0"/>
          <a:ext cx="0" cy="0"/>
          <a:chOff x="0" y="0"/>
          <a:chExt cx="0" cy="0"/>
        </a:xfrm>
      </p:grpSpPr>
      <p:grpSp>
        <p:nvGrpSpPr>
          <p:cNvPr id="406" name="Google Shape;406;p23"/>
          <p:cNvGrpSpPr/>
          <p:nvPr/>
        </p:nvGrpSpPr>
        <p:grpSpPr>
          <a:xfrm>
            <a:off x="8184519" y="322805"/>
            <a:ext cx="595379" cy="434972"/>
            <a:chOff x="570141" y="1610117"/>
            <a:chExt cx="675952" cy="493837"/>
          </a:xfrm>
        </p:grpSpPr>
        <p:sp>
          <p:nvSpPr>
            <p:cNvPr id="407" name="Google Shape;407;p23"/>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3"/>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3"/>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23"/>
          <p:cNvGrpSpPr/>
          <p:nvPr/>
        </p:nvGrpSpPr>
        <p:grpSpPr>
          <a:xfrm rot="-1178179">
            <a:off x="371435" y="547332"/>
            <a:ext cx="721047" cy="252617"/>
            <a:chOff x="2109963" y="768908"/>
            <a:chExt cx="818604" cy="286796"/>
          </a:xfrm>
        </p:grpSpPr>
        <p:sp>
          <p:nvSpPr>
            <p:cNvPr id="411" name="Google Shape;411;p23"/>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3"/>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3"/>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3"/>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3"/>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11">
    <p:spTree>
      <p:nvGrpSpPr>
        <p:cNvPr id="416" name="Shape 416"/>
        <p:cNvGrpSpPr/>
        <p:nvPr/>
      </p:nvGrpSpPr>
      <p:grpSpPr>
        <a:xfrm>
          <a:off x="0" y="0"/>
          <a:ext cx="0" cy="0"/>
          <a:chOff x="0" y="0"/>
          <a:chExt cx="0" cy="0"/>
        </a:xfrm>
      </p:grpSpPr>
      <p:grpSp>
        <p:nvGrpSpPr>
          <p:cNvPr id="417" name="Google Shape;417;p24"/>
          <p:cNvGrpSpPr/>
          <p:nvPr/>
        </p:nvGrpSpPr>
        <p:grpSpPr>
          <a:xfrm rot="-1051789">
            <a:off x="283009" y="4563877"/>
            <a:ext cx="675317" cy="304798"/>
            <a:chOff x="4763863" y="259761"/>
            <a:chExt cx="766705" cy="346045"/>
          </a:xfrm>
        </p:grpSpPr>
        <p:sp>
          <p:nvSpPr>
            <p:cNvPr id="418" name="Google Shape;418;p24"/>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4"/>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4"/>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24"/>
          <p:cNvGrpSpPr/>
          <p:nvPr/>
        </p:nvGrpSpPr>
        <p:grpSpPr>
          <a:xfrm rot="1189416">
            <a:off x="8174506" y="4520277"/>
            <a:ext cx="563830" cy="258402"/>
            <a:chOff x="6301529" y="2700815"/>
            <a:chExt cx="640137" cy="293373"/>
          </a:xfrm>
        </p:grpSpPr>
        <p:sp>
          <p:nvSpPr>
            <p:cNvPr id="423" name="Google Shape;423;p24"/>
            <p:cNvSpPr/>
            <p:nvPr/>
          </p:nvSpPr>
          <p:spPr>
            <a:xfrm>
              <a:off x="6301529" y="2703026"/>
              <a:ext cx="188802" cy="281656"/>
            </a:xfrm>
            <a:custGeom>
              <a:rect b="b" l="l" r="r" t="t"/>
              <a:pathLst>
                <a:path extrusionOk="0" h="5096" w="3416">
                  <a:moveTo>
                    <a:pt x="2528" y="609"/>
                  </a:moveTo>
                  <a:lnTo>
                    <a:pt x="2356" y="3177"/>
                  </a:lnTo>
                  <a:cubicBezTo>
                    <a:pt x="2211" y="3190"/>
                    <a:pt x="2039" y="3203"/>
                    <a:pt x="1853" y="3216"/>
                  </a:cubicBezTo>
                  <a:cubicBezTo>
                    <a:pt x="1668" y="3216"/>
                    <a:pt x="1496" y="3229"/>
                    <a:pt x="1324" y="3243"/>
                  </a:cubicBezTo>
                  <a:cubicBezTo>
                    <a:pt x="1165" y="3243"/>
                    <a:pt x="1020" y="3243"/>
                    <a:pt x="901" y="3256"/>
                  </a:cubicBezTo>
                  <a:lnTo>
                    <a:pt x="702" y="3256"/>
                  </a:lnTo>
                  <a:cubicBezTo>
                    <a:pt x="662" y="3256"/>
                    <a:pt x="636" y="3256"/>
                    <a:pt x="623" y="3243"/>
                  </a:cubicBezTo>
                  <a:cubicBezTo>
                    <a:pt x="623" y="3229"/>
                    <a:pt x="623" y="3216"/>
                    <a:pt x="623" y="3203"/>
                  </a:cubicBezTo>
                  <a:cubicBezTo>
                    <a:pt x="623" y="3177"/>
                    <a:pt x="623" y="3163"/>
                    <a:pt x="649" y="3137"/>
                  </a:cubicBezTo>
                  <a:cubicBezTo>
                    <a:pt x="676" y="3110"/>
                    <a:pt x="689" y="3097"/>
                    <a:pt x="689" y="3084"/>
                  </a:cubicBezTo>
                  <a:lnTo>
                    <a:pt x="2528" y="609"/>
                  </a:lnTo>
                  <a:close/>
                  <a:moveTo>
                    <a:pt x="2714" y="0"/>
                  </a:moveTo>
                  <a:cubicBezTo>
                    <a:pt x="2648" y="0"/>
                    <a:pt x="2581" y="27"/>
                    <a:pt x="2515" y="66"/>
                  </a:cubicBezTo>
                  <a:cubicBezTo>
                    <a:pt x="2462" y="119"/>
                    <a:pt x="2423" y="146"/>
                    <a:pt x="2409" y="172"/>
                  </a:cubicBezTo>
                  <a:cubicBezTo>
                    <a:pt x="2264" y="357"/>
                    <a:pt x="2131" y="530"/>
                    <a:pt x="2012" y="688"/>
                  </a:cubicBezTo>
                  <a:cubicBezTo>
                    <a:pt x="1893" y="834"/>
                    <a:pt x="1774" y="980"/>
                    <a:pt x="1668" y="1125"/>
                  </a:cubicBezTo>
                  <a:lnTo>
                    <a:pt x="1351" y="1562"/>
                  </a:lnTo>
                  <a:cubicBezTo>
                    <a:pt x="1245" y="1707"/>
                    <a:pt x="1126" y="1866"/>
                    <a:pt x="993" y="2038"/>
                  </a:cubicBezTo>
                  <a:cubicBezTo>
                    <a:pt x="874" y="2197"/>
                    <a:pt x="728" y="2396"/>
                    <a:pt x="583" y="2594"/>
                  </a:cubicBezTo>
                  <a:cubicBezTo>
                    <a:pt x="437" y="2806"/>
                    <a:pt x="265" y="3031"/>
                    <a:pt x="67" y="3296"/>
                  </a:cubicBezTo>
                  <a:cubicBezTo>
                    <a:pt x="40" y="3335"/>
                    <a:pt x="27" y="3362"/>
                    <a:pt x="14" y="3388"/>
                  </a:cubicBezTo>
                  <a:cubicBezTo>
                    <a:pt x="1" y="3415"/>
                    <a:pt x="1" y="3441"/>
                    <a:pt x="1" y="3468"/>
                  </a:cubicBezTo>
                  <a:cubicBezTo>
                    <a:pt x="1" y="3521"/>
                    <a:pt x="27" y="3574"/>
                    <a:pt x="80" y="3600"/>
                  </a:cubicBezTo>
                  <a:cubicBezTo>
                    <a:pt x="133" y="3640"/>
                    <a:pt x="186" y="3653"/>
                    <a:pt x="265" y="3653"/>
                  </a:cubicBezTo>
                  <a:cubicBezTo>
                    <a:pt x="345" y="3653"/>
                    <a:pt x="570" y="3640"/>
                    <a:pt x="901" y="3627"/>
                  </a:cubicBezTo>
                  <a:cubicBezTo>
                    <a:pt x="1231" y="3613"/>
                    <a:pt x="1721" y="3600"/>
                    <a:pt x="2343" y="3587"/>
                  </a:cubicBezTo>
                  <a:lnTo>
                    <a:pt x="2343" y="3587"/>
                  </a:lnTo>
                  <a:lnTo>
                    <a:pt x="2290" y="4540"/>
                  </a:lnTo>
                  <a:cubicBezTo>
                    <a:pt x="2290" y="4632"/>
                    <a:pt x="2264" y="4685"/>
                    <a:pt x="2211" y="4725"/>
                  </a:cubicBezTo>
                  <a:cubicBezTo>
                    <a:pt x="2158" y="4752"/>
                    <a:pt x="2078" y="4778"/>
                    <a:pt x="1986" y="4778"/>
                  </a:cubicBezTo>
                  <a:cubicBezTo>
                    <a:pt x="1973" y="4778"/>
                    <a:pt x="1946" y="4778"/>
                    <a:pt x="1893" y="4791"/>
                  </a:cubicBezTo>
                  <a:cubicBezTo>
                    <a:pt x="1853" y="4791"/>
                    <a:pt x="1801" y="4791"/>
                    <a:pt x="1748" y="4804"/>
                  </a:cubicBezTo>
                  <a:cubicBezTo>
                    <a:pt x="1695" y="4804"/>
                    <a:pt x="1642" y="4804"/>
                    <a:pt x="1576" y="4818"/>
                  </a:cubicBezTo>
                  <a:lnTo>
                    <a:pt x="1430" y="4818"/>
                  </a:lnTo>
                  <a:cubicBezTo>
                    <a:pt x="1390" y="4818"/>
                    <a:pt x="1351" y="4831"/>
                    <a:pt x="1311" y="4844"/>
                  </a:cubicBezTo>
                  <a:cubicBezTo>
                    <a:pt x="1271" y="4857"/>
                    <a:pt x="1245" y="4897"/>
                    <a:pt x="1245" y="4950"/>
                  </a:cubicBezTo>
                  <a:cubicBezTo>
                    <a:pt x="1245" y="5003"/>
                    <a:pt x="1271" y="5056"/>
                    <a:pt x="1324" y="5069"/>
                  </a:cubicBezTo>
                  <a:cubicBezTo>
                    <a:pt x="1377" y="5082"/>
                    <a:pt x="1417" y="5096"/>
                    <a:pt x="1456" y="5096"/>
                  </a:cubicBezTo>
                  <a:lnTo>
                    <a:pt x="2965" y="5096"/>
                  </a:lnTo>
                  <a:cubicBezTo>
                    <a:pt x="3045" y="5096"/>
                    <a:pt x="3111" y="5082"/>
                    <a:pt x="3164" y="5069"/>
                  </a:cubicBezTo>
                  <a:cubicBezTo>
                    <a:pt x="3217" y="5043"/>
                    <a:pt x="3230" y="5003"/>
                    <a:pt x="3230" y="4937"/>
                  </a:cubicBezTo>
                  <a:cubicBezTo>
                    <a:pt x="3230" y="4884"/>
                    <a:pt x="3217" y="4844"/>
                    <a:pt x="3164" y="4818"/>
                  </a:cubicBezTo>
                  <a:cubicBezTo>
                    <a:pt x="3124" y="4804"/>
                    <a:pt x="3058" y="4791"/>
                    <a:pt x="2965" y="4791"/>
                  </a:cubicBezTo>
                  <a:cubicBezTo>
                    <a:pt x="2912" y="4791"/>
                    <a:pt x="2859" y="4791"/>
                    <a:pt x="2793" y="4778"/>
                  </a:cubicBezTo>
                  <a:cubicBezTo>
                    <a:pt x="2740" y="4778"/>
                    <a:pt x="2714" y="4738"/>
                    <a:pt x="2714" y="4699"/>
                  </a:cubicBezTo>
                  <a:cubicBezTo>
                    <a:pt x="2714" y="4672"/>
                    <a:pt x="2714" y="4619"/>
                    <a:pt x="2714" y="4527"/>
                  </a:cubicBezTo>
                  <a:cubicBezTo>
                    <a:pt x="2727" y="4447"/>
                    <a:pt x="2727" y="4341"/>
                    <a:pt x="2727" y="4235"/>
                  </a:cubicBezTo>
                  <a:cubicBezTo>
                    <a:pt x="2740" y="4129"/>
                    <a:pt x="2740" y="4010"/>
                    <a:pt x="2753" y="3904"/>
                  </a:cubicBezTo>
                  <a:cubicBezTo>
                    <a:pt x="2753" y="3785"/>
                    <a:pt x="2767" y="3679"/>
                    <a:pt x="2767" y="3587"/>
                  </a:cubicBezTo>
                  <a:lnTo>
                    <a:pt x="3230" y="3587"/>
                  </a:lnTo>
                  <a:cubicBezTo>
                    <a:pt x="3256" y="3587"/>
                    <a:pt x="3296" y="3574"/>
                    <a:pt x="3336" y="3547"/>
                  </a:cubicBezTo>
                  <a:cubicBezTo>
                    <a:pt x="3389" y="3534"/>
                    <a:pt x="3415" y="3481"/>
                    <a:pt x="3415" y="3415"/>
                  </a:cubicBezTo>
                  <a:cubicBezTo>
                    <a:pt x="3415" y="3349"/>
                    <a:pt x="3389" y="3296"/>
                    <a:pt x="3349" y="3269"/>
                  </a:cubicBezTo>
                  <a:cubicBezTo>
                    <a:pt x="3309" y="3229"/>
                    <a:pt x="3256" y="3216"/>
                    <a:pt x="3190" y="3203"/>
                  </a:cubicBezTo>
                  <a:lnTo>
                    <a:pt x="2793" y="3177"/>
                  </a:lnTo>
                  <a:cubicBezTo>
                    <a:pt x="2793" y="3031"/>
                    <a:pt x="2793" y="2846"/>
                    <a:pt x="2806" y="2647"/>
                  </a:cubicBezTo>
                  <a:cubicBezTo>
                    <a:pt x="2806" y="2435"/>
                    <a:pt x="2820" y="2224"/>
                    <a:pt x="2833" y="1999"/>
                  </a:cubicBezTo>
                  <a:cubicBezTo>
                    <a:pt x="2846" y="1774"/>
                    <a:pt x="2859" y="1549"/>
                    <a:pt x="2873" y="1337"/>
                  </a:cubicBezTo>
                  <a:cubicBezTo>
                    <a:pt x="2899" y="1112"/>
                    <a:pt x="2912" y="927"/>
                    <a:pt x="2926" y="755"/>
                  </a:cubicBezTo>
                  <a:cubicBezTo>
                    <a:pt x="2939" y="569"/>
                    <a:pt x="2952" y="424"/>
                    <a:pt x="2952" y="318"/>
                  </a:cubicBezTo>
                  <a:cubicBezTo>
                    <a:pt x="2965" y="199"/>
                    <a:pt x="2965" y="146"/>
                    <a:pt x="2965" y="132"/>
                  </a:cubicBezTo>
                  <a:cubicBezTo>
                    <a:pt x="2965" y="93"/>
                    <a:pt x="2952" y="53"/>
                    <a:pt x="2899" y="40"/>
                  </a:cubicBezTo>
                  <a:cubicBezTo>
                    <a:pt x="2846" y="13"/>
                    <a:pt x="2780" y="0"/>
                    <a:pt x="27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4"/>
            <p:cNvSpPr/>
            <p:nvPr/>
          </p:nvSpPr>
          <p:spPr>
            <a:xfrm>
              <a:off x="6504149" y="2700815"/>
              <a:ext cx="177804" cy="287515"/>
            </a:xfrm>
            <a:custGeom>
              <a:rect b="b" l="l" r="r" t="t"/>
              <a:pathLst>
                <a:path extrusionOk="0" h="5202" w="3217">
                  <a:moveTo>
                    <a:pt x="1668" y="0"/>
                  </a:moveTo>
                  <a:cubicBezTo>
                    <a:pt x="1417" y="0"/>
                    <a:pt x="1192" y="53"/>
                    <a:pt x="1007" y="159"/>
                  </a:cubicBezTo>
                  <a:cubicBezTo>
                    <a:pt x="808" y="265"/>
                    <a:pt x="649" y="384"/>
                    <a:pt x="517" y="530"/>
                  </a:cubicBezTo>
                  <a:cubicBezTo>
                    <a:pt x="385" y="662"/>
                    <a:pt x="279" y="808"/>
                    <a:pt x="212" y="967"/>
                  </a:cubicBezTo>
                  <a:cubicBezTo>
                    <a:pt x="146" y="1112"/>
                    <a:pt x="120" y="1231"/>
                    <a:pt x="120" y="1337"/>
                  </a:cubicBezTo>
                  <a:cubicBezTo>
                    <a:pt x="120" y="1350"/>
                    <a:pt x="120" y="1377"/>
                    <a:pt x="120" y="1417"/>
                  </a:cubicBezTo>
                  <a:cubicBezTo>
                    <a:pt x="120" y="1456"/>
                    <a:pt x="133" y="1509"/>
                    <a:pt x="146" y="1549"/>
                  </a:cubicBezTo>
                  <a:cubicBezTo>
                    <a:pt x="173" y="1589"/>
                    <a:pt x="199" y="1628"/>
                    <a:pt x="239" y="1655"/>
                  </a:cubicBezTo>
                  <a:cubicBezTo>
                    <a:pt x="279" y="1695"/>
                    <a:pt x="332" y="1708"/>
                    <a:pt x="398" y="1708"/>
                  </a:cubicBezTo>
                  <a:cubicBezTo>
                    <a:pt x="504" y="1708"/>
                    <a:pt x="583" y="1681"/>
                    <a:pt x="649" y="1628"/>
                  </a:cubicBezTo>
                  <a:cubicBezTo>
                    <a:pt x="715" y="1575"/>
                    <a:pt x="742" y="1509"/>
                    <a:pt x="742" y="1417"/>
                  </a:cubicBezTo>
                  <a:cubicBezTo>
                    <a:pt x="742" y="1377"/>
                    <a:pt x="729" y="1350"/>
                    <a:pt x="715" y="1324"/>
                  </a:cubicBezTo>
                  <a:cubicBezTo>
                    <a:pt x="702" y="1297"/>
                    <a:pt x="689" y="1271"/>
                    <a:pt x="662" y="1258"/>
                  </a:cubicBezTo>
                  <a:lnTo>
                    <a:pt x="623" y="1192"/>
                  </a:lnTo>
                  <a:cubicBezTo>
                    <a:pt x="610" y="1165"/>
                    <a:pt x="596" y="1139"/>
                    <a:pt x="596" y="1112"/>
                  </a:cubicBezTo>
                  <a:cubicBezTo>
                    <a:pt x="596" y="1072"/>
                    <a:pt x="623" y="1020"/>
                    <a:pt x="662" y="940"/>
                  </a:cubicBezTo>
                  <a:cubicBezTo>
                    <a:pt x="715" y="861"/>
                    <a:pt x="782" y="781"/>
                    <a:pt x="874" y="702"/>
                  </a:cubicBezTo>
                  <a:cubicBezTo>
                    <a:pt x="954" y="609"/>
                    <a:pt x="1060" y="543"/>
                    <a:pt x="1192" y="477"/>
                  </a:cubicBezTo>
                  <a:cubicBezTo>
                    <a:pt x="1311" y="411"/>
                    <a:pt x="1457" y="384"/>
                    <a:pt x="1602" y="384"/>
                  </a:cubicBezTo>
                  <a:cubicBezTo>
                    <a:pt x="1774" y="384"/>
                    <a:pt x="1907" y="411"/>
                    <a:pt x="2012" y="464"/>
                  </a:cubicBezTo>
                  <a:cubicBezTo>
                    <a:pt x="2132" y="517"/>
                    <a:pt x="2224" y="596"/>
                    <a:pt x="2290" y="675"/>
                  </a:cubicBezTo>
                  <a:cubicBezTo>
                    <a:pt x="2357" y="768"/>
                    <a:pt x="2410" y="861"/>
                    <a:pt x="2436" y="967"/>
                  </a:cubicBezTo>
                  <a:cubicBezTo>
                    <a:pt x="2462" y="1059"/>
                    <a:pt x="2489" y="1165"/>
                    <a:pt x="2489" y="1258"/>
                  </a:cubicBezTo>
                  <a:cubicBezTo>
                    <a:pt x="2489" y="1470"/>
                    <a:pt x="2449" y="1681"/>
                    <a:pt x="2370" y="1906"/>
                  </a:cubicBezTo>
                  <a:cubicBezTo>
                    <a:pt x="2290" y="2131"/>
                    <a:pt x="2198" y="2370"/>
                    <a:pt x="2065" y="2595"/>
                  </a:cubicBezTo>
                  <a:cubicBezTo>
                    <a:pt x="1946" y="2833"/>
                    <a:pt x="1801" y="3058"/>
                    <a:pt x="1629" y="3296"/>
                  </a:cubicBezTo>
                  <a:cubicBezTo>
                    <a:pt x="1470" y="3521"/>
                    <a:pt x="1298" y="3733"/>
                    <a:pt x="1126" y="3931"/>
                  </a:cubicBezTo>
                  <a:cubicBezTo>
                    <a:pt x="954" y="4130"/>
                    <a:pt x="782" y="4315"/>
                    <a:pt x="610" y="4487"/>
                  </a:cubicBezTo>
                  <a:cubicBezTo>
                    <a:pt x="437" y="4646"/>
                    <a:pt x="279" y="4778"/>
                    <a:pt x="133" y="4884"/>
                  </a:cubicBezTo>
                  <a:cubicBezTo>
                    <a:pt x="93" y="4924"/>
                    <a:pt x="67" y="4950"/>
                    <a:pt x="40" y="4964"/>
                  </a:cubicBezTo>
                  <a:cubicBezTo>
                    <a:pt x="14" y="4990"/>
                    <a:pt x="1" y="5017"/>
                    <a:pt x="1" y="5043"/>
                  </a:cubicBezTo>
                  <a:cubicBezTo>
                    <a:pt x="1" y="5083"/>
                    <a:pt x="14" y="5109"/>
                    <a:pt x="40" y="5149"/>
                  </a:cubicBezTo>
                  <a:cubicBezTo>
                    <a:pt x="67" y="5189"/>
                    <a:pt x="120" y="5202"/>
                    <a:pt x="186" y="5202"/>
                  </a:cubicBezTo>
                  <a:cubicBezTo>
                    <a:pt x="239" y="5202"/>
                    <a:pt x="292" y="5189"/>
                    <a:pt x="345" y="5175"/>
                  </a:cubicBezTo>
                  <a:cubicBezTo>
                    <a:pt x="385" y="5162"/>
                    <a:pt x="424" y="5136"/>
                    <a:pt x="437" y="5122"/>
                  </a:cubicBezTo>
                  <a:lnTo>
                    <a:pt x="1510" y="5122"/>
                  </a:lnTo>
                  <a:cubicBezTo>
                    <a:pt x="1642" y="5122"/>
                    <a:pt x="1774" y="5122"/>
                    <a:pt x="1893" y="5136"/>
                  </a:cubicBezTo>
                  <a:lnTo>
                    <a:pt x="2674" y="5136"/>
                  </a:lnTo>
                  <a:cubicBezTo>
                    <a:pt x="2701" y="5136"/>
                    <a:pt x="2727" y="5122"/>
                    <a:pt x="2767" y="5109"/>
                  </a:cubicBezTo>
                  <a:cubicBezTo>
                    <a:pt x="2807" y="5083"/>
                    <a:pt x="2833" y="5043"/>
                    <a:pt x="2873" y="5003"/>
                  </a:cubicBezTo>
                  <a:cubicBezTo>
                    <a:pt x="2979" y="4805"/>
                    <a:pt x="3058" y="4659"/>
                    <a:pt x="3124" y="4567"/>
                  </a:cubicBezTo>
                  <a:cubicBezTo>
                    <a:pt x="3177" y="4461"/>
                    <a:pt x="3217" y="4394"/>
                    <a:pt x="3217" y="4355"/>
                  </a:cubicBezTo>
                  <a:cubicBezTo>
                    <a:pt x="3217" y="4315"/>
                    <a:pt x="3190" y="4275"/>
                    <a:pt x="3151" y="4262"/>
                  </a:cubicBezTo>
                  <a:cubicBezTo>
                    <a:pt x="3111" y="4236"/>
                    <a:pt x="3071" y="4222"/>
                    <a:pt x="3032" y="4222"/>
                  </a:cubicBezTo>
                  <a:cubicBezTo>
                    <a:pt x="2965" y="4222"/>
                    <a:pt x="2926" y="4249"/>
                    <a:pt x="2899" y="4275"/>
                  </a:cubicBezTo>
                  <a:cubicBezTo>
                    <a:pt x="2873" y="4302"/>
                    <a:pt x="2846" y="4342"/>
                    <a:pt x="2820" y="4368"/>
                  </a:cubicBezTo>
                  <a:lnTo>
                    <a:pt x="2661" y="4619"/>
                  </a:lnTo>
                  <a:cubicBezTo>
                    <a:pt x="2621" y="4672"/>
                    <a:pt x="2595" y="4712"/>
                    <a:pt x="2568" y="4725"/>
                  </a:cubicBezTo>
                  <a:cubicBezTo>
                    <a:pt x="2555" y="4739"/>
                    <a:pt x="2529" y="4752"/>
                    <a:pt x="2502" y="4752"/>
                  </a:cubicBezTo>
                  <a:lnTo>
                    <a:pt x="2251" y="4752"/>
                  </a:lnTo>
                  <a:cubicBezTo>
                    <a:pt x="2132" y="4752"/>
                    <a:pt x="1973" y="4739"/>
                    <a:pt x="1801" y="4739"/>
                  </a:cubicBezTo>
                  <a:lnTo>
                    <a:pt x="1285" y="4739"/>
                  </a:lnTo>
                  <a:cubicBezTo>
                    <a:pt x="1099" y="4725"/>
                    <a:pt x="954" y="4725"/>
                    <a:pt x="821" y="4712"/>
                  </a:cubicBezTo>
                  <a:cubicBezTo>
                    <a:pt x="940" y="4606"/>
                    <a:pt x="1073" y="4474"/>
                    <a:pt x="1232" y="4315"/>
                  </a:cubicBezTo>
                  <a:cubicBezTo>
                    <a:pt x="1377" y="4156"/>
                    <a:pt x="1536" y="3984"/>
                    <a:pt x="1695" y="3799"/>
                  </a:cubicBezTo>
                  <a:cubicBezTo>
                    <a:pt x="1854" y="3614"/>
                    <a:pt x="1999" y="3415"/>
                    <a:pt x="2145" y="3203"/>
                  </a:cubicBezTo>
                  <a:cubicBezTo>
                    <a:pt x="2304" y="2992"/>
                    <a:pt x="2436" y="2780"/>
                    <a:pt x="2555" y="2568"/>
                  </a:cubicBezTo>
                  <a:cubicBezTo>
                    <a:pt x="2674" y="2343"/>
                    <a:pt x="2767" y="2131"/>
                    <a:pt x="2833" y="1920"/>
                  </a:cubicBezTo>
                  <a:cubicBezTo>
                    <a:pt x="2912" y="1695"/>
                    <a:pt x="2952" y="1483"/>
                    <a:pt x="2952" y="1271"/>
                  </a:cubicBezTo>
                  <a:cubicBezTo>
                    <a:pt x="2952" y="1099"/>
                    <a:pt x="2926" y="940"/>
                    <a:pt x="2873" y="781"/>
                  </a:cubicBezTo>
                  <a:cubicBezTo>
                    <a:pt x="2833" y="622"/>
                    <a:pt x="2754" y="490"/>
                    <a:pt x="2661" y="384"/>
                  </a:cubicBezTo>
                  <a:cubicBezTo>
                    <a:pt x="2555" y="265"/>
                    <a:pt x="2423" y="172"/>
                    <a:pt x="2264" y="106"/>
                  </a:cubicBezTo>
                  <a:cubicBezTo>
                    <a:pt x="2105" y="40"/>
                    <a:pt x="1907"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4"/>
            <p:cNvSpPr/>
            <p:nvPr/>
          </p:nvSpPr>
          <p:spPr>
            <a:xfrm>
              <a:off x="6708261" y="2850763"/>
              <a:ext cx="40292" cy="139778"/>
            </a:xfrm>
            <a:custGeom>
              <a:rect b="b" l="l" r="r" t="t"/>
              <a:pathLst>
                <a:path extrusionOk="0" h="2529" w="729">
                  <a:moveTo>
                    <a:pt x="371" y="1"/>
                  </a:moveTo>
                  <a:cubicBezTo>
                    <a:pt x="305" y="1"/>
                    <a:pt x="252" y="14"/>
                    <a:pt x="199" y="40"/>
                  </a:cubicBezTo>
                  <a:cubicBezTo>
                    <a:pt x="159" y="54"/>
                    <a:pt x="119" y="80"/>
                    <a:pt x="93" y="120"/>
                  </a:cubicBezTo>
                  <a:cubicBezTo>
                    <a:pt x="53" y="146"/>
                    <a:pt x="40" y="186"/>
                    <a:pt x="27" y="226"/>
                  </a:cubicBezTo>
                  <a:cubicBezTo>
                    <a:pt x="14" y="265"/>
                    <a:pt x="0" y="305"/>
                    <a:pt x="0" y="331"/>
                  </a:cubicBezTo>
                  <a:cubicBezTo>
                    <a:pt x="0" y="411"/>
                    <a:pt x="40" y="490"/>
                    <a:pt x="93" y="556"/>
                  </a:cubicBezTo>
                  <a:cubicBezTo>
                    <a:pt x="146" y="623"/>
                    <a:pt x="225" y="662"/>
                    <a:pt x="358" y="662"/>
                  </a:cubicBezTo>
                  <a:cubicBezTo>
                    <a:pt x="477" y="662"/>
                    <a:pt x="569" y="623"/>
                    <a:pt x="636" y="556"/>
                  </a:cubicBezTo>
                  <a:cubicBezTo>
                    <a:pt x="702" y="490"/>
                    <a:pt x="728" y="411"/>
                    <a:pt x="728" y="318"/>
                  </a:cubicBezTo>
                  <a:cubicBezTo>
                    <a:pt x="728" y="252"/>
                    <a:pt x="702" y="173"/>
                    <a:pt x="649" y="106"/>
                  </a:cubicBezTo>
                  <a:cubicBezTo>
                    <a:pt x="583" y="27"/>
                    <a:pt x="490" y="1"/>
                    <a:pt x="371" y="1"/>
                  </a:cubicBezTo>
                  <a:close/>
                  <a:moveTo>
                    <a:pt x="371" y="1867"/>
                  </a:moveTo>
                  <a:cubicBezTo>
                    <a:pt x="305" y="1867"/>
                    <a:pt x="252" y="1880"/>
                    <a:pt x="199" y="1906"/>
                  </a:cubicBezTo>
                  <a:cubicBezTo>
                    <a:pt x="159" y="1920"/>
                    <a:pt x="119" y="1946"/>
                    <a:pt x="93" y="1986"/>
                  </a:cubicBezTo>
                  <a:cubicBezTo>
                    <a:pt x="53" y="2012"/>
                    <a:pt x="40" y="2052"/>
                    <a:pt x="27" y="2092"/>
                  </a:cubicBezTo>
                  <a:cubicBezTo>
                    <a:pt x="14" y="2131"/>
                    <a:pt x="0" y="2171"/>
                    <a:pt x="0" y="2211"/>
                  </a:cubicBezTo>
                  <a:cubicBezTo>
                    <a:pt x="0" y="2277"/>
                    <a:pt x="40" y="2356"/>
                    <a:pt x="93" y="2423"/>
                  </a:cubicBezTo>
                  <a:cubicBezTo>
                    <a:pt x="146" y="2502"/>
                    <a:pt x="225" y="2529"/>
                    <a:pt x="358" y="2529"/>
                  </a:cubicBezTo>
                  <a:cubicBezTo>
                    <a:pt x="477" y="2529"/>
                    <a:pt x="569" y="2502"/>
                    <a:pt x="636" y="2423"/>
                  </a:cubicBezTo>
                  <a:cubicBezTo>
                    <a:pt x="702" y="2356"/>
                    <a:pt x="728" y="2277"/>
                    <a:pt x="728" y="2198"/>
                  </a:cubicBezTo>
                  <a:cubicBezTo>
                    <a:pt x="728" y="2118"/>
                    <a:pt x="702" y="2039"/>
                    <a:pt x="649" y="1973"/>
                  </a:cubicBezTo>
                  <a:cubicBezTo>
                    <a:pt x="583" y="1906"/>
                    <a:pt x="490" y="1867"/>
                    <a:pt x="371" y="186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4"/>
            <p:cNvSpPr/>
            <p:nvPr/>
          </p:nvSpPr>
          <p:spPr>
            <a:xfrm>
              <a:off x="6771877" y="2701534"/>
              <a:ext cx="169789" cy="292655"/>
            </a:xfrm>
            <a:custGeom>
              <a:rect b="b" l="l" r="r" t="t"/>
              <a:pathLst>
                <a:path extrusionOk="0" h="5295" w="3072">
                  <a:moveTo>
                    <a:pt x="1642" y="371"/>
                  </a:moveTo>
                  <a:cubicBezTo>
                    <a:pt x="1814" y="371"/>
                    <a:pt x="1960" y="411"/>
                    <a:pt x="2079" y="477"/>
                  </a:cubicBezTo>
                  <a:cubicBezTo>
                    <a:pt x="2198" y="543"/>
                    <a:pt x="2304" y="636"/>
                    <a:pt x="2383" y="742"/>
                  </a:cubicBezTo>
                  <a:cubicBezTo>
                    <a:pt x="2463" y="848"/>
                    <a:pt x="2529" y="954"/>
                    <a:pt x="2555" y="1086"/>
                  </a:cubicBezTo>
                  <a:cubicBezTo>
                    <a:pt x="2595" y="1218"/>
                    <a:pt x="2621" y="1337"/>
                    <a:pt x="2621" y="1443"/>
                  </a:cubicBezTo>
                  <a:cubicBezTo>
                    <a:pt x="2621" y="1562"/>
                    <a:pt x="2595" y="1682"/>
                    <a:pt x="2542" y="1814"/>
                  </a:cubicBezTo>
                  <a:cubicBezTo>
                    <a:pt x="2502" y="1946"/>
                    <a:pt x="2436" y="2065"/>
                    <a:pt x="2343" y="2184"/>
                  </a:cubicBezTo>
                  <a:cubicBezTo>
                    <a:pt x="2238" y="2304"/>
                    <a:pt x="2118" y="2409"/>
                    <a:pt x="1973" y="2489"/>
                  </a:cubicBezTo>
                  <a:cubicBezTo>
                    <a:pt x="1841" y="2582"/>
                    <a:pt x="1668" y="2621"/>
                    <a:pt x="1457" y="2621"/>
                  </a:cubicBezTo>
                  <a:cubicBezTo>
                    <a:pt x="1311" y="2621"/>
                    <a:pt x="1179" y="2595"/>
                    <a:pt x="1060" y="2542"/>
                  </a:cubicBezTo>
                  <a:cubicBezTo>
                    <a:pt x="941" y="2489"/>
                    <a:pt x="835" y="2409"/>
                    <a:pt x="742" y="2317"/>
                  </a:cubicBezTo>
                  <a:cubicBezTo>
                    <a:pt x="663" y="2224"/>
                    <a:pt x="596" y="2105"/>
                    <a:pt x="543" y="1986"/>
                  </a:cubicBezTo>
                  <a:cubicBezTo>
                    <a:pt x="491" y="1854"/>
                    <a:pt x="464" y="1721"/>
                    <a:pt x="464" y="1562"/>
                  </a:cubicBezTo>
                  <a:cubicBezTo>
                    <a:pt x="464" y="1351"/>
                    <a:pt x="504" y="1179"/>
                    <a:pt x="557" y="1033"/>
                  </a:cubicBezTo>
                  <a:cubicBezTo>
                    <a:pt x="623" y="874"/>
                    <a:pt x="716" y="755"/>
                    <a:pt x="821" y="662"/>
                  </a:cubicBezTo>
                  <a:cubicBezTo>
                    <a:pt x="927" y="557"/>
                    <a:pt x="1046" y="490"/>
                    <a:pt x="1192" y="437"/>
                  </a:cubicBezTo>
                  <a:cubicBezTo>
                    <a:pt x="1338" y="398"/>
                    <a:pt x="1483" y="371"/>
                    <a:pt x="1642" y="371"/>
                  </a:cubicBezTo>
                  <a:close/>
                  <a:moveTo>
                    <a:pt x="1589" y="1"/>
                  </a:moveTo>
                  <a:cubicBezTo>
                    <a:pt x="1298" y="1"/>
                    <a:pt x="1060" y="40"/>
                    <a:pt x="861" y="146"/>
                  </a:cubicBezTo>
                  <a:cubicBezTo>
                    <a:pt x="663" y="239"/>
                    <a:pt x="491" y="358"/>
                    <a:pt x="371" y="504"/>
                  </a:cubicBezTo>
                  <a:cubicBezTo>
                    <a:pt x="239" y="649"/>
                    <a:pt x="146" y="821"/>
                    <a:pt x="93" y="1007"/>
                  </a:cubicBezTo>
                  <a:cubicBezTo>
                    <a:pt x="27" y="1192"/>
                    <a:pt x="1" y="1364"/>
                    <a:pt x="1" y="1536"/>
                  </a:cubicBezTo>
                  <a:cubicBezTo>
                    <a:pt x="1" y="1761"/>
                    <a:pt x="41" y="1959"/>
                    <a:pt x="107" y="2145"/>
                  </a:cubicBezTo>
                  <a:cubicBezTo>
                    <a:pt x="186" y="2330"/>
                    <a:pt x="279" y="2489"/>
                    <a:pt x="398" y="2621"/>
                  </a:cubicBezTo>
                  <a:cubicBezTo>
                    <a:pt x="517" y="2754"/>
                    <a:pt x="663" y="2846"/>
                    <a:pt x="821" y="2926"/>
                  </a:cubicBezTo>
                  <a:cubicBezTo>
                    <a:pt x="980" y="2992"/>
                    <a:pt x="1152" y="3031"/>
                    <a:pt x="1338" y="3031"/>
                  </a:cubicBezTo>
                  <a:cubicBezTo>
                    <a:pt x="1430" y="3031"/>
                    <a:pt x="1536" y="3018"/>
                    <a:pt x="1655" y="2992"/>
                  </a:cubicBezTo>
                  <a:cubicBezTo>
                    <a:pt x="1761" y="2965"/>
                    <a:pt x="1880" y="2926"/>
                    <a:pt x="1986" y="2886"/>
                  </a:cubicBezTo>
                  <a:cubicBezTo>
                    <a:pt x="2092" y="2833"/>
                    <a:pt x="2198" y="2767"/>
                    <a:pt x="2291" y="2701"/>
                  </a:cubicBezTo>
                  <a:cubicBezTo>
                    <a:pt x="2396" y="2621"/>
                    <a:pt x="2476" y="2529"/>
                    <a:pt x="2555" y="2423"/>
                  </a:cubicBezTo>
                  <a:lnTo>
                    <a:pt x="2555" y="2423"/>
                  </a:lnTo>
                  <a:cubicBezTo>
                    <a:pt x="2516" y="2648"/>
                    <a:pt x="2436" y="2886"/>
                    <a:pt x="2343" y="3124"/>
                  </a:cubicBezTo>
                  <a:cubicBezTo>
                    <a:pt x="2251" y="3362"/>
                    <a:pt x="2132" y="3601"/>
                    <a:pt x="1986" y="3839"/>
                  </a:cubicBezTo>
                  <a:cubicBezTo>
                    <a:pt x="1841" y="4064"/>
                    <a:pt x="1695" y="4276"/>
                    <a:pt x="1523" y="4474"/>
                  </a:cubicBezTo>
                  <a:cubicBezTo>
                    <a:pt x="1351" y="4659"/>
                    <a:pt x="1166" y="4818"/>
                    <a:pt x="967" y="4951"/>
                  </a:cubicBezTo>
                  <a:cubicBezTo>
                    <a:pt x="927" y="4977"/>
                    <a:pt x="888" y="5017"/>
                    <a:pt x="874" y="5030"/>
                  </a:cubicBezTo>
                  <a:cubicBezTo>
                    <a:pt x="848" y="5056"/>
                    <a:pt x="835" y="5096"/>
                    <a:pt x="835" y="5136"/>
                  </a:cubicBezTo>
                  <a:cubicBezTo>
                    <a:pt x="835" y="5202"/>
                    <a:pt x="848" y="5242"/>
                    <a:pt x="901" y="5255"/>
                  </a:cubicBezTo>
                  <a:cubicBezTo>
                    <a:pt x="941" y="5281"/>
                    <a:pt x="980" y="5295"/>
                    <a:pt x="1020" y="5295"/>
                  </a:cubicBezTo>
                  <a:cubicBezTo>
                    <a:pt x="1073" y="5295"/>
                    <a:pt x="1126" y="5281"/>
                    <a:pt x="1166" y="5268"/>
                  </a:cubicBezTo>
                  <a:cubicBezTo>
                    <a:pt x="1218" y="5242"/>
                    <a:pt x="1258" y="5215"/>
                    <a:pt x="1311" y="5176"/>
                  </a:cubicBezTo>
                  <a:cubicBezTo>
                    <a:pt x="1470" y="5043"/>
                    <a:pt x="1642" y="4871"/>
                    <a:pt x="1854" y="4659"/>
                  </a:cubicBezTo>
                  <a:cubicBezTo>
                    <a:pt x="2052" y="4434"/>
                    <a:pt x="2251" y="4143"/>
                    <a:pt x="2449" y="3786"/>
                  </a:cubicBezTo>
                  <a:cubicBezTo>
                    <a:pt x="2529" y="3640"/>
                    <a:pt x="2608" y="3468"/>
                    <a:pt x="2688" y="3283"/>
                  </a:cubicBezTo>
                  <a:cubicBezTo>
                    <a:pt x="2754" y="3111"/>
                    <a:pt x="2820" y="2912"/>
                    <a:pt x="2886" y="2714"/>
                  </a:cubicBezTo>
                  <a:cubicBezTo>
                    <a:pt x="2939" y="2515"/>
                    <a:pt x="2979" y="2304"/>
                    <a:pt x="3018" y="2092"/>
                  </a:cubicBezTo>
                  <a:cubicBezTo>
                    <a:pt x="3058" y="1893"/>
                    <a:pt x="3071" y="1682"/>
                    <a:pt x="3071" y="1470"/>
                  </a:cubicBezTo>
                  <a:cubicBezTo>
                    <a:pt x="3071" y="1337"/>
                    <a:pt x="3045" y="1179"/>
                    <a:pt x="3005" y="1007"/>
                  </a:cubicBezTo>
                  <a:cubicBezTo>
                    <a:pt x="2966" y="834"/>
                    <a:pt x="2899" y="676"/>
                    <a:pt x="2780" y="530"/>
                  </a:cubicBezTo>
                  <a:cubicBezTo>
                    <a:pt x="2674" y="371"/>
                    <a:pt x="2529" y="252"/>
                    <a:pt x="2330" y="159"/>
                  </a:cubicBezTo>
                  <a:cubicBezTo>
                    <a:pt x="2132" y="54"/>
                    <a:pt x="1893" y="1"/>
                    <a:pt x="15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7" name="Google Shape;427;p24"/>
          <p:cNvSpPr/>
          <p:nvPr/>
        </p:nvSpPr>
        <p:spPr>
          <a:xfrm>
            <a:off x="8675098" y="3951429"/>
            <a:ext cx="168247" cy="205586"/>
          </a:xfrm>
          <a:custGeom>
            <a:rect b="b" l="l" r="r" t="t"/>
            <a:pathLst>
              <a:path extrusionOk="0" h="4223" w="3456">
                <a:moveTo>
                  <a:pt x="755" y="371"/>
                </a:moveTo>
                <a:cubicBezTo>
                  <a:pt x="861" y="371"/>
                  <a:pt x="954" y="411"/>
                  <a:pt x="1046" y="490"/>
                </a:cubicBezTo>
                <a:cubicBezTo>
                  <a:pt x="1139" y="570"/>
                  <a:pt x="1179" y="702"/>
                  <a:pt x="1179" y="887"/>
                </a:cubicBezTo>
                <a:cubicBezTo>
                  <a:pt x="1179" y="1073"/>
                  <a:pt x="1139" y="1218"/>
                  <a:pt x="1046" y="1311"/>
                </a:cubicBezTo>
                <a:cubicBezTo>
                  <a:pt x="967" y="1417"/>
                  <a:pt x="861" y="1470"/>
                  <a:pt x="729" y="1470"/>
                </a:cubicBezTo>
                <a:cubicBezTo>
                  <a:pt x="610" y="1470"/>
                  <a:pt x="517" y="1417"/>
                  <a:pt x="451" y="1311"/>
                </a:cubicBezTo>
                <a:cubicBezTo>
                  <a:pt x="385" y="1205"/>
                  <a:pt x="345" y="1086"/>
                  <a:pt x="345" y="940"/>
                </a:cubicBezTo>
                <a:cubicBezTo>
                  <a:pt x="345" y="834"/>
                  <a:pt x="358" y="742"/>
                  <a:pt x="385" y="662"/>
                </a:cubicBezTo>
                <a:cubicBezTo>
                  <a:pt x="424" y="596"/>
                  <a:pt x="451" y="530"/>
                  <a:pt x="491" y="490"/>
                </a:cubicBezTo>
                <a:cubicBezTo>
                  <a:pt x="530" y="437"/>
                  <a:pt x="583" y="411"/>
                  <a:pt x="623" y="398"/>
                </a:cubicBezTo>
                <a:cubicBezTo>
                  <a:pt x="676" y="371"/>
                  <a:pt x="716" y="371"/>
                  <a:pt x="755" y="371"/>
                </a:cubicBezTo>
                <a:close/>
                <a:moveTo>
                  <a:pt x="2727" y="2806"/>
                </a:moveTo>
                <a:cubicBezTo>
                  <a:pt x="2807" y="2806"/>
                  <a:pt x="2886" y="2846"/>
                  <a:pt x="2966" y="2926"/>
                </a:cubicBezTo>
                <a:cubicBezTo>
                  <a:pt x="3058" y="2992"/>
                  <a:pt x="3098" y="3124"/>
                  <a:pt x="3098" y="3309"/>
                </a:cubicBezTo>
                <a:cubicBezTo>
                  <a:pt x="3098" y="3376"/>
                  <a:pt x="3085" y="3442"/>
                  <a:pt x="3071" y="3508"/>
                </a:cubicBezTo>
                <a:cubicBezTo>
                  <a:pt x="3058" y="3574"/>
                  <a:pt x="3032" y="3640"/>
                  <a:pt x="3005" y="3693"/>
                </a:cubicBezTo>
                <a:cubicBezTo>
                  <a:pt x="2966" y="3746"/>
                  <a:pt x="2926" y="3786"/>
                  <a:pt x="2873" y="3826"/>
                </a:cubicBezTo>
                <a:cubicBezTo>
                  <a:pt x="2833" y="3865"/>
                  <a:pt x="2767" y="3879"/>
                  <a:pt x="2688" y="3879"/>
                </a:cubicBezTo>
                <a:cubicBezTo>
                  <a:pt x="2608" y="3879"/>
                  <a:pt x="2542" y="3865"/>
                  <a:pt x="2489" y="3826"/>
                </a:cubicBezTo>
                <a:cubicBezTo>
                  <a:pt x="2449" y="3786"/>
                  <a:pt x="2410" y="3733"/>
                  <a:pt x="2383" y="3680"/>
                </a:cubicBezTo>
                <a:cubicBezTo>
                  <a:pt x="2343" y="3627"/>
                  <a:pt x="2330" y="3561"/>
                  <a:pt x="2317" y="3495"/>
                </a:cubicBezTo>
                <a:cubicBezTo>
                  <a:pt x="2317" y="3442"/>
                  <a:pt x="2304" y="3389"/>
                  <a:pt x="2304" y="3336"/>
                </a:cubicBezTo>
                <a:cubicBezTo>
                  <a:pt x="2304" y="3164"/>
                  <a:pt x="2343" y="3031"/>
                  <a:pt x="2423" y="2939"/>
                </a:cubicBezTo>
                <a:cubicBezTo>
                  <a:pt x="2516" y="2846"/>
                  <a:pt x="2608" y="2806"/>
                  <a:pt x="2727" y="2806"/>
                </a:cubicBezTo>
                <a:close/>
                <a:moveTo>
                  <a:pt x="3032" y="1"/>
                </a:moveTo>
                <a:cubicBezTo>
                  <a:pt x="2992" y="1"/>
                  <a:pt x="2952" y="14"/>
                  <a:pt x="2913" y="54"/>
                </a:cubicBezTo>
                <a:cubicBezTo>
                  <a:pt x="2873" y="93"/>
                  <a:pt x="2846" y="146"/>
                  <a:pt x="2807" y="199"/>
                </a:cubicBezTo>
                <a:cubicBezTo>
                  <a:pt x="2767" y="252"/>
                  <a:pt x="2727" y="305"/>
                  <a:pt x="2688" y="371"/>
                </a:cubicBezTo>
                <a:cubicBezTo>
                  <a:pt x="2648" y="424"/>
                  <a:pt x="2595" y="464"/>
                  <a:pt x="2555" y="504"/>
                </a:cubicBezTo>
                <a:cubicBezTo>
                  <a:pt x="2502" y="530"/>
                  <a:pt x="2449" y="557"/>
                  <a:pt x="2383" y="570"/>
                </a:cubicBezTo>
                <a:cubicBezTo>
                  <a:pt x="2317" y="583"/>
                  <a:pt x="2264" y="583"/>
                  <a:pt x="2211" y="583"/>
                </a:cubicBezTo>
                <a:cubicBezTo>
                  <a:pt x="2052" y="583"/>
                  <a:pt x="1933" y="570"/>
                  <a:pt x="1827" y="543"/>
                </a:cubicBezTo>
                <a:cubicBezTo>
                  <a:pt x="1735" y="517"/>
                  <a:pt x="1642" y="477"/>
                  <a:pt x="1576" y="437"/>
                </a:cubicBezTo>
                <a:cubicBezTo>
                  <a:pt x="1510" y="398"/>
                  <a:pt x="1443" y="345"/>
                  <a:pt x="1391" y="305"/>
                </a:cubicBezTo>
                <a:cubicBezTo>
                  <a:pt x="1338" y="252"/>
                  <a:pt x="1285" y="212"/>
                  <a:pt x="1232" y="173"/>
                </a:cubicBezTo>
                <a:cubicBezTo>
                  <a:pt x="1179" y="120"/>
                  <a:pt x="1113" y="93"/>
                  <a:pt x="1033" y="67"/>
                </a:cubicBezTo>
                <a:cubicBezTo>
                  <a:pt x="967" y="27"/>
                  <a:pt x="874" y="14"/>
                  <a:pt x="755" y="14"/>
                </a:cubicBezTo>
                <a:cubicBezTo>
                  <a:pt x="663" y="14"/>
                  <a:pt x="570" y="40"/>
                  <a:pt x="477" y="80"/>
                </a:cubicBezTo>
                <a:cubicBezTo>
                  <a:pt x="398" y="120"/>
                  <a:pt x="318" y="186"/>
                  <a:pt x="239" y="265"/>
                </a:cubicBezTo>
                <a:cubicBezTo>
                  <a:pt x="173" y="345"/>
                  <a:pt x="120" y="437"/>
                  <a:pt x="67" y="557"/>
                </a:cubicBezTo>
                <a:cubicBezTo>
                  <a:pt x="27" y="662"/>
                  <a:pt x="1" y="795"/>
                  <a:pt x="1" y="940"/>
                </a:cubicBezTo>
                <a:cubicBezTo>
                  <a:pt x="1" y="1086"/>
                  <a:pt x="27" y="1205"/>
                  <a:pt x="67" y="1324"/>
                </a:cubicBezTo>
                <a:cubicBezTo>
                  <a:pt x="107" y="1430"/>
                  <a:pt x="160" y="1523"/>
                  <a:pt x="239" y="1589"/>
                </a:cubicBezTo>
                <a:cubicBezTo>
                  <a:pt x="305" y="1668"/>
                  <a:pt x="385" y="1721"/>
                  <a:pt x="477" y="1748"/>
                </a:cubicBezTo>
                <a:cubicBezTo>
                  <a:pt x="570" y="1787"/>
                  <a:pt x="649" y="1814"/>
                  <a:pt x="742" y="1814"/>
                </a:cubicBezTo>
                <a:cubicBezTo>
                  <a:pt x="848" y="1814"/>
                  <a:pt x="941" y="1787"/>
                  <a:pt x="1033" y="1748"/>
                </a:cubicBezTo>
                <a:cubicBezTo>
                  <a:pt x="1139" y="1695"/>
                  <a:pt x="1218" y="1629"/>
                  <a:pt x="1298" y="1549"/>
                </a:cubicBezTo>
                <a:cubicBezTo>
                  <a:pt x="1364" y="1456"/>
                  <a:pt x="1417" y="1364"/>
                  <a:pt x="1457" y="1245"/>
                </a:cubicBezTo>
                <a:cubicBezTo>
                  <a:pt x="1510" y="1126"/>
                  <a:pt x="1523" y="993"/>
                  <a:pt x="1523" y="861"/>
                </a:cubicBezTo>
                <a:cubicBezTo>
                  <a:pt x="1523" y="848"/>
                  <a:pt x="1523" y="834"/>
                  <a:pt x="1523" y="834"/>
                </a:cubicBezTo>
                <a:lnTo>
                  <a:pt x="1523" y="795"/>
                </a:lnTo>
                <a:cubicBezTo>
                  <a:pt x="1629" y="834"/>
                  <a:pt x="1735" y="861"/>
                  <a:pt x="1841" y="874"/>
                </a:cubicBezTo>
                <a:cubicBezTo>
                  <a:pt x="1933" y="887"/>
                  <a:pt x="2052" y="901"/>
                  <a:pt x="2198" y="901"/>
                </a:cubicBezTo>
                <a:lnTo>
                  <a:pt x="2304" y="901"/>
                </a:lnTo>
                <a:cubicBezTo>
                  <a:pt x="2330" y="887"/>
                  <a:pt x="2370" y="887"/>
                  <a:pt x="2410" y="874"/>
                </a:cubicBezTo>
                <a:lnTo>
                  <a:pt x="2410" y="874"/>
                </a:lnTo>
                <a:cubicBezTo>
                  <a:pt x="2410" y="887"/>
                  <a:pt x="2396" y="927"/>
                  <a:pt x="2343" y="1007"/>
                </a:cubicBezTo>
                <a:cubicBezTo>
                  <a:pt x="2304" y="1099"/>
                  <a:pt x="2238" y="1205"/>
                  <a:pt x="2171" y="1337"/>
                </a:cubicBezTo>
                <a:cubicBezTo>
                  <a:pt x="2092" y="1470"/>
                  <a:pt x="2013" y="1629"/>
                  <a:pt x="1920" y="1814"/>
                </a:cubicBezTo>
                <a:cubicBezTo>
                  <a:pt x="1814" y="1986"/>
                  <a:pt x="1721" y="2158"/>
                  <a:pt x="1629" y="2343"/>
                </a:cubicBezTo>
                <a:cubicBezTo>
                  <a:pt x="1523" y="2529"/>
                  <a:pt x="1430" y="2701"/>
                  <a:pt x="1338" y="2886"/>
                </a:cubicBezTo>
                <a:cubicBezTo>
                  <a:pt x="1245" y="3058"/>
                  <a:pt x="1166" y="3217"/>
                  <a:pt x="1086" y="3362"/>
                </a:cubicBezTo>
                <a:cubicBezTo>
                  <a:pt x="1020" y="3508"/>
                  <a:pt x="954" y="3627"/>
                  <a:pt x="914" y="3720"/>
                </a:cubicBezTo>
                <a:cubicBezTo>
                  <a:pt x="861" y="3812"/>
                  <a:pt x="835" y="3865"/>
                  <a:pt x="835" y="3879"/>
                </a:cubicBezTo>
                <a:cubicBezTo>
                  <a:pt x="835" y="3905"/>
                  <a:pt x="861" y="3945"/>
                  <a:pt x="888" y="3958"/>
                </a:cubicBezTo>
                <a:cubicBezTo>
                  <a:pt x="914" y="3984"/>
                  <a:pt x="954" y="3998"/>
                  <a:pt x="1020" y="3998"/>
                </a:cubicBezTo>
                <a:cubicBezTo>
                  <a:pt x="1086" y="3998"/>
                  <a:pt x="1139" y="3984"/>
                  <a:pt x="1166" y="3958"/>
                </a:cubicBezTo>
                <a:cubicBezTo>
                  <a:pt x="1205" y="3918"/>
                  <a:pt x="1232" y="3879"/>
                  <a:pt x="1258" y="3852"/>
                </a:cubicBezTo>
                <a:cubicBezTo>
                  <a:pt x="1271" y="3799"/>
                  <a:pt x="1324" y="3706"/>
                  <a:pt x="1391" y="3574"/>
                </a:cubicBezTo>
                <a:cubicBezTo>
                  <a:pt x="1443" y="3442"/>
                  <a:pt x="1536" y="3283"/>
                  <a:pt x="1629" y="3111"/>
                </a:cubicBezTo>
                <a:cubicBezTo>
                  <a:pt x="1721" y="2926"/>
                  <a:pt x="1827" y="2727"/>
                  <a:pt x="1933" y="2515"/>
                </a:cubicBezTo>
                <a:lnTo>
                  <a:pt x="2291" y="1854"/>
                </a:lnTo>
                <a:cubicBezTo>
                  <a:pt x="2410" y="1642"/>
                  <a:pt x="2516" y="1417"/>
                  <a:pt x="2621" y="1218"/>
                </a:cubicBezTo>
                <a:cubicBezTo>
                  <a:pt x="2741" y="1007"/>
                  <a:pt x="2833" y="834"/>
                  <a:pt x="2913" y="662"/>
                </a:cubicBezTo>
                <a:cubicBezTo>
                  <a:pt x="3005" y="504"/>
                  <a:pt x="3071" y="371"/>
                  <a:pt x="3124" y="265"/>
                </a:cubicBezTo>
                <a:cubicBezTo>
                  <a:pt x="3177" y="159"/>
                  <a:pt x="3204" y="107"/>
                  <a:pt x="3204" y="93"/>
                </a:cubicBezTo>
                <a:cubicBezTo>
                  <a:pt x="3204" y="80"/>
                  <a:pt x="3191" y="54"/>
                  <a:pt x="3164" y="27"/>
                </a:cubicBezTo>
                <a:cubicBezTo>
                  <a:pt x="3151" y="1"/>
                  <a:pt x="3111" y="1"/>
                  <a:pt x="3032" y="1"/>
                </a:cubicBezTo>
                <a:close/>
                <a:moveTo>
                  <a:pt x="2741" y="2462"/>
                </a:moveTo>
                <a:cubicBezTo>
                  <a:pt x="2621" y="2462"/>
                  <a:pt x="2516" y="2489"/>
                  <a:pt x="2423" y="2529"/>
                </a:cubicBezTo>
                <a:cubicBezTo>
                  <a:pt x="2330" y="2568"/>
                  <a:pt x="2251" y="2634"/>
                  <a:pt x="2185" y="2714"/>
                </a:cubicBezTo>
                <a:cubicBezTo>
                  <a:pt x="2118" y="2793"/>
                  <a:pt x="2066" y="2886"/>
                  <a:pt x="2026" y="2992"/>
                </a:cubicBezTo>
                <a:cubicBezTo>
                  <a:pt x="1986" y="3098"/>
                  <a:pt x="1960" y="3217"/>
                  <a:pt x="1960" y="3349"/>
                </a:cubicBezTo>
                <a:cubicBezTo>
                  <a:pt x="1960" y="3468"/>
                  <a:pt x="1986" y="3574"/>
                  <a:pt x="2013" y="3680"/>
                </a:cubicBezTo>
                <a:cubicBezTo>
                  <a:pt x="2052" y="3773"/>
                  <a:pt x="2092" y="3865"/>
                  <a:pt x="2158" y="3958"/>
                </a:cubicBezTo>
                <a:cubicBezTo>
                  <a:pt x="2211" y="4037"/>
                  <a:pt x="2291" y="4104"/>
                  <a:pt x="2383" y="4143"/>
                </a:cubicBezTo>
                <a:cubicBezTo>
                  <a:pt x="2476" y="4196"/>
                  <a:pt x="2582" y="4223"/>
                  <a:pt x="2701" y="4223"/>
                </a:cubicBezTo>
                <a:cubicBezTo>
                  <a:pt x="2939" y="4223"/>
                  <a:pt x="3124" y="4143"/>
                  <a:pt x="3257" y="3984"/>
                </a:cubicBezTo>
                <a:cubicBezTo>
                  <a:pt x="3389" y="3826"/>
                  <a:pt x="3455" y="3601"/>
                  <a:pt x="3455" y="3336"/>
                </a:cubicBezTo>
                <a:cubicBezTo>
                  <a:pt x="3455" y="3217"/>
                  <a:pt x="3442" y="3098"/>
                  <a:pt x="3416" y="3005"/>
                </a:cubicBezTo>
                <a:cubicBezTo>
                  <a:pt x="3389" y="2899"/>
                  <a:pt x="3349" y="2806"/>
                  <a:pt x="3283" y="2727"/>
                </a:cubicBezTo>
                <a:cubicBezTo>
                  <a:pt x="3230" y="2634"/>
                  <a:pt x="3151" y="2581"/>
                  <a:pt x="3058" y="2529"/>
                </a:cubicBezTo>
                <a:cubicBezTo>
                  <a:pt x="2979" y="2489"/>
                  <a:pt x="2860" y="2462"/>
                  <a:pt x="2741" y="246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4"/>
          <p:cNvSpPr/>
          <p:nvPr/>
        </p:nvSpPr>
        <p:spPr>
          <a:xfrm rot="-1315996">
            <a:off x="284137" y="3916946"/>
            <a:ext cx="209254" cy="208536"/>
          </a:xfrm>
          <a:custGeom>
            <a:rect b="b" l="l" r="r" t="t"/>
            <a:pathLst>
              <a:path extrusionOk="0" h="3773" w="3786">
                <a:moveTo>
                  <a:pt x="371" y="1"/>
                </a:moveTo>
                <a:cubicBezTo>
                  <a:pt x="279" y="1"/>
                  <a:pt x="186" y="14"/>
                  <a:pt x="107" y="54"/>
                </a:cubicBezTo>
                <a:cubicBezTo>
                  <a:pt x="27" y="80"/>
                  <a:pt x="1" y="133"/>
                  <a:pt x="1" y="199"/>
                </a:cubicBezTo>
                <a:cubicBezTo>
                  <a:pt x="1" y="279"/>
                  <a:pt x="40" y="318"/>
                  <a:pt x="120" y="332"/>
                </a:cubicBezTo>
                <a:cubicBezTo>
                  <a:pt x="199" y="345"/>
                  <a:pt x="318" y="358"/>
                  <a:pt x="477" y="358"/>
                </a:cubicBezTo>
                <a:lnTo>
                  <a:pt x="596" y="358"/>
                </a:lnTo>
                <a:cubicBezTo>
                  <a:pt x="636" y="371"/>
                  <a:pt x="662" y="371"/>
                  <a:pt x="689" y="385"/>
                </a:cubicBezTo>
                <a:cubicBezTo>
                  <a:pt x="715" y="398"/>
                  <a:pt x="729" y="411"/>
                  <a:pt x="755" y="437"/>
                </a:cubicBezTo>
                <a:cubicBezTo>
                  <a:pt x="768" y="464"/>
                  <a:pt x="795" y="490"/>
                  <a:pt x="808" y="530"/>
                </a:cubicBezTo>
                <a:lnTo>
                  <a:pt x="2012" y="2714"/>
                </a:lnTo>
                <a:cubicBezTo>
                  <a:pt x="1959" y="2833"/>
                  <a:pt x="1907" y="2939"/>
                  <a:pt x="1854" y="3032"/>
                </a:cubicBezTo>
                <a:cubicBezTo>
                  <a:pt x="1801" y="3124"/>
                  <a:pt x="1748" y="3190"/>
                  <a:pt x="1682" y="3257"/>
                </a:cubicBezTo>
                <a:cubicBezTo>
                  <a:pt x="1629" y="3296"/>
                  <a:pt x="1562" y="3349"/>
                  <a:pt x="1496" y="3376"/>
                </a:cubicBezTo>
                <a:cubicBezTo>
                  <a:pt x="1430" y="3415"/>
                  <a:pt x="1351" y="3429"/>
                  <a:pt x="1284" y="3429"/>
                </a:cubicBezTo>
                <a:cubicBezTo>
                  <a:pt x="1165" y="3429"/>
                  <a:pt x="1073" y="3402"/>
                  <a:pt x="993" y="3349"/>
                </a:cubicBezTo>
                <a:cubicBezTo>
                  <a:pt x="914" y="3296"/>
                  <a:pt x="874" y="3230"/>
                  <a:pt x="874" y="3164"/>
                </a:cubicBezTo>
                <a:cubicBezTo>
                  <a:pt x="874" y="3137"/>
                  <a:pt x="887" y="3098"/>
                  <a:pt x="901" y="3071"/>
                </a:cubicBezTo>
                <a:cubicBezTo>
                  <a:pt x="927" y="3045"/>
                  <a:pt x="954" y="3018"/>
                  <a:pt x="993" y="3018"/>
                </a:cubicBezTo>
                <a:cubicBezTo>
                  <a:pt x="1020" y="3018"/>
                  <a:pt x="1033" y="3018"/>
                  <a:pt x="1059" y="3005"/>
                </a:cubicBezTo>
                <a:cubicBezTo>
                  <a:pt x="1099" y="3005"/>
                  <a:pt x="1126" y="2992"/>
                  <a:pt x="1139" y="2979"/>
                </a:cubicBezTo>
                <a:cubicBezTo>
                  <a:pt x="1165" y="2965"/>
                  <a:pt x="1192" y="2939"/>
                  <a:pt x="1205" y="2912"/>
                </a:cubicBezTo>
                <a:cubicBezTo>
                  <a:pt x="1218" y="2899"/>
                  <a:pt x="1232" y="2859"/>
                  <a:pt x="1232" y="2820"/>
                </a:cubicBezTo>
                <a:cubicBezTo>
                  <a:pt x="1232" y="2754"/>
                  <a:pt x="1205" y="2701"/>
                  <a:pt x="1152" y="2674"/>
                </a:cubicBezTo>
                <a:cubicBezTo>
                  <a:pt x="1112" y="2648"/>
                  <a:pt x="1059" y="2634"/>
                  <a:pt x="1007" y="2634"/>
                </a:cubicBezTo>
                <a:cubicBezTo>
                  <a:pt x="954" y="2634"/>
                  <a:pt x="901" y="2634"/>
                  <a:pt x="848" y="2661"/>
                </a:cubicBezTo>
                <a:cubicBezTo>
                  <a:pt x="782" y="2687"/>
                  <a:pt x="742" y="2714"/>
                  <a:pt x="689" y="2754"/>
                </a:cubicBezTo>
                <a:cubicBezTo>
                  <a:pt x="649" y="2807"/>
                  <a:pt x="623" y="2859"/>
                  <a:pt x="583" y="2926"/>
                </a:cubicBezTo>
                <a:cubicBezTo>
                  <a:pt x="570" y="2992"/>
                  <a:pt x="557" y="3071"/>
                  <a:pt x="557" y="3164"/>
                </a:cubicBezTo>
                <a:cubicBezTo>
                  <a:pt x="557" y="3257"/>
                  <a:pt x="570" y="3349"/>
                  <a:pt x="609" y="3415"/>
                </a:cubicBezTo>
                <a:cubicBezTo>
                  <a:pt x="649" y="3495"/>
                  <a:pt x="689" y="3561"/>
                  <a:pt x="755" y="3614"/>
                </a:cubicBezTo>
                <a:cubicBezTo>
                  <a:pt x="821" y="3667"/>
                  <a:pt x="887" y="3707"/>
                  <a:pt x="967" y="3733"/>
                </a:cubicBezTo>
                <a:cubicBezTo>
                  <a:pt x="1046" y="3759"/>
                  <a:pt x="1126" y="3773"/>
                  <a:pt x="1218" y="3773"/>
                </a:cubicBezTo>
                <a:cubicBezTo>
                  <a:pt x="1377" y="3773"/>
                  <a:pt x="1536" y="3733"/>
                  <a:pt x="1668" y="3667"/>
                </a:cubicBezTo>
                <a:cubicBezTo>
                  <a:pt x="1801" y="3614"/>
                  <a:pt x="1920" y="3508"/>
                  <a:pt x="2039" y="3376"/>
                </a:cubicBezTo>
                <a:cubicBezTo>
                  <a:pt x="2132" y="3257"/>
                  <a:pt x="2224" y="3111"/>
                  <a:pt x="2304" y="2952"/>
                </a:cubicBezTo>
                <a:cubicBezTo>
                  <a:pt x="2383" y="2780"/>
                  <a:pt x="2449" y="2595"/>
                  <a:pt x="2529" y="2370"/>
                </a:cubicBezTo>
                <a:lnTo>
                  <a:pt x="3164" y="596"/>
                </a:lnTo>
                <a:cubicBezTo>
                  <a:pt x="3190" y="530"/>
                  <a:pt x="3217" y="490"/>
                  <a:pt x="3243" y="477"/>
                </a:cubicBezTo>
                <a:cubicBezTo>
                  <a:pt x="3283" y="464"/>
                  <a:pt x="3349" y="451"/>
                  <a:pt x="3442" y="451"/>
                </a:cubicBezTo>
                <a:cubicBezTo>
                  <a:pt x="3534" y="451"/>
                  <a:pt x="3601" y="437"/>
                  <a:pt x="3680" y="411"/>
                </a:cubicBezTo>
                <a:cubicBezTo>
                  <a:pt x="3746" y="398"/>
                  <a:pt x="3786" y="345"/>
                  <a:pt x="3786" y="279"/>
                </a:cubicBezTo>
                <a:cubicBezTo>
                  <a:pt x="3786" y="212"/>
                  <a:pt x="3746" y="160"/>
                  <a:pt x="3680" y="146"/>
                </a:cubicBezTo>
                <a:cubicBezTo>
                  <a:pt x="3614" y="120"/>
                  <a:pt x="3534" y="107"/>
                  <a:pt x="3442" y="107"/>
                </a:cubicBezTo>
                <a:lnTo>
                  <a:pt x="2409" y="107"/>
                </a:lnTo>
                <a:cubicBezTo>
                  <a:pt x="2317" y="107"/>
                  <a:pt x="2251" y="120"/>
                  <a:pt x="2224" y="146"/>
                </a:cubicBezTo>
                <a:cubicBezTo>
                  <a:pt x="2198" y="160"/>
                  <a:pt x="2184" y="212"/>
                  <a:pt x="2184" y="279"/>
                </a:cubicBezTo>
                <a:cubicBezTo>
                  <a:pt x="2184" y="318"/>
                  <a:pt x="2211" y="358"/>
                  <a:pt x="2251" y="398"/>
                </a:cubicBezTo>
                <a:cubicBezTo>
                  <a:pt x="2290" y="437"/>
                  <a:pt x="2370" y="451"/>
                  <a:pt x="2462" y="451"/>
                </a:cubicBezTo>
                <a:cubicBezTo>
                  <a:pt x="2568" y="451"/>
                  <a:pt x="2621" y="464"/>
                  <a:pt x="2648" y="477"/>
                </a:cubicBezTo>
                <a:cubicBezTo>
                  <a:pt x="2674" y="504"/>
                  <a:pt x="2687" y="517"/>
                  <a:pt x="2687" y="557"/>
                </a:cubicBezTo>
                <a:cubicBezTo>
                  <a:pt x="2687" y="623"/>
                  <a:pt x="2674" y="689"/>
                  <a:pt x="2648" y="795"/>
                </a:cubicBezTo>
                <a:lnTo>
                  <a:pt x="2184" y="2224"/>
                </a:lnTo>
                <a:lnTo>
                  <a:pt x="1324" y="623"/>
                </a:lnTo>
                <a:cubicBezTo>
                  <a:pt x="1311" y="583"/>
                  <a:pt x="1298" y="543"/>
                  <a:pt x="1284" y="504"/>
                </a:cubicBezTo>
                <a:cubicBezTo>
                  <a:pt x="1271" y="464"/>
                  <a:pt x="1271" y="437"/>
                  <a:pt x="1271" y="424"/>
                </a:cubicBezTo>
                <a:cubicBezTo>
                  <a:pt x="1271" y="385"/>
                  <a:pt x="1284" y="358"/>
                  <a:pt x="1298" y="358"/>
                </a:cubicBezTo>
                <a:cubicBezTo>
                  <a:pt x="1311" y="345"/>
                  <a:pt x="1324" y="345"/>
                  <a:pt x="1351" y="345"/>
                </a:cubicBezTo>
                <a:cubicBezTo>
                  <a:pt x="1430" y="345"/>
                  <a:pt x="1483" y="332"/>
                  <a:pt x="1509" y="292"/>
                </a:cubicBezTo>
                <a:cubicBezTo>
                  <a:pt x="1549" y="252"/>
                  <a:pt x="1562" y="212"/>
                  <a:pt x="1562" y="160"/>
                </a:cubicBezTo>
                <a:cubicBezTo>
                  <a:pt x="1562" y="120"/>
                  <a:pt x="1536" y="80"/>
                  <a:pt x="1509" y="54"/>
                </a:cubicBezTo>
                <a:cubicBezTo>
                  <a:pt x="1483" y="14"/>
                  <a:pt x="1417" y="1"/>
                  <a:pt x="1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4"/>
          <p:cNvSpPr/>
          <p:nvPr/>
        </p:nvSpPr>
        <p:spPr>
          <a:xfrm>
            <a:off x="359038" y="3404046"/>
            <a:ext cx="162405" cy="141179"/>
          </a:xfrm>
          <a:custGeom>
            <a:rect b="b" l="l" r="r" t="t"/>
            <a:pathLst>
              <a:path extrusionOk="0" h="2900" w="3336">
                <a:moveTo>
                  <a:pt x="477" y="1"/>
                </a:moveTo>
                <a:cubicBezTo>
                  <a:pt x="278" y="1"/>
                  <a:pt x="146" y="14"/>
                  <a:pt x="93" y="40"/>
                </a:cubicBezTo>
                <a:cubicBezTo>
                  <a:pt x="27" y="67"/>
                  <a:pt x="0" y="107"/>
                  <a:pt x="0" y="173"/>
                </a:cubicBezTo>
                <a:cubicBezTo>
                  <a:pt x="0" y="239"/>
                  <a:pt x="27" y="279"/>
                  <a:pt x="80" y="305"/>
                </a:cubicBezTo>
                <a:cubicBezTo>
                  <a:pt x="146" y="332"/>
                  <a:pt x="239" y="345"/>
                  <a:pt x="358" y="345"/>
                </a:cubicBezTo>
                <a:cubicBezTo>
                  <a:pt x="450" y="358"/>
                  <a:pt x="517" y="371"/>
                  <a:pt x="569" y="398"/>
                </a:cubicBezTo>
                <a:cubicBezTo>
                  <a:pt x="609" y="424"/>
                  <a:pt x="675" y="477"/>
                  <a:pt x="742" y="570"/>
                </a:cubicBezTo>
                <a:lnTo>
                  <a:pt x="1364" y="1457"/>
                </a:lnTo>
                <a:lnTo>
                  <a:pt x="1271" y="1576"/>
                </a:lnTo>
                <a:lnTo>
                  <a:pt x="1178" y="1695"/>
                </a:lnTo>
                <a:lnTo>
                  <a:pt x="1033" y="1893"/>
                </a:lnTo>
                <a:cubicBezTo>
                  <a:pt x="967" y="1973"/>
                  <a:pt x="887" y="2092"/>
                  <a:pt x="781" y="2238"/>
                </a:cubicBezTo>
                <a:cubicBezTo>
                  <a:pt x="742" y="2277"/>
                  <a:pt x="702" y="2304"/>
                  <a:pt x="662" y="2330"/>
                </a:cubicBezTo>
                <a:cubicBezTo>
                  <a:pt x="622" y="2343"/>
                  <a:pt x="569" y="2357"/>
                  <a:pt x="517" y="2370"/>
                </a:cubicBezTo>
                <a:cubicBezTo>
                  <a:pt x="424" y="2370"/>
                  <a:pt x="344" y="2396"/>
                  <a:pt x="265" y="2423"/>
                </a:cubicBezTo>
                <a:cubicBezTo>
                  <a:pt x="186" y="2436"/>
                  <a:pt x="133" y="2489"/>
                  <a:pt x="133" y="2555"/>
                </a:cubicBezTo>
                <a:cubicBezTo>
                  <a:pt x="133" y="2595"/>
                  <a:pt x="146" y="2621"/>
                  <a:pt x="159" y="2648"/>
                </a:cubicBezTo>
                <a:cubicBezTo>
                  <a:pt x="186" y="2674"/>
                  <a:pt x="212" y="2688"/>
                  <a:pt x="225" y="2701"/>
                </a:cubicBezTo>
                <a:cubicBezTo>
                  <a:pt x="265" y="2714"/>
                  <a:pt x="292" y="2727"/>
                  <a:pt x="318" y="2727"/>
                </a:cubicBezTo>
                <a:lnTo>
                  <a:pt x="609" y="2727"/>
                </a:lnTo>
                <a:cubicBezTo>
                  <a:pt x="702" y="2727"/>
                  <a:pt x="794" y="2714"/>
                  <a:pt x="874" y="2714"/>
                </a:cubicBezTo>
                <a:cubicBezTo>
                  <a:pt x="927" y="2714"/>
                  <a:pt x="967" y="2727"/>
                  <a:pt x="1006" y="2727"/>
                </a:cubicBezTo>
                <a:lnTo>
                  <a:pt x="1337" y="2727"/>
                </a:lnTo>
                <a:cubicBezTo>
                  <a:pt x="1390" y="2727"/>
                  <a:pt x="1443" y="2727"/>
                  <a:pt x="1509" y="2701"/>
                </a:cubicBezTo>
                <a:cubicBezTo>
                  <a:pt x="1562" y="2688"/>
                  <a:pt x="1602" y="2635"/>
                  <a:pt x="1602" y="2568"/>
                </a:cubicBezTo>
                <a:cubicBezTo>
                  <a:pt x="1602" y="2542"/>
                  <a:pt x="1575" y="2515"/>
                  <a:pt x="1549" y="2476"/>
                </a:cubicBezTo>
                <a:cubicBezTo>
                  <a:pt x="1509" y="2436"/>
                  <a:pt x="1430" y="2410"/>
                  <a:pt x="1311" y="2410"/>
                </a:cubicBezTo>
                <a:cubicBezTo>
                  <a:pt x="1258" y="2410"/>
                  <a:pt x="1218" y="2410"/>
                  <a:pt x="1205" y="2396"/>
                </a:cubicBezTo>
                <a:cubicBezTo>
                  <a:pt x="1205" y="2383"/>
                  <a:pt x="1192" y="2370"/>
                  <a:pt x="1192" y="2343"/>
                </a:cubicBezTo>
                <a:cubicBezTo>
                  <a:pt x="1192" y="2330"/>
                  <a:pt x="1205" y="2304"/>
                  <a:pt x="1244" y="2251"/>
                </a:cubicBezTo>
                <a:cubicBezTo>
                  <a:pt x="1271" y="2211"/>
                  <a:pt x="1297" y="2171"/>
                  <a:pt x="1324" y="2145"/>
                </a:cubicBezTo>
                <a:cubicBezTo>
                  <a:pt x="1364" y="2092"/>
                  <a:pt x="1403" y="2039"/>
                  <a:pt x="1443" y="1986"/>
                </a:cubicBezTo>
                <a:cubicBezTo>
                  <a:pt x="1483" y="1933"/>
                  <a:pt x="1536" y="1867"/>
                  <a:pt x="1602" y="1774"/>
                </a:cubicBezTo>
                <a:cubicBezTo>
                  <a:pt x="1655" y="1840"/>
                  <a:pt x="1708" y="1907"/>
                  <a:pt x="1761" y="1986"/>
                </a:cubicBezTo>
                <a:cubicBezTo>
                  <a:pt x="1827" y="2065"/>
                  <a:pt x="1867" y="2132"/>
                  <a:pt x="1919" y="2198"/>
                </a:cubicBezTo>
                <a:cubicBezTo>
                  <a:pt x="1959" y="2264"/>
                  <a:pt x="1999" y="2330"/>
                  <a:pt x="2025" y="2383"/>
                </a:cubicBezTo>
                <a:cubicBezTo>
                  <a:pt x="2065" y="2423"/>
                  <a:pt x="2078" y="2463"/>
                  <a:pt x="2078" y="2476"/>
                </a:cubicBezTo>
                <a:cubicBezTo>
                  <a:pt x="2078" y="2515"/>
                  <a:pt x="2065" y="2542"/>
                  <a:pt x="2052" y="2542"/>
                </a:cubicBezTo>
                <a:lnTo>
                  <a:pt x="1972" y="2568"/>
                </a:lnTo>
                <a:cubicBezTo>
                  <a:pt x="1933" y="2568"/>
                  <a:pt x="1906" y="2595"/>
                  <a:pt x="1893" y="2635"/>
                </a:cubicBezTo>
                <a:cubicBezTo>
                  <a:pt x="1880" y="2661"/>
                  <a:pt x="1880" y="2701"/>
                  <a:pt x="1880" y="2714"/>
                </a:cubicBezTo>
                <a:cubicBezTo>
                  <a:pt x="1880" y="2754"/>
                  <a:pt x="1893" y="2793"/>
                  <a:pt x="1933" y="2833"/>
                </a:cubicBezTo>
                <a:cubicBezTo>
                  <a:pt x="1986" y="2886"/>
                  <a:pt x="2052" y="2899"/>
                  <a:pt x="2158" y="2899"/>
                </a:cubicBezTo>
                <a:lnTo>
                  <a:pt x="3071" y="2899"/>
                </a:lnTo>
                <a:cubicBezTo>
                  <a:pt x="3124" y="2899"/>
                  <a:pt x="3190" y="2899"/>
                  <a:pt x="3243" y="2886"/>
                </a:cubicBezTo>
                <a:cubicBezTo>
                  <a:pt x="3296" y="2873"/>
                  <a:pt x="3336" y="2820"/>
                  <a:pt x="3336" y="2740"/>
                </a:cubicBezTo>
                <a:cubicBezTo>
                  <a:pt x="3336" y="2688"/>
                  <a:pt x="3309" y="2648"/>
                  <a:pt x="3256" y="2635"/>
                </a:cubicBezTo>
                <a:cubicBezTo>
                  <a:pt x="3217" y="2608"/>
                  <a:pt x="3150" y="2595"/>
                  <a:pt x="3084" y="2595"/>
                </a:cubicBezTo>
                <a:cubicBezTo>
                  <a:pt x="3018" y="2582"/>
                  <a:pt x="2952" y="2582"/>
                  <a:pt x="2899" y="2582"/>
                </a:cubicBezTo>
                <a:cubicBezTo>
                  <a:pt x="2846" y="2568"/>
                  <a:pt x="2793" y="2555"/>
                  <a:pt x="2727" y="2529"/>
                </a:cubicBezTo>
                <a:cubicBezTo>
                  <a:pt x="2700" y="2529"/>
                  <a:pt x="2674" y="2502"/>
                  <a:pt x="2634" y="2476"/>
                </a:cubicBezTo>
                <a:cubicBezTo>
                  <a:pt x="2594" y="2449"/>
                  <a:pt x="2555" y="2396"/>
                  <a:pt x="2489" y="2317"/>
                </a:cubicBezTo>
                <a:cubicBezTo>
                  <a:pt x="2422" y="2238"/>
                  <a:pt x="2330" y="2132"/>
                  <a:pt x="2237" y="1986"/>
                </a:cubicBezTo>
                <a:cubicBezTo>
                  <a:pt x="2131" y="1854"/>
                  <a:pt x="1999" y="1668"/>
                  <a:pt x="1840" y="1443"/>
                </a:cubicBezTo>
                <a:cubicBezTo>
                  <a:pt x="1919" y="1324"/>
                  <a:pt x="1999" y="1218"/>
                  <a:pt x="2065" y="1113"/>
                </a:cubicBezTo>
                <a:cubicBezTo>
                  <a:pt x="2144" y="993"/>
                  <a:pt x="2224" y="888"/>
                  <a:pt x="2330" y="768"/>
                </a:cubicBezTo>
                <a:cubicBezTo>
                  <a:pt x="2396" y="676"/>
                  <a:pt x="2475" y="623"/>
                  <a:pt x="2542" y="596"/>
                </a:cubicBezTo>
                <a:cubicBezTo>
                  <a:pt x="2581" y="583"/>
                  <a:pt x="2661" y="570"/>
                  <a:pt x="2753" y="570"/>
                </a:cubicBezTo>
                <a:cubicBezTo>
                  <a:pt x="2859" y="557"/>
                  <a:pt x="2992" y="557"/>
                  <a:pt x="3177" y="557"/>
                </a:cubicBezTo>
                <a:cubicBezTo>
                  <a:pt x="3217" y="557"/>
                  <a:pt x="3243" y="543"/>
                  <a:pt x="3269" y="504"/>
                </a:cubicBezTo>
                <a:cubicBezTo>
                  <a:pt x="3296" y="477"/>
                  <a:pt x="3309" y="438"/>
                  <a:pt x="3309" y="411"/>
                </a:cubicBezTo>
                <a:cubicBezTo>
                  <a:pt x="3309" y="279"/>
                  <a:pt x="3256" y="226"/>
                  <a:pt x="3164" y="226"/>
                </a:cubicBezTo>
                <a:lnTo>
                  <a:pt x="2025" y="226"/>
                </a:lnTo>
                <a:cubicBezTo>
                  <a:pt x="1946" y="226"/>
                  <a:pt x="1880" y="239"/>
                  <a:pt x="1827" y="265"/>
                </a:cubicBezTo>
                <a:cubicBezTo>
                  <a:pt x="1787" y="292"/>
                  <a:pt x="1761" y="332"/>
                  <a:pt x="1761" y="398"/>
                </a:cubicBezTo>
                <a:cubicBezTo>
                  <a:pt x="1761" y="451"/>
                  <a:pt x="1774" y="490"/>
                  <a:pt x="1800" y="504"/>
                </a:cubicBezTo>
                <a:cubicBezTo>
                  <a:pt x="1840" y="530"/>
                  <a:pt x="1867" y="543"/>
                  <a:pt x="1880" y="557"/>
                </a:cubicBezTo>
                <a:cubicBezTo>
                  <a:pt x="1906" y="570"/>
                  <a:pt x="1919" y="583"/>
                  <a:pt x="1919" y="583"/>
                </a:cubicBezTo>
                <a:cubicBezTo>
                  <a:pt x="1919" y="610"/>
                  <a:pt x="1906" y="649"/>
                  <a:pt x="1867" y="702"/>
                </a:cubicBezTo>
                <a:cubicBezTo>
                  <a:pt x="1840" y="755"/>
                  <a:pt x="1800" y="808"/>
                  <a:pt x="1747" y="888"/>
                </a:cubicBezTo>
                <a:lnTo>
                  <a:pt x="1602" y="1126"/>
                </a:lnTo>
                <a:cubicBezTo>
                  <a:pt x="1536" y="1033"/>
                  <a:pt x="1469" y="954"/>
                  <a:pt x="1417" y="874"/>
                </a:cubicBezTo>
                <a:cubicBezTo>
                  <a:pt x="1364" y="795"/>
                  <a:pt x="1311" y="715"/>
                  <a:pt x="1271" y="663"/>
                </a:cubicBezTo>
                <a:cubicBezTo>
                  <a:pt x="1231" y="596"/>
                  <a:pt x="1192" y="543"/>
                  <a:pt x="1165" y="504"/>
                </a:cubicBezTo>
                <a:cubicBezTo>
                  <a:pt x="1152" y="464"/>
                  <a:pt x="1139" y="424"/>
                  <a:pt x="1139" y="411"/>
                </a:cubicBezTo>
                <a:cubicBezTo>
                  <a:pt x="1139" y="385"/>
                  <a:pt x="1152" y="371"/>
                  <a:pt x="1178" y="371"/>
                </a:cubicBezTo>
                <a:cubicBezTo>
                  <a:pt x="1218" y="358"/>
                  <a:pt x="1271" y="358"/>
                  <a:pt x="1324" y="358"/>
                </a:cubicBezTo>
                <a:cubicBezTo>
                  <a:pt x="1390" y="358"/>
                  <a:pt x="1443" y="345"/>
                  <a:pt x="1469" y="305"/>
                </a:cubicBezTo>
                <a:cubicBezTo>
                  <a:pt x="1509" y="265"/>
                  <a:pt x="1522" y="226"/>
                  <a:pt x="1522" y="199"/>
                </a:cubicBezTo>
                <a:cubicBezTo>
                  <a:pt x="1522" y="173"/>
                  <a:pt x="1522" y="146"/>
                  <a:pt x="1522" y="133"/>
                </a:cubicBezTo>
                <a:cubicBezTo>
                  <a:pt x="1522" y="107"/>
                  <a:pt x="1509" y="80"/>
                  <a:pt x="1483" y="67"/>
                </a:cubicBezTo>
                <a:cubicBezTo>
                  <a:pt x="1456" y="40"/>
                  <a:pt x="1430" y="27"/>
                  <a:pt x="1377" y="14"/>
                </a:cubicBezTo>
                <a:cubicBezTo>
                  <a:pt x="1337" y="1"/>
                  <a:pt x="1271" y="1"/>
                  <a:pt x="11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7485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FFEC9D"/>
              </a:buClr>
              <a:buSzPts val="2800"/>
              <a:buFont typeface="Life Savers"/>
              <a:buNone/>
              <a:defRPr b="1" sz="2800">
                <a:solidFill>
                  <a:srgbClr val="FFEC9D"/>
                </a:solidFill>
                <a:latin typeface="Life Savers"/>
                <a:ea typeface="Life Savers"/>
                <a:cs typeface="Life Savers"/>
                <a:sym typeface="Life Saver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Mukta"/>
              <a:buChar char="●"/>
              <a:defRPr sz="1800">
                <a:solidFill>
                  <a:schemeClr val="lt1"/>
                </a:solidFill>
                <a:latin typeface="Mukta"/>
                <a:ea typeface="Mukta"/>
                <a:cs typeface="Mukta"/>
                <a:sym typeface="Mukta"/>
              </a:defRPr>
            </a:lvl1pPr>
            <a:lvl2pPr indent="-317500" lvl="1" marL="9144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2pPr>
            <a:lvl3pPr indent="-317500" lvl="2" marL="13716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3pPr>
            <a:lvl4pPr indent="-317500" lvl="3" marL="18288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4pPr>
            <a:lvl5pPr indent="-317500" lvl="4" marL="22860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5pPr>
            <a:lvl6pPr indent="-317500" lvl="5" marL="27432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6pPr>
            <a:lvl7pPr indent="-317500" lvl="6" marL="32004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7pPr>
            <a:lvl8pPr indent="-317500" lvl="7" marL="3657600">
              <a:lnSpc>
                <a:spcPct val="115000"/>
              </a:lnSpc>
              <a:spcBef>
                <a:spcPts val="1600"/>
              </a:spcBef>
              <a:spcAft>
                <a:spcPts val="0"/>
              </a:spcAft>
              <a:buClr>
                <a:schemeClr val="lt1"/>
              </a:buClr>
              <a:buSzPts val="1400"/>
              <a:buFont typeface="Mukta"/>
              <a:buChar char="○"/>
              <a:defRPr>
                <a:solidFill>
                  <a:schemeClr val="lt1"/>
                </a:solidFill>
                <a:latin typeface="Mukta"/>
                <a:ea typeface="Mukta"/>
                <a:cs typeface="Mukta"/>
                <a:sym typeface="Mukta"/>
              </a:defRPr>
            </a:lvl8pPr>
            <a:lvl9pPr indent="-317500" lvl="8" marL="4114800">
              <a:lnSpc>
                <a:spcPct val="115000"/>
              </a:lnSpc>
              <a:spcBef>
                <a:spcPts val="1600"/>
              </a:spcBef>
              <a:spcAft>
                <a:spcPts val="1600"/>
              </a:spcAft>
              <a:buClr>
                <a:schemeClr val="lt1"/>
              </a:buClr>
              <a:buSzPts val="1400"/>
              <a:buFont typeface="Mukta"/>
              <a:buChar char="■"/>
              <a:defRPr>
                <a:solidFill>
                  <a:schemeClr val="lt1"/>
                </a:solidFill>
                <a:latin typeface="Mukta"/>
                <a:ea typeface="Mukta"/>
                <a:cs typeface="Mukta"/>
                <a:sym typeface="Mukt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85A"/>
        </a:solidFill>
      </p:bgPr>
    </p:bg>
    <p:spTree>
      <p:nvGrpSpPr>
        <p:cNvPr id="433" name="Shape 433"/>
        <p:cNvGrpSpPr/>
        <p:nvPr/>
      </p:nvGrpSpPr>
      <p:grpSpPr>
        <a:xfrm>
          <a:off x="0" y="0"/>
          <a:ext cx="0" cy="0"/>
          <a:chOff x="0" y="0"/>
          <a:chExt cx="0" cy="0"/>
        </a:xfrm>
      </p:grpSpPr>
      <p:sp>
        <p:nvSpPr>
          <p:cNvPr id="434" name="Google Shape;434;p25"/>
          <p:cNvSpPr/>
          <p:nvPr/>
        </p:nvSpPr>
        <p:spPr>
          <a:xfrm>
            <a:off x="1295110" y="3515306"/>
            <a:ext cx="96051" cy="96051"/>
          </a:xfrm>
          <a:custGeom>
            <a:rect b="b" l="l" r="r" t="t"/>
            <a:pathLst>
              <a:path extrusionOk="0" h="1973" w="1973">
                <a:moveTo>
                  <a:pt x="980" y="0"/>
                </a:moveTo>
                <a:cubicBezTo>
                  <a:pt x="927" y="0"/>
                  <a:pt x="874" y="14"/>
                  <a:pt x="834" y="53"/>
                </a:cubicBezTo>
                <a:cubicBezTo>
                  <a:pt x="807" y="93"/>
                  <a:pt x="781" y="133"/>
                  <a:pt x="781" y="186"/>
                </a:cubicBezTo>
                <a:cubicBezTo>
                  <a:pt x="781" y="252"/>
                  <a:pt x="781" y="331"/>
                  <a:pt x="794" y="450"/>
                </a:cubicBezTo>
                <a:cubicBezTo>
                  <a:pt x="794" y="543"/>
                  <a:pt x="807" y="662"/>
                  <a:pt x="807" y="808"/>
                </a:cubicBezTo>
                <a:lnTo>
                  <a:pt x="159" y="808"/>
                </a:lnTo>
                <a:cubicBezTo>
                  <a:pt x="132" y="808"/>
                  <a:pt x="93" y="821"/>
                  <a:pt x="53" y="848"/>
                </a:cubicBezTo>
                <a:cubicBezTo>
                  <a:pt x="13" y="887"/>
                  <a:pt x="0" y="927"/>
                  <a:pt x="0" y="1006"/>
                </a:cubicBezTo>
                <a:cubicBezTo>
                  <a:pt x="0" y="1073"/>
                  <a:pt x="13" y="1125"/>
                  <a:pt x="53" y="1152"/>
                </a:cubicBezTo>
                <a:cubicBezTo>
                  <a:pt x="93" y="1178"/>
                  <a:pt x="132" y="1192"/>
                  <a:pt x="159" y="1192"/>
                </a:cubicBezTo>
                <a:lnTo>
                  <a:pt x="424" y="1192"/>
                </a:lnTo>
                <a:cubicBezTo>
                  <a:pt x="530" y="1192"/>
                  <a:pt x="662" y="1178"/>
                  <a:pt x="794" y="1178"/>
                </a:cubicBezTo>
                <a:cubicBezTo>
                  <a:pt x="781" y="1284"/>
                  <a:pt x="781" y="1403"/>
                  <a:pt x="781" y="1536"/>
                </a:cubicBezTo>
                <a:cubicBezTo>
                  <a:pt x="768" y="1655"/>
                  <a:pt x="768" y="1748"/>
                  <a:pt x="768" y="1814"/>
                </a:cubicBezTo>
                <a:cubicBezTo>
                  <a:pt x="768" y="1853"/>
                  <a:pt x="794" y="1880"/>
                  <a:pt x="821" y="1920"/>
                </a:cubicBezTo>
                <a:cubicBezTo>
                  <a:pt x="860" y="1959"/>
                  <a:pt x="900" y="1973"/>
                  <a:pt x="980" y="1973"/>
                </a:cubicBezTo>
                <a:cubicBezTo>
                  <a:pt x="1046" y="1973"/>
                  <a:pt x="1099" y="1959"/>
                  <a:pt x="1138" y="1920"/>
                </a:cubicBezTo>
                <a:cubicBezTo>
                  <a:pt x="1178" y="1880"/>
                  <a:pt x="1191" y="1840"/>
                  <a:pt x="1191" y="1814"/>
                </a:cubicBezTo>
                <a:lnTo>
                  <a:pt x="1191" y="1178"/>
                </a:lnTo>
                <a:lnTo>
                  <a:pt x="1800" y="1178"/>
                </a:lnTo>
                <a:cubicBezTo>
                  <a:pt x="1840" y="1178"/>
                  <a:pt x="1880" y="1165"/>
                  <a:pt x="1919" y="1125"/>
                </a:cubicBezTo>
                <a:cubicBezTo>
                  <a:pt x="1959" y="1099"/>
                  <a:pt x="1972" y="1033"/>
                  <a:pt x="1972" y="967"/>
                </a:cubicBezTo>
                <a:cubicBezTo>
                  <a:pt x="1972" y="900"/>
                  <a:pt x="1959" y="848"/>
                  <a:pt x="1932" y="821"/>
                </a:cubicBezTo>
                <a:cubicBezTo>
                  <a:pt x="1906" y="781"/>
                  <a:pt x="1880" y="768"/>
                  <a:pt x="1840" y="768"/>
                </a:cubicBezTo>
                <a:cubicBezTo>
                  <a:pt x="1760" y="768"/>
                  <a:pt x="1668" y="781"/>
                  <a:pt x="1562" y="795"/>
                </a:cubicBezTo>
                <a:cubicBezTo>
                  <a:pt x="1443" y="795"/>
                  <a:pt x="1324" y="808"/>
                  <a:pt x="1191" y="808"/>
                </a:cubicBezTo>
                <a:lnTo>
                  <a:pt x="1191" y="450"/>
                </a:lnTo>
                <a:cubicBezTo>
                  <a:pt x="1191" y="345"/>
                  <a:pt x="1191" y="252"/>
                  <a:pt x="1191" y="186"/>
                </a:cubicBezTo>
                <a:cubicBezTo>
                  <a:pt x="1191" y="133"/>
                  <a:pt x="1178" y="93"/>
                  <a:pt x="1138" y="53"/>
                </a:cubicBezTo>
                <a:cubicBezTo>
                  <a:pt x="1099" y="14"/>
                  <a:pt x="1046" y="0"/>
                  <a:pt x="980" y="0"/>
                </a:cubicBezTo>
                <a:close/>
              </a:path>
            </a:pathLst>
          </a:custGeom>
          <a:solidFill>
            <a:srgbClr val="F6E5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5"/>
          <p:cNvSpPr/>
          <p:nvPr/>
        </p:nvSpPr>
        <p:spPr>
          <a:xfrm>
            <a:off x="2455953" y="1284249"/>
            <a:ext cx="46150" cy="55"/>
          </a:xfrm>
          <a:custGeom>
            <a:rect b="b" l="l" r="r" t="t"/>
            <a:pathLst>
              <a:path extrusionOk="0" h="1" w="835">
                <a:moveTo>
                  <a:pt x="1" y="0"/>
                </a:moveTo>
                <a:lnTo>
                  <a:pt x="834" y="0"/>
                </a:lnTo>
                <a:lnTo>
                  <a:pt x="834" y="0"/>
                </a:lnTo>
                <a:close/>
              </a:path>
            </a:pathLst>
          </a:custGeom>
          <a:solidFill>
            <a:srgbClr val="F9CF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5"/>
          <p:cNvSpPr/>
          <p:nvPr/>
        </p:nvSpPr>
        <p:spPr>
          <a:xfrm>
            <a:off x="2502049" y="1284249"/>
            <a:ext cx="15420" cy="55"/>
          </a:xfrm>
          <a:custGeom>
            <a:rect b="b" l="l" r="r" t="t"/>
            <a:pathLst>
              <a:path extrusionOk="0" h="1" w="279">
                <a:moveTo>
                  <a:pt x="0" y="0"/>
                </a:moveTo>
                <a:lnTo>
                  <a:pt x="278" y="0"/>
                </a:lnTo>
                <a:lnTo>
                  <a:pt x="278" y="0"/>
                </a:lnTo>
                <a:close/>
              </a:path>
            </a:pathLst>
          </a:custGeom>
          <a:solidFill>
            <a:srgbClr val="FFD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5"/>
          <p:cNvSpPr/>
          <p:nvPr/>
        </p:nvSpPr>
        <p:spPr>
          <a:xfrm>
            <a:off x="2139201" y="1284249"/>
            <a:ext cx="57868" cy="55"/>
          </a:xfrm>
          <a:custGeom>
            <a:rect b="b" l="l" r="r" t="t"/>
            <a:pathLst>
              <a:path extrusionOk="0" h="1" w="1047">
                <a:moveTo>
                  <a:pt x="1" y="0"/>
                </a:moveTo>
                <a:lnTo>
                  <a:pt x="1046" y="0"/>
                </a:lnTo>
                <a:lnTo>
                  <a:pt x="1046" y="0"/>
                </a:lnTo>
                <a:close/>
              </a:path>
            </a:pathLst>
          </a:custGeom>
          <a:solidFill>
            <a:srgbClr val="F9CF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5"/>
          <p:cNvSpPr/>
          <p:nvPr/>
        </p:nvSpPr>
        <p:spPr>
          <a:xfrm>
            <a:off x="2382831" y="1982088"/>
            <a:ext cx="2929" cy="11773"/>
          </a:xfrm>
          <a:custGeom>
            <a:rect b="b" l="l" r="r" t="t"/>
            <a:pathLst>
              <a:path extrusionOk="0" h="213" w="53">
                <a:moveTo>
                  <a:pt x="53" y="1"/>
                </a:moveTo>
                <a:cubicBezTo>
                  <a:pt x="53" y="1"/>
                  <a:pt x="0" y="54"/>
                  <a:pt x="0" y="107"/>
                </a:cubicBezTo>
                <a:cubicBezTo>
                  <a:pt x="0" y="160"/>
                  <a:pt x="53" y="213"/>
                  <a:pt x="53" y="213"/>
                </a:cubicBezTo>
                <a:lnTo>
                  <a:pt x="53" y="160"/>
                </a:lnTo>
                <a:lnTo>
                  <a:pt x="53" y="1"/>
                </a:ln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txBox="1"/>
          <p:nvPr>
            <p:ph type="ctrTitle"/>
          </p:nvPr>
        </p:nvSpPr>
        <p:spPr>
          <a:xfrm>
            <a:off x="2485950" y="112600"/>
            <a:ext cx="4172100" cy="272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lt2"/>
                </a:solidFill>
              </a:rPr>
              <a:t>Statistique </a:t>
            </a:r>
            <a:endParaRPr>
              <a:solidFill>
                <a:schemeClr val="lt2"/>
              </a:solidFill>
            </a:endParaRPr>
          </a:p>
          <a:p>
            <a:pPr indent="0" lvl="0" marL="0" rtl="0" algn="ctr">
              <a:spcBef>
                <a:spcPts val="0"/>
              </a:spcBef>
              <a:spcAft>
                <a:spcPts val="0"/>
              </a:spcAft>
              <a:buNone/>
            </a:pPr>
            <a:r>
              <a:rPr lang="en">
                <a:solidFill>
                  <a:schemeClr val="lt2"/>
                </a:solidFill>
              </a:rPr>
              <a:t>Descriptive</a:t>
            </a:r>
            <a:endParaRPr>
              <a:solidFill>
                <a:schemeClr val="lt2"/>
              </a:solidFill>
            </a:endParaRPr>
          </a:p>
        </p:txBody>
      </p:sp>
      <p:sp>
        <p:nvSpPr>
          <p:cNvPr id="440" name="Google Shape;440;p25"/>
          <p:cNvSpPr txBox="1"/>
          <p:nvPr>
            <p:ph idx="1" type="subTitle"/>
          </p:nvPr>
        </p:nvSpPr>
        <p:spPr>
          <a:xfrm>
            <a:off x="2905900" y="3139750"/>
            <a:ext cx="31242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a:t>
            </a:r>
            <a:endParaRPr/>
          </a:p>
          <a:p>
            <a:pPr indent="0" lvl="0" marL="0" rtl="0" algn="ctr">
              <a:spcBef>
                <a:spcPts val="0"/>
              </a:spcBef>
              <a:spcAft>
                <a:spcPts val="0"/>
              </a:spcAft>
              <a:buNone/>
            </a:pPr>
            <a:r>
              <a:rPr lang="en"/>
              <a:t>Mahamadou KABA</a:t>
            </a:r>
            <a:endParaRPr/>
          </a:p>
        </p:txBody>
      </p:sp>
      <p:sp>
        <p:nvSpPr>
          <p:cNvPr id="441" name="Google Shape;441;p25"/>
          <p:cNvSpPr/>
          <p:nvPr/>
        </p:nvSpPr>
        <p:spPr>
          <a:xfrm>
            <a:off x="6428668" y="3109374"/>
            <a:ext cx="55" cy="3703"/>
          </a:xfrm>
          <a:custGeom>
            <a:rect b="b" l="l" r="r" t="t"/>
            <a:pathLst>
              <a:path extrusionOk="0" h="67" w="1">
                <a:moveTo>
                  <a:pt x="1" y="66"/>
                </a:moveTo>
                <a:lnTo>
                  <a:pt x="1" y="66"/>
                </a:lnTo>
                <a:lnTo>
                  <a:pt x="1" y="0"/>
                </a:lnTo>
                <a:lnTo>
                  <a:pt x="1" y="0"/>
                </a:lnTo>
                <a:close/>
              </a:path>
            </a:pathLst>
          </a:custGeom>
          <a:solidFill>
            <a:srgbClr val="FFD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3944447" y="5047859"/>
            <a:ext cx="210026" cy="3703"/>
          </a:xfrm>
          <a:custGeom>
            <a:rect b="b" l="l" r="r" t="t"/>
            <a:pathLst>
              <a:path extrusionOk="0" h="67" w="3800">
                <a:moveTo>
                  <a:pt x="1" y="1"/>
                </a:moveTo>
                <a:lnTo>
                  <a:pt x="1" y="67"/>
                </a:lnTo>
                <a:lnTo>
                  <a:pt x="3799" y="67"/>
                </a:lnTo>
                <a:lnTo>
                  <a:pt x="3799" y="1"/>
                </a:lnTo>
                <a:close/>
              </a:path>
            </a:pathLst>
          </a:custGeom>
          <a:solidFill>
            <a:srgbClr val="CDAC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25"/>
          <p:cNvGrpSpPr/>
          <p:nvPr/>
        </p:nvGrpSpPr>
        <p:grpSpPr>
          <a:xfrm>
            <a:off x="5574646" y="3076797"/>
            <a:ext cx="2301388" cy="1593766"/>
            <a:chOff x="4799733" y="3457797"/>
            <a:chExt cx="2301388" cy="1593766"/>
          </a:xfrm>
        </p:grpSpPr>
        <p:sp>
          <p:nvSpPr>
            <p:cNvPr id="444" name="Google Shape;444;p25"/>
            <p:cNvSpPr/>
            <p:nvPr/>
          </p:nvSpPr>
          <p:spPr>
            <a:xfrm>
              <a:off x="5512937" y="4441437"/>
              <a:ext cx="134693" cy="122202"/>
            </a:xfrm>
            <a:custGeom>
              <a:rect b="b" l="l" r="r" t="t"/>
              <a:pathLst>
                <a:path extrusionOk="0" h="2211" w="2437">
                  <a:moveTo>
                    <a:pt x="1" y="1"/>
                  </a:moveTo>
                  <a:lnTo>
                    <a:pt x="1" y="715"/>
                  </a:lnTo>
                  <a:lnTo>
                    <a:pt x="1" y="1271"/>
                  </a:lnTo>
                  <a:lnTo>
                    <a:pt x="1" y="2211"/>
                  </a:lnTo>
                  <a:lnTo>
                    <a:pt x="2436" y="1112"/>
                  </a:lnTo>
                  <a:lnTo>
                    <a:pt x="1" y="1"/>
                  </a:ln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5"/>
            <p:cNvSpPr/>
            <p:nvPr/>
          </p:nvSpPr>
          <p:spPr>
            <a:xfrm>
              <a:off x="5671673" y="4450943"/>
              <a:ext cx="91527" cy="79091"/>
            </a:xfrm>
            <a:custGeom>
              <a:rect b="b" l="l" r="r" t="t"/>
              <a:pathLst>
                <a:path extrusionOk="0" h="1431" w="1656">
                  <a:moveTo>
                    <a:pt x="1" y="1"/>
                  </a:moveTo>
                  <a:lnTo>
                    <a:pt x="1" y="1430"/>
                  </a:lnTo>
                  <a:lnTo>
                    <a:pt x="1655" y="1430"/>
                  </a:lnTo>
                  <a:lnTo>
                    <a:pt x="1655" y="1"/>
                  </a:lnTo>
                  <a:close/>
                </a:path>
              </a:pathLst>
            </a:custGeom>
            <a:solidFill>
              <a:srgbClr val="F9CF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5"/>
            <p:cNvSpPr/>
            <p:nvPr/>
          </p:nvSpPr>
          <p:spPr>
            <a:xfrm>
              <a:off x="5670236" y="4448014"/>
              <a:ext cx="92246" cy="80528"/>
            </a:xfrm>
            <a:custGeom>
              <a:rect b="b" l="l" r="r" t="t"/>
              <a:pathLst>
                <a:path extrusionOk="0" h="1457" w="1669">
                  <a:moveTo>
                    <a:pt x="239" y="1"/>
                  </a:moveTo>
                  <a:cubicBezTo>
                    <a:pt x="146" y="1"/>
                    <a:pt x="80" y="14"/>
                    <a:pt x="53" y="27"/>
                  </a:cubicBezTo>
                  <a:cubicBezTo>
                    <a:pt x="14" y="40"/>
                    <a:pt x="0" y="54"/>
                    <a:pt x="0" y="93"/>
                  </a:cubicBezTo>
                  <a:cubicBezTo>
                    <a:pt x="0" y="120"/>
                    <a:pt x="14" y="146"/>
                    <a:pt x="40" y="160"/>
                  </a:cubicBezTo>
                  <a:cubicBezTo>
                    <a:pt x="80" y="173"/>
                    <a:pt x="120" y="173"/>
                    <a:pt x="186" y="173"/>
                  </a:cubicBezTo>
                  <a:cubicBezTo>
                    <a:pt x="225" y="186"/>
                    <a:pt x="265" y="186"/>
                    <a:pt x="292" y="199"/>
                  </a:cubicBezTo>
                  <a:cubicBezTo>
                    <a:pt x="305" y="212"/>
                    <a:pt x="345" y="239"/>
                    <a:pt x="371" y="292"/>
                  </a:cubicBezTo>
                  <a:lnTo>
                    <a:pt x="689" y="729"/>
                  </a:lnTo>
                  <a:lnTo>
                    <a:pt x="636" y="795"/>
                  </a:lnTo>
                  <a:lnTo>
                    <a:pt x="596" y="861"/>
                  </a:lnTo>
                  <a:lnTo>
                    <a:pt x="517" y="954"/>
                  </a:lnTo>
                  <a:cubicBezTo>
                    <a:pt x="490" y="993"/>
                    <a:pt x="450" y="1046"/>
                    <a:pt x="398" y="1126"/>
                  </a:cubicBezTo>
                  <a:cubicBezTo>
                    <a:pt x="371" y="1139"/>
                    <a:pt x="358" y="1152"/>
                    <a:pt x="331" y="1165"/>
                  </a:cubicBezTo>
                  <a:cubicBezTo>
                    <a:pt x="318" y="1179"/>
                    <a:pt x="292" y="1179"/>
                    <a:pt x="265" y="1192"/>
                  </a:cubicBezTo>
                  <a:cubicBezTo>
                    <a:pt x="212" y="1192"/>
                    <a:pt x="173" y="1205"/>
                    <a:pt x="133" y="1218"/>
                  </a:cubicBezTo>
                  <a:cubicBezTo>
                    <a:pt x="93" y="1232"/>
                    <a:pt x="80" y="1245"/>
                    <a:pt x="80" y="1285"/>
                  </a:cubicBezTo>
                  <a:cubicBezTo>
                    <a:pt x="80" y="1298"/>
                    <a:pt x="80" y="1324"/>
                    <a:pt x="80" y="1337"/>
                  </a:cubicBezTo>
                  <a:cubicBezTo>
                    <a:pt x="93" y="1337"/>
                    <a:pt x="106" y="1351"/>
                    <a:pt x="120" y="1351"/>
                  </a:cubicBezTo>
                  <a:cubicBezTo>
                    <a:pt x="133" y="1364"/>
                    <a:pt x="146" y="1364"/>
                    <a:pt x="159" y="1364"/>
                  </a:cubicBezTo>
                  <a:lnTo>
                    <a:pt x="556" y="1364"/>
                  </a:lnTo>
                  <a:cubicBezTo>
                    <a:pt x="570" y="1364"/>
                    <a:pt x="583" y="1377"/>
                    <a:pt x="609" y="1377"/>
                  </a:cubicBezTo>
                  <a:lnTo>
                    <a:pt x="675" y="1377"/>
                  </a:lnTo>
                  <a:cubicBezTo>
                    <a:pt x="702" y="1377"/>
                    <a:pt x="728" y="1364"/>
                    <a:pt x="755" y="1364"/>
                  </a:cubicBezTo>
                  <a:cubicBezTo>
                    <a:pt x="781" y="1351"/>
                    <a:pt x="808" y="1324"/>
                    <a:pt x="808" y="1298"/>
                  </a:cubicBezTo>
                  <a:cubicBezTo>
                    <a:pt x="808" y="1285"/>
                    <a:pt x="795" y="1258"/>
                    <a:pt x="781" y="1245"/>
                  </a:cubicBezTo>
                  <a:cubicBezTo>
                    <a:pt x="768" y="1218"/>
                    <a:pt x="715" y="1218"/>
                    <a:pt x="662" y="1218"/>
                  </a:cubicBezTo>
                  <a:cubicBezTo>
                    <a:pt x="636" y="1218"/>
                    <a:pt x="609" y="1205"/>
                    <a:pt x="609" y="1205"/>
                  </a:cubicBezTo>
                  <a:cubicBezTo>
                    <a:pt x="609" y="1192"/>
                    <a:pt x="596" y="1192"/>
                    <a:pt x="596" y="1179"/>
                  </a:cubicBezTo>
                  <a:cubicBezTo>
                    <a:pt x="596" y="1179"/>
                    <a:pt x="609" y="1152"/>
                    <a:pt x="623" y="1139"/>
                  </a:cubicBezTo>
                  <a:cubicBezTo>
                    <a:pt x="636" y="1112"/>
                    <a:pt x="649" y="1099"/>
                    <a:pt x="662" y="1086"/>
                  </a:cubicBezTo>
                  <a:cubicBezTo>
                    <a:pt x="689" y="1046"/>
                    <a:pt x="702" y="1020"/>
                    <a:pt x="728" y="993"/>
                  </a:cubicBezTo>
                  <a:cubicBezTo>
                    <a:pt x="742" y="980"/>
                    <a:pt x="768" y="940"/>
                    <a:pt x="808" y="887"/>
                  </a:cubicBezTo>
                  <a:cubicBezTo>
                    <a:pt x="834" y="927"/>
                    <a:pt x="861" y="967"/>
                    <a:pt x="887" y="1007"/>
                  </a:cubicBezTo>
                  <a:cubicBezTo>
                    <a:pt x="914" y="1033"/>
                    <a:pt x="940" y="1073"/>
                    <a:pt x="967" y="1112"/>
                  </a:cubicBezTo>
                  <a:cubicBezTo>
                    <a:pt x="980" y="1139"/>
                    <a:pt x="1006" y="1165"/>
                    <a:pt x="1020" y="1192"/>
                  </a:cubicBezTo>
                  <a:cubicBezTo>
                    <a:pt x="1033" y="1218"/>
                    <a:pt x="1046" y="1232"/>
                    <a:pt x="1046" y="1245"/>
                  </a:cubicBezTo>
                  <a:cubicBezTo>
                    <a:pt x="1046" y="1258"/>
                    <a:pt x="1033" y="1271"/>
                    <a:pt x="1033" y="1285"/>
                  </a:cubicBezTo>
                  <a:lnTo>
                    <a:pt x="993" y="1285"/>
                  </a:lnTo>
                  <a:cubicBezTo>
                    <a:pt x="967" y="1298"/>
                    <a:pt x="953" y="1311"/>
                    <a:pt x="953" y="1324"/>
                  </a:cubicBezTo>
                  <a:cubicBezTo>
                    <a:pt x="940" y="1337"/>
                    <a:pt x="940" y="1351"/>
                    <a:pt x="940" y="1364"/>
                  </a:cubicBezTo>
                  <a:cubicBezTo>
                    <a:pt x="940" y="1377"/>
                    <a:pt x="953" y="1404"/>
                    <a:pt x="967" y="1430"/>
                  </a:cubicBezTo>
                  <a:cubicBezTo>
                    <a:pt x="993" y="1443"/>
                    <a:pt x="1033" y="1457"/>
                    <a:pt x="1086" y="1457"/>
                  </a:cubicBezTo>
                  <a:lnTo>
                    <a:pt x="1536" y="1457"/>
                  </a:lnTo>
                  <a:cubicBezTo>
                    <a:pt x="1575" y="1457"/>
                    <a:pt x="1602" y="1457"/>
                    <a:pt x="1628" y="1443"/>
                  </a:cubicBezTo>
                  <a:cubicBezTo>
                    <a:pt x="1655" y="1443"/>
                    <a:pt x="1668" y="1417"/>
                    <a:pt x="1668" y="1377"/>
                  </a:cubicBezTo>
                  <a:cubicBezTo>
                    <a:pt x="1668" y="1351"/>
                    <a:pt x="1655" y="1337"/>
                    <a:pt x="1628" y="1324"/>
                  </a:cubicBezTo>
                  <a:cubicBezTo>
                    <a:pt x="1615" y="1311"/>
                    <a:pt x="1589" y="1298"/>
                    <a:pt x="1549" y="1298"/>
                  </a:cubicBezTo>
                  <a:lnTo>
                    <a:pt x="1456" y="1298"/>
                  </a:lnTo>
                  <a:cubicBezTo>
                    <a:pt x="1430" y="1298"/>
                    <a:pt x="1403" y="1285"/>
                    <a:pt x="1364" y="1271"/>
                  </a:cubicBezTo>
                  <a:cubicBezTo>
                    <a:pt x="1350" y="1271"/>
                    <a:pt x="1337" y="1258"/>
                    <a:pt x="1324" y="1245"/>
                  </a:cubicBezTo>
                  <a:cubicBezTo>
                    <a:pt x="1311" y="1232"/>
                    <a:pt x="1284" y="1205"/>
                    <a:pt x="1245" y="1165"/>
                  </a:cubicBezTo>
                  <a:cubicBezTo>
                    <a:pt x="1218" y="1126"/>
                    <a:pt x="1178" y="1073"/>
                    <a:pt x="1125" y="1007"/>
                  </a:cubicBezTo>
                  <a:cubicBezTo>
                    <a:pt x="1073" y="927"/>
                    <a:pt x="1006" y="835"/>
                    <a:pt x="927" y="729"/>
                  </a:cubicBezTo>
                  <a:cubicBezTo>
                    <a:pt x="967" y="676"/>
                    <a:pt x="1006" y="610"/>
                    <a:pt x="1046" y="557"/>
                  </a:cubicBezTo>
                  <a:cubicBezTo>
                    <a:pt x="1073" y="504"/>
                    <a:pt x="1125" y="451"/>
                    <a:pt x="1165" y="385"/>
                  </a:cubicBezTo>
                  <a:cubicBezTo>
                    <a:pt x="1205" y="345"/>
                    <a:pt x="1245" y="318"/>
                    <a:pt x="1271" y="305"/>
                  </a:cubicBezTo>
                  <a:cubicBezTo>
                    <a:pt x="1298" y="292"/>
                    <a:pt x="1337" y="292"/>
                    <a:pt x="1390" y="292"/>
                  </a:cubicBezTo>
                  <a:cubicBezTo>
                    <a:pt x="1430" y="292"/>
                    <a:pt x="1509" y="279"/>
                    <a:pt x="1589" y="279"/>
                  </a:cubicBezTo>
                  <a:cubicBezTo>
                    <a:pt x="1615" y="279"/>
                    <a:pt x="1628" y="279"/>
                    <a:pt x="1642" y="265"/>
                  </a:cubicBezTo>
                  <a:cubicBezTo>
                    <a:pt x="1655" y="239"/>
                    <a:pt x="1655" y="226"/>
                    <a:pt x="1655" y="212"/>
                  </a:cubicBezTo>
                  <a:cubicBezTo>
                    <a:pt x="1655" y="146"/>
                    <a:pt x="1642" y="120"/>
                    <a:pt x="1589" y="120"/>
                  </a:cubicBezTo>
                  <a:lnTo>
                    <a:pt x="1020" y="120"/>
                  </a:lnTo>
                  <a:cubicBezTo>
                    <a:pt x="980" y="120"/>
                    <a:pt x="953" y="120"/>
                    <a:pt x="927" y="133"/>
                  </a:cubicBezTo>
                  <a:cubicBezTo>
                    <a:pt x="900" y="146"/>
                    <a:pt x="887" y="173"/>
                    <a:pt x="887" y="212"/>
                  </a:cubicBezTo>
                  <a:cubicBezTo>
                    <a:pt x="887" y="226"/>
                    <a:pt x="887" y="252"/>
                    <a:pt x="914" y="265"/>
                  </a:cubicBezTo>
                  <a:cubicBezTo>
                    <a:pt x="927" y="265"/>
                    <a:pt x="940" y="279"/>
                    <a:pt x="953" y="279"/>
                  </a:cubicBezTo>
                  <a:cubicBezTo>
                    <a:pt x="953" y="292"/>
                    <a:pt x="967" y="292"/>
                    <a:pt x="967" y="305"/>
                  </a:cubicBezTo>
                  <a:cubicBezTo>
                    <a:pt x="967" y="305"/>
                    <a:pt x="953" y="332"/>
                    <a:pt x="940" y="358"/>
                  </a:cubicBezTo>
                  <a:cubicBezTo>
                    <a:pt x="927" y="385"/>
                    <a:pt x="900" y="411"/>
                    <a:pt x="874" y="451"/>
                  </a:cubicBezTo>
                  <a:lnTo>
                    <a:pt x="808" y="570"/>
                  </a:lnTo>
                  <a:cubicBezTo>
                    <a:pt x="768" y="517"/>
                    <a:pt x="742" y="477"/>
                    <a:pt x="715" y="437"/>
                  </a:cubicBezTo>
                  <a:cubicBezTo>
                    <a:pt x="689" y="398"/>
                    <a:pt x="662" y="371"/>
                    <a:pt x="636" y="332"/>
                  </a:cubicBezTo>
                  <a:cubicBezTo>
                    <a:pt x="623" y="305"/>
                    <a:pt x="596" y="279"/>
                    <a:pt x="596" y="252"/>
                  </a:cubicBezTo>
                  <a:cubicBezTo>
                    <a:pt x="583" y="239"/>
                    <a:pt x="570" y="226"/>
                    <a:pt x="570" y="212"/>
                  </a:cubicBezTo>
                  <a:cubicBezTo>
                    <a:pt x="570" y="199"/>
                    <a:pt x="583" y="186"/>
                    <a:pt x="596" y="186"/>
                  </a:cubicBezTo>
                  <a:lnTo>
                    <a:pt x="662" y="186"/>
                  </a:lnTo>
                  <a:cubicBezTo>
                    <a:pt x="702" y="186"/>
                    <a:pt x="728" y="173"/>
                    <a:pt x="742" y="160"/>
                  </a:cubicBezTo>
                  <a:cubicBezTo>
                    <a:pt x="755" y="133"/>
                    <a:pt x="768" y="120"/>
                    <a:pt x="768" y="107"/>
                  </a:cubicBezTo>
                  <a:cubicBezTo>
                    <a:pt x="768" y="93"/>
                    <a:pt x="768" y="80"/>
                    <a:pt x="768" y="67"/>
                  </a:cubicBezTo>
                  <a:cubicBezTo>
                    <a:pt x="768" y="54"/>
                    <a:pt x="755" y="40"/>
                    <a:pt x="742" y="40"/>
                  </a:cubicBezTo>
                  <a:cubicBezTo>
                    <a:pt x="728" y="27"/>
                    <a:pt x="715" y="14"/>
                    <a:pt x="689" y="14"/>
                  </a:cubicBezTo>
                  <a:cubicBezTo>
                    <a:pt x="675" y="1"/>
                    <a:pt x="636" y="1"/>
                    <a:pt x="596" y="1"/>
                  </a:cubicBez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5"/>
            <p:cNvSpPr/>
            <p:nvPr/>
          </p:nvSpPr>
          <p:spPr>
            <a:xfrm>
              <a:off x="5668799" y="4448014"/>
              <a:ext cx="100260" cy="84895"/>
            </a:xfrm>
            <a:custGeom>
              <a:rect b="b" l="l" r="r" t="t"/>
              <a:pathLst>
                <a:path extrusionOk="0" h="1536" w="1814">
                  <a:moveTo>
                    <a:pt x="768" y="107"/>
                  </a:moveTo>
                  <a:lnTo>
                    <a:pt x="768" y="160"/>
                  </a:lnTo>
                  <a:lnTo>
                    <a:pt x="662" y="160"/>
                  </a:lnTo>
                  <a:cubicBezTo>
                    <a:pt x="609" y="160"/>
                    <a:pt x="556" y="212"/>
                    <a:pt x="556" y="265"/>
                  </a:cubicBezTo>
                  <a:cubicBezTo>
                    <a:pt x="556" y="265"/>
                    <a:pt x="609" y="265"/>
                    <a:pt x="609" y="332"/>
                  </a:cubicBezTo>
                  <a:cubicBezTo>
                    <a:pt x="609" y="332"/>
                    <a:pt x="609" y="385"/>
                    <a:pt x="662" y="385"/>
                  </a:cubicBezTo>
                  <a:cubicBezTo>
                    <a:pt x="662" y="437"/>
                    <a:pt x="715" y="490"/>
                    <a:pt x="715" y="490"/>
                  </a:cubicBezTo>
                  <a:cubicBezTo>
                    <a:pt x="768" y="543"/>
                    <a:pt x="768" y="596"/>
                    <a:pt x="821" y="662"/>
                  </a:cubicBezTo>
                  <a:lnTo>
                    <a:pt x="887" y="715"/>
                  </a:lnTo>
                  <a:lnTo>
                    <a:pt x="993" y="543"/>
                  </a:lnTo>
                  <a:cubicBezTo>
                    <a:pt x="993" y="490"/>
                    <a:pt x="1046" y="437"/>
                    <a:pt x="1046" y="437"/>
                  </a:cubicBezTo>
                  <a:cubicBezTo>
                    <a:pt x="1046" y="385"/>
                    <a:pt x="1099" y="385"/>
                    <a:pt x="1099" y="332"/>
                  </a:cubicBezTo>
                  <a:cubicBezTo>
                    <a:pt x="1099" y="265"/>
                    <a:pt x="1046" y="265"/>
                    <a:pt x="1046" y="265"/>
                  </a:cubicBezTo>
                  <a:lnTo>
                    <a:pt x="993" y="265"/>
                  </a:lnTo>
                  <a:lnTo>
                    <a:pt x="993" y="212"/>
                  </a:lnTo>
                  <a:lnTo>
                    <a:pt x="1654" y="212"/>
                  </a:lnTo>
                  <a:lnTo>
                    <a:pt x="1654" y="265"/>
                  </a:lnTo>
                  <a:lnTo>
                    <a:pt x="1324" y="265"/>
                  </a:lnTo>
                  <a:cubicBezTo>
                    <a:pt x="1271" y="332"/>
                    <a:pt x="1218" y="332"/>
                    <a:pt x="1218" y="385"/>
                  </a:cubicBezTo>
                  <a:cubicBezTo>
                    <a:pt x="1151" y="437"/>
                    <a:pt x="1099" y="490"/>
                    <a:pt x="1046" y="543"/>
                  </a:cubicBezTo>
                  <a:cubicBezTo>
                    <a:pt x="993" y="596"/>
                    <a:pt x="993" y="662"/>
                    <a:pt x="940" y="715"/>
                  </a:cubicBezTo>
                  <a:lnTo>
                    <a:pt x="940" y="768"/>
                  </a:lnTo>
                  <a:lnTo>
                    <a:pt x="940" y="821"/>
                  </a:lnTo>
                  <a:cubicBezTo>
                    <a:pt x="993" y="927"/>
                    <a:pt x="1099" y="993"/>
                    <a:pt x="1151" y="1099"/>
                  </a:cubicBezTo>
                  <a:cubicBezTo>
                    <a:pt x="1218" y="1152"/>
                    <a:pt x="1218" y="1205"/>
                    <a:pt x="1271" y="1258"/>
                  </a:cubicBezTo>
                  <a:cubicBezTo>
                    <a:pt x="1324" y="1258"/>
                    <a:pt x="1324" y="1324"/>
                    <a:pt x="1324" y="1324"/>
                  </a:cubicBezTo>
                  <a:cubicBezTo>
                    <a:pt x="1376" y="1324"/>
                    <a:pt x="1376" y="1377"/>
                    <a:pt x="1429" y="1377"/>
                  </a:cubicBezTo>
                  <a:lnTo>
                    <a:pt x="1601" y="1377"/>
                  </a:lnTo>
                  <a:cubicBezTo>
                    <a:pt x="1654" y="1377"/>
                    <a:pt x="1654" y="1430"/>
                    <a:pt x="1654" y="1430"/>
                  </a:cubicBezTo>
                  <a:lnTo>
                    <a:pt x="1099" y="1430"/>
                  </a:lnTo>
                  <a:lnTo>
                    <a:pt x="1046" y="1377"/>
                  </a:lnTo>
                  <a:lnTo>
                    <a:pt x="1099" y="1377"/>
                  </a:lnTo>
                  <a:cubicBezTo>
                    <a:pt x="1151" y="1377"/>
                    <a:pt x="1151" y="1324"/>
                    <a:pt x="1151" y="1258"/>
                  </a:cubicBezTo>
                  <a:lnTo>
                    <a:pt x="1151" y="1205"/>
                  </a:lnTo>
                  <a:cubicBezTo>
                    <a:pt x="1099" y="1152"/>
                    <a:pt x="1099" y="1152"/>
                    <a:pt x="1099" y="1099"/>
                  </a:cubicBezTo>
                  <a:cubicBezTo>
                    <a:pt x="1046" y="1099"/>
                    <a:pt x="1046" y="1046"/>
                    <a:pt x="993" y="993"/>
                  </a:cubicBezTo>
                  <a:cubicBezTo>
                    <a:pt x="993" y="993"/>
                    <a:pt x="940" y="927"/>
                    <a:pt x="940" y="874"/>
                  </a:cubicBezTo>
                  <a:lnTo>
                    <a:pt x="887" y="821"/>
                  </a:lnTo>
                  <a:lnTo>
                    <a:pt x="821" y="874"/>
                  </a:lnTo>
                  <a:cubicBezTo>
                    <a:pt x="768" y="927"/>
                    <a:pt x="768" y="993"/>
                    <a:pt x="715" y="993"/>
                  </a:cubicBezTo>
                  <a:cubicBezTo>
                    <a:pt x="715" y="1046"/>
                    <a:pt x="715" y="1046"/>
                    <a:pt x="662" y="1099"/>
                  </a:cubicBezTo>
                  <a:lnTo>
                    <a:pt x="662" y="1152"/>
                  </a:lnTo>
                  <a:cubicBezTo>
                    <a:pt x="609" y="1152"/>
                    <a:pt x="609" y="1152"/>
                    <a:pt x="609" y="1205"/>
                  </a:cubicBezTo>
                  <a:lnTo>
                    <a:pt x="609" y="1258"/>
                  </a:lnTo>
                  <a:cubicBezTo>
                    <a:pt x="662" y="1324"/>
                    <a:pt x="662" y="1324"/>
                    <a:pt x="715" y="1324"/>
                  </a:cubicBezTo>
                  <a:lnTo>
                    <a:pt x="821" y="1324"/>
                  </a:lnTo>
                  <a:cubicBezTo>
                    <a:pt x="768" y="1324"/>
                    <a:pt x="768" y="1377"/>
                    <a:pt x="715" y="1377"/>
                  </a:cubicBezTo>
                  <a:lnTo>
                    <a:pt x="662" y="1377"/>
                  </a:lnTo>
                  <a:lnTo>
                    <a:pt x="609" y="1324"/>
                  </a:lnTo>
                  <a:lnTo>
                    <a:pt x="225" y="1324"/>
                  </a:lnTo>
                  <a:cubicBezTo>
                    <a:pt x="278" y="1324"/>
                    <a:pt x="278" y="1324"/>
                    <a:pt x="331" y="1258"/>
                  </a:cubicBezTo>
                  <a:lnTo>
                    <a:pt x="437" y="1258"/>
                  </a:lnTo>
                  <a:lnTo>
                    <a:pt x="490" y="1205"/>
                  </a:lnTo>
                  <a:cubicBezTo>
                    <a:pt x="556" y="1099"/>
                    <a:pt x="609" y="1046"/>
                    <a:pt x="609" y="1046"/>
                  </a:cubicBezTo>
                  <a:cubicBezTo>
                    <a:pt x="662" y="993"/>
                    <a:pt x="662" y="927"/>
                    <a:pt x="715" y="927"/>
                  </a:cubicBezTo>
                  <a:cubicBezTo>
                    <a:pt x="715" y="927"/>
                    <a:pt x="715" y="874"/>
                    <a:pt x="768" y="874"/>
                  </a:cubicBezTo>
                  <a:lnTo>
                    <a:pt x="768" y="821"/>
                  </a:lnTo>
                  <a:lnTo>
                    <a:pt x="821" y="768"/>
                  </a:lnTo>
                  <a:lnTo>
                    <a:pt x="490" y="265"/>
                  </a:lnTo>
                  <a:cubicBezTo>
                    <a:pt x="437" y="265"/>
                    <a:pt x="437" y="212"/>
                    <a:pt x="384" y="160"/>
                  </a:cubicBezTo>
                  <a:lnTo>
                    <a:pt x="106" y="160"/>
                  </a:lnTo>
                  <a:lnTo>
                    <a:pt x="106" y="107"/>
                  </a:lnTo>
                  <a:close/>
                  <a:moveTo>
                    <a:pt x="106" y="1"/>
                  </a:moveTo>
                  <a:cubicBezTo>
                    <a:pt x="53" y="54"/>
                    <a:pt x="0" y="107"/>
                    <a:pt x="0" y="107"/>
                  </a:cubicBezTo>
                  <a:cubicBezTo>
                    <a:pt x="0" y="160"/>
                    <a:pt x="53" y="212"/>
                    <a:pt x="53" y="265"/>
                  </a:cubicBezTo>
                  <a:lnTo>
                    <a:pt x="331" y="265"/>
                  </a:lnTo>
                  <a:cubicBezTo>
                    <a:pt x="331" y="332"/>
                    <a:pt x="331" y="332"/>
                    <a:pt x="384" y="385"/>
                  </a:cubicBezTo>
                  <a:lnTo>
                    <a:pt x="662" y="768"/>
                  </a:lnTo>
                  <a:lnTo>
                    <a:pt x="662" y="821"/>
                  </a:lnTo>
                  <a:cubicBezTo>
                    <a:pt x="662" y="821"/>
                    <a:pt x="609" y="821"/>
                    <a:pt x="609" y="874"/>
                  </a:cubicBezTo>
                  <a:lnTo>
                    <a:pt x="556" y="927"/>
                  </a:lnTo>
                  <a:cubicBezTo>
                    <a:pt x="490" y="993"/>
                    <a:pt x="437" y="1046"/>
                    <a:pt x="384" y="1099"/>
                  </a:cubicBezTo>
                  <a:lnTo>
                    <a:pt x="384" y="1152"/>
                  </a:lnTo>
                  <a:lnTo>
                    <a:pt x="331" y="1152"/>
                  </a:lnTo>
                  <a:cubicBezTo>
                    <a:pt x="278" y="1152"/>
                    <a:pt x="225" y="1152"/>
                    <a:pt x="159" y="1205"/>
                  </a:cubicBezTo>
                  <a:cubicBezTo>
                    <a:pt x="106" y="1205"/>
                    <a:pt x="53" y="1258"/>
                    <a:pt x="53" y="1324"/>
                  </a:cubicBezTo>
                  <a:cubicBezTo>
                    <a:pt x="53" y="1377"/>
                    <a:pt x="53" y="1377"/>
                    <a:pt x="106" y="1430"/>
                  </a:cubicBezTo>
                  <a:lnTo>
                    <a:pt x="159" y="1430"/>
                  </a:lnTo>
                  <a:cubicBezTo>
                    <a:pt x="159" y="1483"/>
                    <a:pt x="225" y="1483"/>
                    <a:pt x="225" y="1483"/>
                  </a:cubicBezTo>
                  <a:lnTo>
                    <a:pt x="715" y="1483"/>
                  </a:lnTo>
                  <a:cubicBezTo>
                    <a:pt x="768" y="1483"/>
                    <a:pt x="821" y="1483"/>
                    <a:pt x="821" y="1430"/>
                  </a:cubicBezTo>
                  <a:cubicBezTo>
                    <a:pt x="887" y="1430"/>
                    <a:pt x="940" y="1377"/>
                    <a:pt x="940" y="1324"/>
                  </a:cubicBezTo>
                  <a:cubicBezTo>
                    <a:pt x="940" y="1258"/>
                    <a:pt x="887" y="1258"/>
                    <a:pt x="887" y="1258"/>
                  </a:cubicBezTo>
                  <a:cubicBezTo>
                    <a:pt x="821" y="1205"/>
                    <a:pt x="821" y="1205"/>
                    <a:pt x="768" y="1205"/>
                  </a:cubicBezTo>
                  <a:lnTo>
                    <a:pt x="768" y="1152"/>
                  </a:lnTo>
                  <a:cubicBezTo>
                    <a:pt x="768" y="1099"/>
                    <a:pt x="821" y="1099"/>
                    <a:pt x="821" y="1099"/>
                  </a:cubicBezTo>
                  <a:cubicBezTo>
                    <a:pt x="821" y="1046"/>
                    <a:pt x="887" y="1046"/>
                    <a:pt x="887" y="1046"/>
                  </a:cubicBezTo>
                  <a:lnTo>
                    <a:pt x="887" y="1099"/>
                  </a:lnTo>
                  <a:cubicBezTo>
                    <a:pt x="940" y="1099"/>
                    <a:pt x="940" y="1152"/>
                    <a:pt x="993" y="1152"/>
                  </a:cubicBezTo>
                  <a:cubicBezTo>
                    <a:pt x="993" y="1205"/>
                    <a:pt x="993" y="1258"/>
                    <a:pt x="1046" y="1258"/>
                  </a:cubicBezTo>
                  <a:cubicBezTo>
                    <a:pt x="993" y="1258"/>
                    <a:pt x="993" y="1324"/>
                    <a:pt x="940" y="1324"/>
                  </a:cubicBezTo>
                  <a:lnTo>
                    <a:pt x="940" y="1430"/>
                  </a:lnTo>
                  <a:cubicBezTo>
                    <a:pt x="940" y="1430"/>
                    <a:pt x="940" y="1483"/>
                    <a:pt x="993" y="1483"/>
                  </a:cubicBezTo>
                  <a:cubicBezTo>
                    <a:pt x="1046" y="1536"/>
                    <a:pt x="1099" y="1536"/>
                    <a:pt x="1151" y="1536"/>
                  </a:cubicBezTo>
                  <a:lnTo>
                    <a:pt x="1707" y="1536"/>
                  </a:lnTo>
                  <a:cubicBezTo>
                    <a:pt x="1760" y="1536"/>
                    <a:pt x="1813" y="1483"/>
                    <a:pt x="1813" y="1430"/>
                  </a:cubicBezTo>
                  <a:cubicBezTo>
                    <a:pt x="1813" y="1377"/>
                    <a:pt x="1760" y="1324"/>
                    <a:pt x="1707" y="1324"/>
                  </a:cubicBezTo>
                  <a:cubicBezTo>
                    <a:pt x="1707" y="1258"/>
                    <a:pt x="1654" y="1258"/>
                    <a:pt x="1601" y="1258"/>
                  </a:cubicBezTo>
                  <a:lnTo>
                    <a:pt x="1429" y="1258"/>
                  </a:lnTo>
                  <a:cubicBezTo>
                    <a:pt x="1429" y="1205"/>
                    <a:pt x="1376" y="1205"/>
                    <a:pt x="1376" y="1152"/>
                  </a:cubicBezTo>
                  <a:cubicBezTo>
                    <a:pt x="1324" y="1099"/>
                    <a:pt x="1271" y="1046"/>
                    <a:pt x="1218" y="993"/>
                  </a:cubicBezTo>
                  <a:cubicBezTo>
                    <a:pt x="1218" y="927"/>
                    <a:pt x="1099" y="874"/>
                    <a:pt x="1046" y="768"/>
                  </a:cubicBezTo>
                  <a:cubicBezTo>
                    <a:pt x="1099" y="715"/>
                    <a:pt x="1099" y="662"/>
                    <a:pt x="1151" y="596"/>
                  </a:cubicBezTo>
                  <a:cubicBezTo>
                    <a:pt x="1218" y="596"/>
                    <a:pt x="1218" y="543"/>
                    <a:pt x="1271" y="490"/>
                  </a:cubicBezTo>
                  <a:cubicBezTo>
                    <a:pt x="1324" y="437"/>
                    <a:pt x="1324" y="437"/>
                    <a:pt x="1376" y="385"/>
                  </a:cubicBezTo>
                  <a:lnTo>
                    <a:pt x="1654" y="385"/>
                  </a:lnTo>
                  <a:cubicBezTo>
                    <a:pt x="1707" y="385"/>
                    <a:pt x="1707" y="385"/>
                    <a:pt x="1707" y="332"/>
                  </a:cubicBezTo>
                  <a:lnTo>
                    <a:pt x="1760" y="332"/>
                  </a:lnTo>
                  <a:lnTo>
                    <a:pt x="1760" y="265"/>
                  </a:lnTo>
                  <a:lnTo>
                    <a:pt x="1760" y="160"/>
                  </a:lnTo>
                  <a:cubicBezTo>
                    <a:pt x="1760" y="160"/>
                    <a:pt x="1760" y="107"/>
                    <a:pt x="1707" y="107"/>
                  </a:cubicBezTo>
                  <a:lnTo>
                    <a:pt x="940" y="107"/>
                  </a:lnTo>
                  <a:cubicBezTo>
                    <a:pt x="887" y="160"/>
                    <a:pt x="887" y="212"/>
                    <a:pt x="887" y="265"/>
                  </a:cubicBezTo>
                  <a:cubicBezTo>
                    <a:pt x="887" y="265"/>
                    <a:pt x="887" y="332"/>
                    <a:pt x="940" y="332"/>
                  </a:cubicBezTo>
                  <a:lnTo>
                    <a:pt x="940" y="385"/>
                  </a:lnTo>
                  <a:cubicBezTo>
                    <a:pt x="940" y="385"/>
                    <a:pt x="940" y="437"/>
                    <a:pt x="887" y="437"/>
                  </a:cubicBezTo>
                  <a:lnTo>
                    <a:pt x="887" y="490"/>
                  </a:lnTo>
                  <a:cubicBezTo>
                    <a:pt x="821" y="490"/>
                    <a:pt x="821" y="437"/>
                    <a:pt x="821" y="437"/>
                  </a:cubicBezTo>
                  <a:cubicBezTo>
                    <a:pt x="768" y="385"/>
                    <a:pt x="768" y="385"/>
                    <a:pt x="768" y="332"/>
                  </a:cubicBezTo>
                  <a:cubicBezTo>
                    <a:pt x="715" y="332"/>
                    <a:pt x="715" y="332"/>
                    <a:pt x="715" y="265"/>
                  </a:cubicBezTo>
                  <a:cubicBezTo>
                    <a:pt x="768" y="265"/>
                    <a:pt x="821" y="265"/>
                    <a:pt x="821" y="212"/>
                  </a:cubicBezTo>
                  <a:cubicBezTo>
                    <a:pt x="887" y="212"/>
                    <a:pt x="887" y="160"/>
                    <a:pt x="887" y="160"/>
                  </a:cubicBezTo>
                  <a:lnTo>
                    <a:pt x="887" y="107"/>
                  </a:lnTo>
                  <a:lnTo>
                    <a:pt x="887" y="54"/>
                  </a:lnTo>
                  <a:lnTo>
                    <a:pt x="821" y="54"/>
                  </a:lnTo>
                  <a:cubicBezTo>
                    <a:pt x="821" y="1"/>
                    <a:pt x="821" y="1"/>
                    <a:pt x="768" y="1"/>
                  </a:cubicBez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5"/>
            <p:cNvSpPr/>
            <p:nvPr/>
          </p:nvSpPr>
          <p:spPr>
            <a:xfrm>
              <a:off x="4799733" y="3864528"/>
              <a:ext cx="1237772" cy="1187034"/>
            </a:xfrm>
            <a:custGeom>
              <a:rect b="b" l="l" r="r" t="t"/>
              <a:pathLst>
                <a:path extrusionOk="0" h="21477" w="22395">
                  <a:moveTo>
                    <a:pt x="17201" y="8638"/>
                  </a:moveTo>
                  <a:cubicBezTo>
                    <a:pt x="17575" y="8638"/>
                    <a:pt x="17951" y="8924"/>
                    <a:pt x="17987" y="9340"/>
                  </a:cubicBezTo>
                  <a:lnTo>
                    <a:pt x="18318" y="16672"/>
                  </a:lnTo>
                  <a:cubicBezTo>
                    <a:pt x="18371" y="17228"/>
                    <a:pt x="17868" y="17718"/>
                    <a:pt x="17273" y="17718"/>
                  </a:cubicBezTo>
                  <a:lnTo>
                    <a:pt x="9821" y="17612"/>
                  </a:lnTo>
                  <a:cubicBezTo>
                    <a:pt x="9212" y="17612"/>
                    <a:pt x="8881" y="16844"/>
                    <a:pt x="9331" y="16447"/>
                  </a:cubicBezTo>
                  <a:lnTo>
                    <a:pt x="16717" y="8837"/>
                  </a:lnTo>
                  <a:cubicBezTo>
                    <a:pt x="16855" y="8699"/>
                    <a:pt x="17028" y="8638"/>
                    <a:pt x="17201" y="8638"/>
                  </a:cubicBezTo>
                  <a:close/>
                  <a:moveTo>
                    <a:pt x="20125" y="1"/>
                  </a:moveTo>
                  <a:cubicBezTo>
                    <a:pt x="19697" y="1"/>
                    <a:pt x="19262" y="159"/>
                    <a:pt x="18927" y="512"/>
                  </a:cubicBezTo>
                  <a:lnTo>
                    <a:pt x="993" y="18711"/>
                  </a:lnTo>
                  <a:cubicBezTo>
                    <a:pt x="0" y="19756"/>
                    <a:pt x="781" y="21477"/>
                    <a:pt x="2264" y="21477"/>
                  </a:cubicBezTo>
                  <a:lnTo>
                    <a:pt x="20303" y="21477"/>
                  </a:lnTo>
                  <a:cubicBezTo>
                    <a:pt x="21508" y="21477"/>
                    <a:pt x="22395" y="20537"/>
                    <a:pt x="22395" y="19425"/>
                  </a:cubicBezTo>
                  <a:lnTo>
                    <a:pt x="21786" y="1558"/>
                  </a:lnTo>
                  <a:cubicBezTo>
                    <a:pt x="21786" y="611"/>
                    <a:pt x="20967" y="1"/>
                    <a:pt x="201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5"/>
            <p:cNvSpPr/>
            <p:nvPr/>
          </p:nvSpPr>
          <p:spPr>
            <a:xfrm>
              <a:off x="4845828" y="3874532"/>
              <a:ext cx="1027082" cy="1046648"/>
            </a:xfrm>
            <a:custGeom>
              <a:rect b="b" l="l" r="r" t="t"/>
              <a:pathLst>
                <a:path extrusionOk="0" h="18937" w="18583">
                  <a:moveTo>
                    <a:pt x="18477" y="0"/>
                  </a:moveTo>
                  <a:cubicBezTo>
                    <a:pt x="18305" y="119"/>
                    <a:pt x="18199" y="225"/>
                    <a:pt x="18093" y="331"/>
                  </a:cubicBezTo>
                  <a:lnTo>
                    <a:pt x="159" y="18530"/>
                  </a:lnTo>
                  <a:cubicBezTo>
                    <a:pt x="106" y="18649"/>
                    <a:pt x="53" y="18702"/>
                    <a:pt x="0" y="18755"/>
                  </a:cubicBezTo>
                  <a:lnTo>
                    <a:pt x="0" y="18808"/>
                  </a:lnTo>
                  <a:cubicBezTo>
                    <a:pt x="80" y="18894"/>
                    <a:pt x="189" y="18937"/>
                    <a:pt x="293" y="18937"/>
                  </a:cubicBezTo>
                  <a:cubicBezTo>
                    <a:pt x="397" y="18937"/>
                    <a:pt x="497" y="18894"/>
                    <a:pt x="556" y="18808"/>
                  </a:cubicBezTo>
                  <a:lnTo>
                    <a:pt x="18477" y="556"/>
                  </a:lnTo>
                  <a:cubicBezTo>
                    <a:pt x="18583" y="384"/>
                    <a:pt x="18583" y="172"/>
                    <a:pt x="184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5"/>
            <p:cNvSpPr/>
            <p:nvPr/>
          </p:nvSpPr>
          <p:spPr>
            <a:xfrm>
              <a:off x="5818028" y="3941796"/>
              <a:ext cx="76107" cy="67374"/>
            </a:xfrm>
            <a:custGeom>
              <a:rect b="b" l="l" r="r" t="t"/>
              <a:pathLst>
                <a:path extrusionOk="0" h="1219" w="1377">
                  <a:moveTo>
                    <a:pt x="0" y="1"/>
                  </a:moveTo>
                  <a:lnTo>
                    <a:pt x="0" y="160"/>
                  </a:lnTo>
                  <a:lnTo>
                    <a:pt x="1218" y="1219"/>
                  </a:lnTo>
                  <a:lnTo>
                    <a:pt x="1324" y="1219"/>
                  </a:lnTo>
                  <a:cubicBezTo>
                    <a:pt x="1376" y="1152"/>
                    <a:pt x="1376" y="1099"/>
                    <a:pt x="1324" y="1047"/>
                  </a:cubicBezTo>
                  <a:lnTo>
                    <a:pt x="17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5"/>
            <p:cNvSpPr/>
            <p:nvPr/>
          </p:nvSpPr>
          <p:spPr>
            <a:xfrm>
              <a:off x="5647575" y="4112967"/>
              <a:ext cx="76107" cy="69585"/>
            </a:xfrm>
            <a:custGeom>
              <a:rect b="b" l="l" r="r" t="t"/>
              <a:pathLst>
                <a:path extrusionOk="0" h="1259" w="1377">
                  <a:moveTo>
                    <a:pt x="86" y="1"/>
                  </a:moveTo>
                  <a:cubicBezTo>
                    <a:pt x="66" y="1"/>
                    <a:pt x="53" y="14"/>
                    <a:pt x="53" y="41"/>
                  </a:cubicBezTo>
                  <a:cubicBezTo>
                    <a:pt x="0" y="107"/>
                    <a:pt x="0" y="160"/>
                    <a:pt x="53" y="160"/>
                  </a:cubicBezTo>
                  <a:lnTo>
                    <a:pt x="1205" y="1258"/>
                  </a:lnTo>
                  <a:lnTo>
                    <a:pt x="1377" y="1258"/>
                  </a:lnTo>
                  <a:cubicBezTo>
                    <a:pt x="1377" y="1205"/>
                    <a:pt x="1377" y="1152"/>
                    <a:pt x="1324" y="1100"/>
                  </a:cubicBezTo>
                  <a:lnTo>
                    <a:pt x="159" y="41"/>
                  </a:lnTo>
                  <a:cubicBezTo>
                    <a:pt x="133" y="14"/>
                    <a:pt x="106" y="1"/>
                    <a:pt x="86"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5"/>
            <p:cNvSpPr/>
            <p:nvPr/>
          </p:nvSpPr>
          <p:spPr>
            <a:xfrm>
              <a:off x="5775580" y="3984243"/>
              <a:ext cx="54883" cy="49080"/>
            </a:xfrm>
            <a:custGeom>
              <a:rect b="b" l="l" r="r" t="t"/>
              <a:pathLst>
                <a:path extrusionOk="0" h="888" w="993">
                  <a:moveTo>
                    <a:pt x="53" y="1"/>
                  </a:moveTo>
                  <a:cubicBezTo>
                    <a:pt x="0" y="54"/>
                    <a:pt x="0" y="54"/>
                    <a:pt x="53" y="120"/>
                  </a:cubicBezTo>
                  <a:lnTo>
                    <a:pt x="874" y="887"/>
                  </a:lnTo>
                  <a:lnTo>
                    <a:pt x="993" y="887"/>
                  </a:lnTo>
                  <a:lnTo>
                    <a:pt x="993" y="781"/>
                  </a:lnTo>
                  <a:lnTo>
                    <a:pt x="1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5"/>
            <p:cNvSpPr/>
            <p:nvPr/>
          </p:nvSpPr>
          <p:spPr>
            <a:xfrm>
              <a:off x="5736062" y="4024646"/>
              <a:ext cx="54938" cy="50351"/>
            </a:xfrm>
            <a:custGeom>
              <a:rect b="b" l="l" r="r" t="t"/>
              <a:pathLst>
                <a:path extrusionOk="0" h="911" w="994">
                  <a:moveTo>
                    <a:pt x="73" y="1"/>
                  </a:moveTo>
                  <a:cubicBezTo>
                    <a:pt x="54" y="1"/>
                    <a:pt x="27" y="17"/>
                    <a:pt x="1" y="50"/>
                  </a:cubicBezTo>
                  <a:lnTo>
                    <a:pt x="1" y="103"/>
                  </a:lnTo>
                  <a:lnTo>
                    <a:pt x="874" y="871"/>
                  </a:lnTo>
                  <a:cubicBezTo>
                    <a:pt x="901" y="898"/>
                    <a:pt x="914" y="911"/>
                    <a:pt x="929" y="911"/>
                  </a:cubicBezTo>
                  <a:cubicBezTo>
                    <a:pt x="944" y="911"/>
                    <a:pt x="960" y="898"/>
                    <a:pt x="993" y="871"/>
                  </a:cubicBezTo>
                  <a:lnTo>
                    <a:pt x="993" y="818"/>
                  </a:lnTo>
                  <a:lnTo>
                    <a:pt x="107" y="50"/>
                  </a:lnTo>
                  <a:cubicBezTo>
                    <a:pt x="107" y="17"/>
                    <a:pt x="93" y="1"/>
                    <a:pt x="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5"/>
            <p:cNvSpPr/>
            <p:nvPr/>
          </p:nvSpPr>
          <p:spPr>
            <a:xfrm>
              <a:off x="5695826" y="4066927"/>
              <a:ext cx="54938" cy="48306"/>
            </a:xfrm>
            <a:custGeom>
              <a:rect b="b" l="l" r="r" t="t"/>
              <a:pathLst>
                <a:path extrusionOk="0" h="874" w="994">
                  <a:moveTo>
                    <a:pt x="1" y="0"/>
                  </a:moveTo>
                  <a:lnTo>
                    <a:pt x="1" y="106"/>
                  </a:lnTo>
                  <a:lnTo>
                    <a:pt x="887" y="874"/>
                  </a:lnTo>
                  <a:lnTo>
                    <a:pt x="940" y="874"/>
                  </a:lnTo>
                  <a:cubicBezTo>
                    <a:pt x="993" y="874"/>
                    <a:pt x="993" y="821"/>
                    <a:pt x="940" y="768"/>
                  </a:cubicBezTo>
                  <a:lnTo>
                    <a:pt x="1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5"/>
            <p:cNvSpPr/>
            <p:nvPr/>
          </p:nvSpPr>
          <p:spPr>
            <a:xfrm>
              <a:off x="5604409" y="4158344"/>
              <a:ext cx="54883" cy="48361"/>
            </a:xfrm>
            <a:custGeom>
              <a:rect b="b" l="l" r="r" t="t"/>
              <a:pathLst>
                <a:path extrusionOk="0" h="875" w="993">
                  <a:moveTo>
                    <a:pt x="66" y="1"/>
                  </a:moveTo>
                  <a:cubicBezTo>
                    <a:pt x="0" y="54"/>
                    <a:pt x="0" y="54"/>
                    <a:pt x="66" y="106"/>
                  </a:cubicBezTo>
                  <a:lnTo>
                    <a:pt x="887" y="874"/>
                  </a:lnTo>
                  <a:lnTo>
                    <a:pt x="993" y="874"/>
                  </a:lnTo>
                  <a:lnTo>
                    <a:pt x="993" y="768"/>
                  </a:lnTo>
                  <a:lnTo>
                    <a:pt x="1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5"/>
            <p:cNvSpPr/>
            <p:nvPr/>
          </p:nvSpPr>
          <p:spPr>
            <a:xfrm>
              <a:off x="5564891" y="4198580"/>
              <a:ext cx="54938" cy="50517"/>
            </a:xfrm>
            <a:custGeom>
              <a:rect b="b" l="l" r="r" t="t"/>
              <a:pathLst>
                <a:path extrusionOk="0" h="914" w="994">
                  <a:moveTo>
                    <a:pt x="87" y="1"/>
                  </a:moveTo>
                  <a:cubicBezTo>
                    <a:pt x="70" y="1"/>
                    <a:pt x="54" y="14"/>
                    <a:pt x="54" y="40"/>
                  </a:cubicBezTo>
                  <a:cubicBezTo>
                    <a:pt x="1" y="40"/>
                    <a:pt x="1" y="93"/>
                    <a:pt x="54" y="93"/>
                  </a:cubicBezTo>
                  <a:lnTo>
                    <a:pt x="887" y="874"/>
                  </a:lnTo>
                  <a:cubicBezTo>
                    <a:pt x="914" y="901"/>
                    <a:pt x="927" y="914"/>
                    <a:pt x="940" y="914"/>
                  </a:cubicBezTo>
                  <a:cubicBezTo>
                    <a:pt x="954" y="914"/>
                    <a:pt x="967" y="901"/>
                    <a:pt x="993" y="874"/>
                  </a:cubicBezTo>
                  <a:lnTo>
                    <a:pt x="993" y="808"/>
                  </a:lnTo>
                  <a:lnTo>
                    <a:pt x="120" y="40"/>
                  </a:lnTo>
                  <a:cubicBezTo>
                    <a:pt x="120" y="14"/>
                    <a:pt x="103" y="1"/>
                    <a:pt x="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5"/>
            <p:cNvSpPr/>
            <p:nvPr/>
          </p:nvSpPr>
          <p:spPr>
            <a:xfrm>
              <a:off x="5525373" y="4240254"/>
              <a:ext cx="54938" cy="49080"/>
            </a:xfrm>
            <a:custGeom>
              <a:rect b="b" l="l" r="r" t="t"/>
              <a:pathLst>
                <a:path extrusionOk="0" h="888" w="994">
                  <a:moveTo>
                    <a:pt x="1" y="1"/>
                  </a:moveTo>
                  <a:lnTo>
                    <a:pt x="1" y="120"/>
                  </a:lnTo>
                  <a:lnTo>
                    <a:pt x="888" y="888"/>
                  </a:lnTo>
                  <a:lnTo>
                    <a:pt x="994" y="888"/>
                  </a:lnTo>
                  <a:cubicBezTo>
                    <a:pt x="994" y="888"/>
                    <a:pt x="994" y="835"/>
                    <a:pt x="941" y="782"/>
                  </a:cubicBezTo>
                  <a:lnTo>
                    <a:pt x="10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5"/>
            <p:cNvSpPr/>
            <p:nvPr/>
          </p:nvSpPr>
          <p:spPr>
            <a:xfrm>
              <a:off x="5433956" y="4331726"/>
              <a:ext cx="57868" cy="49080"/>
            </a:xfrm>
            <a:custGeom>
              <a:rect b="b" l="l" r="r" t="t"/>
              <a:pathLst>
                <a:path extrusionOk="0" h="888" w="1047">
                  <a:moveTo>
                    <a:pt x="53" y="0"/>
                  </a:moveTo>
                  <a:cubicBezTo>
                    <a:pt x="0" y="53"/>
                    <a:pt x="0" y="53"/>
                    <a:pt x="53" y="119"/>
                  </a:cubicBezTo>
                  <a:lnTo>
                    <a:pt x="940" y="887"/>
                  </a:lnTo>
                  <a:lnTo>
                    <a:pt x="993" y="887"/>
                  </a:lnTo>
                  <a:cubicBezTo>
                    <a:pt x="1046" y="887"/>
                    <a:pt x="1046" y="834"/>
                    <a:pt x="993" y="781"/>
                  </a:cubicBezTo>
                  <a:lnTo>
                    <a:pt x="17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5"/>
            <p:cNvSpPr/>
            <p:nvPr/>
          </p:nvSpPr>
          <p:spPr>
            <a:xfrm>
              <a:off x="5394438" y="4372128"/>
              <a:ext cx="54938" cy="50351"/>
            </a:xfrm>
            <a:custGeom>
              <a:rect b="b" l="l" r="r" t="t"/>
              <a:pathLst>
                <a:path extrusionOk="0" h="911" w="994">
                  <a:moveTo>
                    <a:pt x="80" y="1"/>
                  </a:moveTo>
                  <a:cubicBezTo>
                    <a:pt x="67" y="1"/>
                    <a:pt x="54" y="17"/>
                    <a:pt x="54" y="50"/>
                  </a:cubicBezTo>
                  <a:cubicBezTo>
                    <a:pt x="1" y="50"/>
                    <a:pt x="1" y="103"/>
                    <a:pt x="54" y="103"/>
                  </a:cubicBezTo>
                  <a:lnTo>
                    <a:pt x="888" y="871"/>
                  </a:lnTo>
                  <a:cubicBezTo>
                    <a:pt x="914" y="897"/>
                    <a:pt x="940" y="910"/>
                    <a:pt x="960" y="910"/>
                  </a:cubicBezTo>
                  <a:cubicBezTo>
                    <a:pt x="980" y="910"/>
                    <a:pt x="993" y="897"/>
                    <a:pt x="993" y="871"/>
                  </a:cubicBezTo>
                  <a:lnTo>
                    <a:pt x="993" y="818"/>
                  </a:lnTo>
                  <a:lnTo>
                    <a:pt x="107" y="50"/>
                  </a:lnTo>
                  <a:cubicBezTo>
                    <a:pt x="107" y="17"/>
                    <a:pt x="93" y="1"/>
                    <a:pt x="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5"/>
            <p:cNvSpPr/>
            <p:nvPr/>
          </p:nvSpPr>
          <p:spPr>
            <a:xfrm>
              <a:off x="5354975" y="4414354"/>
              <a:ext cx="54883" cy="48361"/>
            </a:xfrm>
            <a:custGeom>
              <a:rect b="b" l="l" r="r" t="t"/>
              <a:pathLst>
                <a:path extrusionOk="0" h="875" w="993">
                  <a:moveTo>
                    <a:pt x="0" y="1"/>
                  </a:moveTo>
                  <a:cubicBezTo>
                    <a:pt x="0" y="54"/>
                    <a:pt x="0" y="54"/>
                    <a:pt x="53" y="107"/>
                  </a:cubicBezTo>
                  <a:lnTo>
                    <a:pt x="874" y="874"/>
                  </a:lnTo>
                  <a:lnTo>
                    <a:pt x="993" y="874"/>
                  </a:lnTo>
                  <a:lnTo>
                    <a:pt x="993" y="769"/>
                  </a:lnTo>
                  <a:lnTo>
                    <a:pt x="1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5"/>
            <p:cNvSpPr/>
            <p:nvPr/>
          </p:nvSpPr>
          <p:spPr>
            <a:xfrm>
              <a:off x="5266433" y="4505826"/>
              <a:ext cx="54938" cy="48306"/>
            </a:xfrm>
            <a:custGeom>
              <a:rect b="b" l="l" r="r" t="t"/>
              <a:pathLst>
                <a:path extrusionOk="0" h="874" w="994">
                  <a:moveTo>
                    <a:pt x="1" y="0"/>
                  </a:moveTo>
                  <a:lnTo>
                    <a:pt x="1" y="106"/>
                  </a:lnTo>
                  <a:lnTo>
                    <a:pt x="887" y="874"/>
                  </a:lnTo>
                  <a:lnTo>
                    <a:pt x="940" y="874"/>
                  </a:lnTo>
                  <a:cubicBezTo>
                    <a:pt x="993" y="874"/>
                    <a:pt x="993" y="821"/>
                    <a:pt x="940" y="768"/>
                  </a:cubicBezTo>
                  <a:lnTo>
                    <a:pt x="10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5"/>
            <p:cNvSpPr/>
            <p:nvPr/>
          </p:nvSpPr>
          <p:spPr>
            <a:xfrm>
              <a:off x="5223986" y="4546063"/>
              <a:ext cx="57868" cy="50517"/>
            </a:xfrm>
            <a:custGeom>
              <a:rect b="b" l="l" r="r" t="t"/>
              <a:pathLst>
                <a:path extrusionOk="0" h="914" w="1047">
                  <a:moveTo>
                    <a:pt x="87" y="0"/>
                  </a:moveTo>
                  <a:cubicBezTo>
                    <a:pt x="67" y="0"/>
                    <a:pt x="54" y="13"/>
                    <a:pt x="54" y="40"/>
                  </a:cubicBezTo>
                  <a:cubicBezTo>
                    <a:pt x="1" y="40"/>
                    <a:pt x="1" y="93"/>
                    <a:pt x="54" y="93"/>
                  </a:cubicBezTo>
                  <a:lnTo>
                    <a:pt x="874" y="874"/>
                  </a:lnTo>
                  <a:cubicBezTo>
                    <a:pt x="901" y="900"/>
                    <a:pt x="931" y="913"/>
                    <a:pt x="954" y="913"/>
                  </a:cubicBezTo>
                  <a:cubicBezTo>
                    <a:pt x="977" y="913"/>
                    <a:pt x="994" y="900"/>
                    <a:pt x="994" y="874"/>
                  </a:cubicBezTo>
                  <a:cubicBezTo>
                    <a:pt x="1047" y="874"/>
                    <a:pt x="1047" y="808"/>
                    <a:pt x="994" y="808"/>
                  </a:cubicBezTo>
                  <a:lnTo>
                    <a:pt x="160" y="40"/>
                  </a:lnTo>
                  <a:cubicBezTo>
                    <a:pt x="133" y="13"/>
                    <a:pt x="107" y="0"/>
                    <a:pt x="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5"/>
            <p:cNvSpPr/>
            <p:nvPr/>
          </p:nvSpPr>
          <p:spPr>
            <a:xfrm>
              <a:off x="5183804" y="4587736"/>
              <a:ext cx="54883" cy="49080"/>
            </a:xfrm>
            <a:custGeom>
              <a:rect b="b" l="l" r="r" t="t"/>
              <a:pathLst>
                <a:path extrusionOk="0" h="888" w="993">
                  <a:moveTo>
                    <a:pt x="66" y="1"/>
                  </a:moveTo>
                  <a:cubicBezTo>
                    <a:pt x="0" y="54"/>
                    <a:pt x="0" y="120"/>
                    <a:pt x="66" y="120"/>
                  </a:cubicBezTo>
                  <a:lnTo>
                    <a:pt x="887" y="887"/>
                  </a:lnTo>
                  <a:lnTo>
                    <a:pt x="993" y="887"/>
                  </a:lnTo>
                  <a:lnTo>
                    <a:pt x="993" y="782"/>
                  </a:lnTo>
                  <a:lnTo>
                    <a:pt x="1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5"/>
            <p:cNvSpPr/>
            <p:nvPr/>
          </p:nvSpPr>
          <p:spPr>
            <a:xfrm>
              <a:off x="5095980" y="4679208"/>
              <a:ext cx="54938" cy="49024"/>
            </a:xfrm>
            <a:custGeom>
              <a:rect b="b" l="l" r="r" t="t"/>
              <a:pathLst>
                <a:path extrusionOk="0" h="887" w="994">
                  <a:moveTo>
                    <a:pt x="1" y="0"/>
                  </a:moveTo>
                  <a:lnTo>
                    <a:pt x="1" y="119"/>
                  </a:lnTo>
                  <a:lnTo>
                    <a:pt x="874" y="887"/>
                  </a:lnTo>
                  <a:lnTo>
                    <a:pt x="993" y="887"/>
                  </a:lnTo>
                  <a:cubicBezTo>
                    <a:pt x="993" y="887"/>
                    <a:pt x="993" y="834"/>
                    <a:pt x="927" y="781"/>
                  </a:cubicBezTo>
                  <a:lnTo>
                    <a:pt x="10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5"/>
            <p:cNvSpPr/>
            <p:nvPr/>
          </p:nvSpPr>
          <p:spPr>
            <a:xfrm>
              <a:off x="5055744" y="4719611"/>
              <a:ext cx="54938" cy="50351"/>
            </a:xfrm>
            <a:custGeom>
              <a:rect b="b" l="l" r="r" t="t"/>
              <a:pathLst>
                <a:path extrusionOk="0" h="911" w="994">
                  <a:moveTo>
                    <a:pt x="41" y="0"/>
                  </a:moveTo>
                  <a:cubicBezTo>
                    <a:pt x="17" y="0"/>
                    <a:pt x="1" y="17"/>
                    <a:pt x="1" y="50"/>
                  </a:cubicBezTo>
                  <a:lnTo>
                    <a:pt x="1" y="103"/>
                  </a:lnTo>
                  <a:lnTo>
                    <a:pt x="888" y="871"/>
                  </a:lnTo>
                  <a:cubicBezTo>
                    <a:pt x="888" y="897"/>
                    <a:pt x="901" y="910"/>
                    <a:pt x="914" y="910"/>
                  </a:cubicBezTo>
                  <a:cubicBezTo>
                    <a:pt x="927" y="910"/>
                    <a:pt x="941" y="897"/>
                    <a:pt x="941" y="871"/>
                  </a:cubicBezTo>
                  <a:cubicBezTo>
                    <a:pt x="993" y="871"/>
                    <a:pt x="993" y="818"/>
                    <a:pt x="941" y="818"/>
                  </a:cubicBezTo>
                  <a:lnTo>
                    <a:pt x="120" y="50"/>
                  </a:lnTo>
                  <a:cubicBezTo>
                    <a:pt x="93" y="17"/>
                    <a:pt x="64" y="0"/>
                    <a:pt x="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5"/>
            <p:cNvSpPr/>
            <p:nvPr/>
          </p:nvSpPr>
          <p:spPr>
            <a:xfrm>
              <a:off x="5013352" y="4761837"/>
              <a:ext cx="54883" cy="48361"/>
            </a:xfrm>
            <a:custGeom>
              <a:rect b="b" l="l" r="r" t="t"/>
              <a:pathLst>
                <a:path extrusionOk="0" h="875" w="993">
                  <a:moveTo>
                    <a:pt x="53" y="1"/>
                  </a:moveTo>
                  <a:cubicBezTo>
                    <a:pt x="0" y="54"/>
                    <a:pt x="0" y="107"/>
                    <a:pt x="53" y="107"/>
                  </a:cubicBezTo>
                  <a:lnTo>
                    <a:pt x="887" y="874"/>
                  </a:lnTo>
                  <a:lnTo>
                    <a:pt x="993" y="874"/>
                  </a:lnTo>
                  <a:lnTo>
                    <a:pt x="993" y="768"/>
                  </a:lnTo>
                  <a:lnTo>
                    <a:pt x="106"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5"/>
            <p:cNvSpPr/>
            <p:nvPr/>
          </p:nvSpPr>
          <p:spPr>
            <a:xfrm>
              <a:off x="4924809" y="4853309"/>
              <a:ext cx="54938" cy="48306"/>
            </a:xfrm>
            <a:custGeom>
              <a:rect b="b" l="l" r="r" t="t"/>
              <a:pathLst>
                <a:path extrusionOk="0" h="874" w="994">
                  <a:moveTo>
                    <a:pt x="1" y="0"/>
                  </a:moveTo>
                  <a:lnTo>
                    <a:pt x="1" y="106"/>
                  </a:lnTo>
                  <a:lnTo>
                    <a:pt x="887" y="874"/>
                  </a:lnTo>
                  <a:lnTo>
                    <a:pt x="993" y="874"/>
                  </a:lnTo>
                  <a:lnTo>
                    <a:pt x="993" y="768"/>
                  </a:lnTo>
                  <a:lnTo>
                    <a:pt x="12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5"/>
            <p:cNvSpPr/>
            <p:nvPr/>
          </p:nvSpPr>
          <p:spPr>
            <a:xfrm>
              <a:off x="4885346" y="4893490"/>
              <a:ext cx="54883" cy="51291"/>
            </a:xfrm>
            <a:custGeom>
              <a:rect b="b" l="l" r="r" t="t"/>
              <a:pathLst>
                <a:path extrusionOk="0" h="928" w="993">
                  <a:moveTo>
                    <a:pt x="53" y="1"/>
                  </a:moveTo>
                  <a:cubicBezTo>
                    <a:pt x="40" y="1"/>
                    <a:pt x="26" y="14"/>
                    <a:pt x="0" y="41"/>
                  </a:cubicBezTo>
                  <a:lnTo>
                    <a:pt x="0" y="94"/>
                  </a:lnTo>
                  <a:lnTo>
                    <a:pt x="887" y="874"/>
                  </a:lnTo>
                  <a:cubicBezTo>
                    <a:pt x="887" y="927"/>
                    <a:pt x="940" y="927"/>
                    <a:pt x="940" y="927"/>
                  </a:cubicBezTo>
                  <a:cubicBezTo>
                    <a:pt x="993" y="874"/>
                    <a:pt x="993" y="808"/>
                    <a:pt x="940" y="808"/>
                  </a:cubicBezTo>
                  <a:lnTo>
                    <a:pt x="106" y="41"/>
                  </a:lnTo>
                  <a:cubicBezTo>
                    <a:pt x="79" y="14"/>
                    <a:pt x="66" y="1"/>
                    <a:pt x="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5"/>
            <p:cNvSpPr/>
            <p:nvPr/>
          </p:nvSpPr>
          <p:spPr>
            <a:xfrm>
              <a:off x="5480051" y="4287068"/>
              <a:ext cx="76107" cy="68645"/>
            </a:xfrm>
            <a:custGeom>
              <a:rect b="b" l="l" r="r" t="t"/>
              <a:pathLst>
                <a:path extrusionOk="0" h="1242" w="1377">
                  <a:moveTo>
                    <a:pt x="80" y="1"/>
                  </a:moveTo>
                  <a:cubicBezTo>
                    <a:pt x="53" y="1"/>
                    <a:pt x="27" y="14"/>
                    <a:pt x="0" y="41"/>
                  </a:cubicBezTo>
                  <a:lnTo>
                    <a:pt x="0" y="147"/>
                  </a:lnTo>
                  <a:lnTo>
                    <a:pt x="1205" y="1192"/>
                  </a:lnTo>
                  <a:cubicBezTo>
                    <a:pt x="1205" y="1225"/>
                    <a:pt x="1218" y="1242"/>
                    <a:pt x="1239" y="1242"/>
                  </a:cubicBezTo>
                  <a:cubicBezTo>
                    <a:pt x="1261" y="1242"/>
                    <a:pt x="1291" y="1225"/>
                    <a:pt x="1324" y="1192"/>
                  </a:cubicBezTo>
                  <a:cubicBezTo>
                    <a:pt x="1377" y="1192"/>
                    <a:pt x="1377" y="1139"/>
                    <a:pt x="1324" y="1086"/>
                  </a:cubicBezTo>
                  <a:lnTo>
                    <a:pt x="159" y="41"/>
                  </a:lnTo>
                  <a:cubicBezTo>
                    <a:pt x="133" y="14"/>
                    <a:pt x="106" y="1"/>
                    <a:pt x="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5"/>
            <p:cNvSpPr/>
            <p:nvPr/>
          </p:nvSpPr>
          <p:spPr>
            <a:xfrm>
              <a:off x="5308880" y="4459731"/>
              <a:ext cx="76107" cy="69530"/>
            </a:xfrm>
            <a:custGeom>
              <a:rect b="b" l="l" r="r" t="t"/>
              <a:pathLst>
                <a:path extrusionOk="0" h="1258" w="1377">
                  <a:moveTo>
                    <a:pt x="53" y="0"/>
                  </a:moveTo>
                  <a:cubicBezTo>
                    <a:pt x="0" y="53"/>
                    <a:pt x="0" y="120"/>
                    <a:pt x="53" y="173"/>
                  </a:cubicBezTo>
                  <a:lnTo>
                    <a:pt x="1218" y="1218"/>
                  </a:lnTo>
                  <a:cubicBezTo>
                    <a:pt x="1244" y="1245"/>
                    <a:pt x="1271" y="1258"/>
                    <a:pt x="1291" y="1258"/>
                  </a:cubicBezTo>
                  <a:cubicBezTo>
                    <a:pt x="1311" y="1258"/>
                    <a:pt x="1324" y="1245"/>
                    <a:pt x="1324" y="1218"/>
                  </a:cubicBezTo>
                  <a:cubicBezTo>
                    <a:pt x="1377" y="1165"/>
                    <a:pt x="1377" y="1112"/>
                    <a:pt x="1324" y="1112"/>
                  </a:cubicBezTo>
                  <a:lnTo>
                    <a:pt x="17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5"/>
            <p:cNvSpPr/>
            <p:nvPr/>
          </p:nvSpPr>
          <p:spPr>
            <a:xfrm>
              <a:off x="5138428" y="4631621"/>
              <a:ext cx="79036" cy="68811"/>
            </a:xfrm>
            <a:custGeom>
              <a:rect b="b" l="l" r="r" t="t"/>
              <a:pathLst>
                <a:path extrusionOk="0" h="1245" w="1430">
                  <a:moveTo>
                    <a:pt x="134" y="1"/>
                  </a:moveTo>
                  <a:cubicBezTo>
                    <a:pt x="106" y="1"/>
                    <a:pt x="80" y="14"/>
                    <a:pt x="53" y="40"/>
                  </a:cubicBezTo>
                  <a:cubicBezTo>
                    <a:pt x="0" y="93"/>
                    <a:pt x="53" y="146"/>
                    <a:pt x="53" y="146"/>
                  </a:cubicBezTo>
                  <a:lnTo>
                    <a:pt x="1271" y="1245"/>
                  </a:lnTo>
                  <a:lnTo>
                    <a:pt x="1377" y="1245"/>
                  </a:lnTo>
                  <a:cubicBezTo>
                    <a:pt x="1430" y="1192"/>
                    <a:pt x="1430" y="1139"/>
                    <a:pt x="1377" y="1086"/>
                  </a:cubicBezTo>
                  <a:lnTo>
                    <a:pt x="225" y="40"/>
                  </a:lnTo>
                  <a:cubicBezTo>
                    <a:pt x="192" y="14"/>
                    <a:pt x="163" y="1"/>
                    <a:pt x="1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5"/>
            <p:cNvSpPr/>
            <p:nvPr/>
          </p:nvSpPr>
          <p:spPr>
            <a:xfrm>
              <a:off x="4970904" y="4805003"/>
              <a:ext cx="76107" cy="68811"/>
            </a:xfrm>
            <a:custGeom>
              <a:rect b="b" l="l" r="r" t="t"/>
              <a:pathLst>
                <a:path extrusionOk="0" h="1245" w="1377">
                  <a:moveTo>
                    <a:pt x="87" y="1"/>
                  </a:moveTo>
                  <a:cubicBezTo>
                    <a:pt x="67" y="1"/>
                    <a:pt x="53" y="14"/>
                    <a:pt x="53" y="40"/>
                  </a:cubicBezTo>
                  <a:cubicBezTo>
                    <a:pt x="1" y="40"/>
                    <a:pt x="1" y="93"/>
                    <a:pt x="53" y="159"/>
                  </a:cubicBezTo>
                  <a:lnTo>
                    <a:pt x="1205" y="1205"/>
                  </a:lnTo>
                  <a:cubicBezTo>
                    <a:pt x="1238" y="1231"/>
                    <a:pt x="1268" y="1245"/>
                    <a:pt x="1289" y="1245"/>
                  </a:cubicBezTo>
                  <a:cubicBezTo>
                    <a:pt x="1311" y="1245"/>
                    <a:pt x="1324" y="1231"/>
                    <a:pt x="1324" y="1205"/>
                  </a:cubicBezTo>
                  <a:cubicBezTo>
                    <a:pt x="1377" y="1205"/>
                    <a:pt x="1377" y="1152"/>
                    <a:pt x="1324" y="1086"/>
                  </a:cubicBezTo>
                  <a:lnTo>
                    <a:pt x="159" y="40"/>
                  </a:lnTo>
                  <a:cubicBezTo>
                    <a:pt x="133" y="14"/>
                    <a:pt x="106" y="1"/>
                    <a:pt x="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5"/>
            <p:cNvSpPr/>
            <p:nvPr/>
          </p:nvSpPr>
          <p:spPr>
            <a:xfrm>
              <a:off x="5818028" y="4746472"/>
              <a:ext cx="1121428" cy="305090"/>
            </a:xfrm>
            <a:custGeom>
              <a:rect b="b" l="l" r="r" t="t"/>
              <a:pathLst>
                <a:path extrusionOk="0" h="5520" w="20290">
                  <a:moveTo>
                    <a:pt x="2316" y="1"/>
                  </a:moveTo>
                  <a:cubicBezTo>
                    <a:pt x="1046" y="1"/>
                    <a:pt x="0" y="940"/>
                    <a:pt x="0" y="2092"/>
                  </a:cubicBezTo>
                  <a:lnTo>
                    <a:pt x="0" y="3534"/>
                  </a:lnTo>
                  <a:cubicBezTo>
                    <a:pt x="0" y="4633"/>
                    <a:pt x="1046" y="5520"/>
                    <a:pt x="2316" y="5520"/>
                  </a:cubicBezTo>
                  <a:lnTo>
                    <a:pt x="20290" y="5520"/>
                  </a:lnTo>
                  <a:lnTo>
                    <a:pt x="20290" y="4408"/>
                  </a:lnTo>
                  <a:lnTo>
                    <a:pt x="20290" y="1099"/>
                  </a:lnTo>
                  <a:lnTo>
                    <a:pt x="202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5"/>
            <p:cNvSpPr/>
            <p:nvPr/>
          </p:nvSpPr>
          <p:spPr>
            <a:xfrm>
              <a:off x="5979692" y="4746472"/>
              <a:ext cx="1121428" cy="305090"/>
            </a:xfrm>
            <a:custGeom>
              <a:rect b="b" l="l" r="r" t="t"/>
              <a:pathLst>
                <a:path extrusionOk="0" h="5520" w="20290">
                  <a:moveTo>
                    <a:pt x="2263" y="1"/>
                  </a:moveTo>
                  <a:cubicBezTo>
                    <a:pt x="993" y="1"/>
                    <a:pt x="0" y="940"/>
                    <a:pt x="0" y="2092"/>
                  </a:cubicBezTo>
                  <a:lnTo>
                    <a:pt x="0" y="3534"/>
                  </a:lnTo>
                  <a:cubicBezTo>
                    <a:pt x="0" y="4633"/>
                    <a:pt x="993" y="5520"/>
                    <a:pt x="2263" y="5520"/>
                  </a:cubicBezTo>
                  <a:lnTo>
                    <a:pt x="20290" y="5520"/>
                  </a:lnTo>
                  <a:lnTo>
                    <a:pt x="20290" y="4408"/>
                  </a:lnTo>
                  <a:lnTo>
                    <a:pt x="2144" y="4408"/>
                  </a:lnTo>
                  <a:cubicBezTo>
                    <a:pt x="1707" y="4408"/>
                    <a:pt x="1324" y="3971"/>
                    <a:pt x="1324" y="3468"/>
                  </a:cubicBezTo>
                  <a:lnTo>
                    <a:pt x="1324" y="2039"/>
                  </a:lnTo>
                  <a:cubicBezTo>
                    <a:pt x="1324" y="1602"/>
                    <a:pt x="1707" y="1099"/>
                    <a:pt x="2144" y="1099"/>
                  </a:cubicBezTo>
                  <a:lnTo>
                    <a:pt x="20290" y="1099"/>
                  </a:lnTo>
                  <a:lnTo>
                    <a:pt x="202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5"/>
            <p:cNvSpPr/>
            <p:nvPr/>
          </p:nvSpPr>
          <p:spPr>
            <a:xfrm>
              <a:off x="6052814" y="4807214"/>
              <a:ext cx="1011717" cy="182944"/>
            </a:xfrm>
            <a:custGeom>
              <a:rect b="b" l="l" r="r" t="t"/>
              <a:pathLst>
                <a:path extrusionOk="0" h="3310" w="18305">
                  <a:moveTo>
                    <a:pt x="821" y="0"/>
                  </a:moveTo>
                  <a:cubicBezTo>
                    <a:pt x="331" y="0"/>
                    <a:pt x="1" y="503"/>
                    <a:pt x="1" y="940"/>
                  </a:cubicBezTo>
                  <a:lnTo>
                    <a:pt x="1" y="2369"/>
                  </a:lnTo>
                  <a:cubicBezTo>
                    <a:pt x="1" y="2872"/>
                    <a:pt x="331" y="3309"/>
                    <a:pt x="821" y="3309"/>
                  </a:cubicBezTo>
                  <a:lnTo>
                    <a:pt x="18305" y="3309"/>
                  </a:lnTo>
                  <a:lnTo>
                    <a:pt x="18305" y="0"/>
                  </a:ln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p:nvPr/>
          </p:nvSpPr>
          <p:spPr>
            <a:xfrm>
              <a:off x="6052814" y="4898630"/>
              <a:ext cx="1011717" cy="91527"/>
            </a:xfrm>
            <a:custGeom>
              <a:rect b="b" l="l" r="r" t="t"/>
              <a:pathLst>
                <a:path extrusionOk="0" h="1656" w="18305">
                  <a:moveTo>
                    <a:pt x="1" y="1"/>
                  </a:moveTo>
                  <a:lnTo>
                    <a:pt x="1" y="715"/>
                  </a:lnTo>
                  <a:cubicBezTo>
                    <a:pt x="1" y="1218"/>
                    <a:pt x="331" y="1655"/>
                    <a:pt x="821" y="1655"/>
                  </a:cubicBezTo>
                  <a:lnTo>
                    <a:pt x="18305" y="1655"/>
                  </a:ln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5"/>
            <p:cNvSpPr/>
            <p:nvPr/>
          </p:nvSpPr>
          <p:spPr>
            <a:xfrm>
              <a:off x="5818028" y="4137120"/>
              <a:ext cx="1121428" cy="304372"/>
            </a:xfrm>
            <a:custGeom>
              <a:rect b="b" l="l" r="r" t="t"/>
              <a:pathLst>
                <a:path extrusionOk="0" h="5507" w="20290">
                  <a:moveTo>
                    <a:pt x="2316" y="1"/>
                  </a:moveTo>
                  <a:cubicBezTo>
                    <a:pt x="1046" y="1"/>
                    <a:pt x="0" y="927"/>
                    <a:pt x="0" y="2092"/>
                  </a:cubicBezTo>
                  <a:lnTo>
                    <a:pt x="0" y="3521"/>
                  </a:lnTo>
                  <a:cubicBezTo>
                    <a:pt x="0" y="4633"/>
                    <a:pt x="1046" y="5507"/>
                    <a:pt x="2316" y="5507"/>
                  </a:cubicBezTo>
                  <a:lnTo>
                    <a:pt x="20290" y="5507"/>
                  </a:lnTo>
                  <a:lnTo>
                    <a:pt x="20290" y="4408"/>
                  </a:lnTo>
                  <a:lnTo>
                    <a:pt x="20290" y="1099"/>
                  </a:lnTo>
                  <a:lnTo>
                    <a:pt x="202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5"/>
            <p:cNvSpPr/>
            <p:nvPr/>
          </p:nvSpPr>
          <p:spPr>
            <a:xfrm>
              <a:off x="5979692" y="4137120"/>
              <a:ext cx="1121428" cy="304372"/>
            </a:xfrm>
            <a:custGeom>
              <a:rect b="b" l="l" r="r" t="t"/>
              <a:pathLst>
                <a:path extrusionOk="0" h="5507" w="20290">
                  <a:moveTo>
                    <a:pt x="2263" y="1"/>
                  </a:moveTo>
                  <a:cubicBezTo>
                    <a:pt x="993" y="1"/>
                    <a:pt x="0" y="927"/>
                    <a:pt x="0" y="2092"/>
                  </a:cubicBezTo>
                  <a:lnTo>
                    <a:pt x="0" y="3521"/>
                  </a:lnTo>
                  <a:cubicBezTo>
                    <a:pt x="0" y="4633"/>
                    <a:pt x="993" y="5507"/>
                    <a:pt x="2263" y="5507"/>
                  </a:cubicBezTo>
                  <a:lnTo>
                    <a:pt x="20290" y="5507"/>
                  </a:lnTo>
                  <a:lnTo>
                    <a:pt x="20290" y="4408"/>
                  </a:lnTo>
                  <a:lnTo>
                    <a:pt x="2144" y="4408"/>
                  </a:lnTo>
                  <a:cubicBezTo>
                    <a:pt x="1707" y="4408"/>
                    <a:pt x="1324" y="3971"/>
                    <a:pt x="1324" y="3468"/>
                  </a:cubicBezTo>
                  <a:lnTo>
                    <a:pt x="1324" y="2039"/>
                  </a:lnTo>
                  <a:cubicBezTo>
                    <a:pt x="1324" y="1589"/>
                    <a:pt x="1707" y="1099"/>
                    <a:pt x="2144" y="1099"/>
                  </a:cubicBezTo>
                  <a:lnTo>
                    <a:pt x="20290" y="1099"/>
                  </a:lnTo>
                  <a:lnTo>
                    <a:pt x="2029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5"/>
            <p:cNvSpPr/>
            <p:nvPr/>
          </p:nvSpPr>
          <p:spPr>
            <a:xfrm>
              <a:off x="6052814" y="4197862"/>
              <a:ext cx="1011717" cy="182944"/>
            </a:xfrm>
            <a:custGeom>
              <a:rect b="b" l="l" r="r" t="t"/>
              <a:pathLst>
                <a:path extrusionOk="0" h="3310" w="18305">
                  <a:moveTo>
                    <a:pt x="821" y="0"/>
                  </a:moveTo>
                  <a:cubicBezTo>
                    <a:pt x="331" y="0"/>
                    <a:pt x="1" y="490"/>
                    <a:pt x="1" y="940"/>
                  </a:cubicBezTo>
                  <a:lnTo>
                    <a:pt x="1" y="2369"/>
                  </a:lnTo>
                  <a:cubicBezTo>
                    <a:pt x="1" y="2872"/>
                    <a:pt x="331" y="3309"/>
                    <a:pt x="821" y="3309"/>
                  </a:cubicBezTo>
                  <a:lnTo>
                    <a:pt x="18305" y="3309"/>
                  </a:lnTo>
                  <a:lnTo>
                    <a:pt x="18305" y="0"/>
                  </a:ln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5"/>
            <p:cNvSpPr/>
            <p:nvPr/>
          </p:nvSpPr>
          <p:spPr>
            <a:xfrm>
              <a:off x="6052814" y="4289278"/>
              <a:ext cx="1011717" cy="91527"/>
            </a:xfrm>
            <a:custGeom>
              <a:rect b="b" l="l" r="r" t="t"/>
              <a:pathLst>
                <a:path extrusionOk="0" h="1656" w="18305">
                  <a:moveTo>
                    <a:pt x="1" y="1"/>
                  </a:moveTo>
                  <a:lnTo>
                    <a:pt x="1" y="715"/>
                  </a:lnTo>
                  <a:cubicBezTo>
                    <a:pt x="1" y="1218"/>
                    <a:pt x="331" y="1655"/>
                    <a:pt x="821" y="1655"/>
                  </a:cubicBezTo>
                  <a:lnTo>
                    <a:pt x="18305" y="1655"/>
                  </a:ln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5"/>
            <p:cNvSpPr/>
            <p:nvPr/>
          </p:nvSpPr>
          <p:spPr>
            <a:xfrm>
              <a:off x="5878714" y="4441437"/>
              <a:ext cx="1122202" cy="305090"/>
            </a:xfrm>
            <a:custGeom>
              <a:rect b="b" l="l" r="r" t="t"/>
              <a:pathLst>
                <a:path extrusionOk="0" h="5520" w="20304">
                  <a:moveTo>
                    <a:pt x="1" y="1"/>
                  </a:moveTo>
                  <a:lnTo>
                    <a:pt x="1" y="1112"/>
                  </a:lnTo>
                  <a:lnTo>
                    <a:pt x="1" y="4421"/>
                  </a:lnTo>
                  <a:lnTo>
                    <a:pt x="1" y="5520"/>
                  </a:lnTo>
                  <a:lnTo>
                    <a:pt x="18146" y="5520"/>
                  </a:lnTo>
                  <a:cubicBezTo>
                    <a:pt x="19417" y="5520"/>
                    <a:pt x="20303" y="4633"/>
                    <a:pt x="20303" y="3534"/>
                  </a:cubicBezTo>
                  <a:lnTo>
                    <a:pt x="20303" y="2105"/>
                  </a:lnTo>
                  <a:cubicBezTo>
                    <a:pt x="20303" y="940"/>
                    <a:pt x="19417" y="1"/>
                    <a:pt x="1814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5"/>
            <p:cNvSpPr/>
            <p:nvPr/>
          </p:nvSpPr>
          <p:spPr>
            <a:xfrm>
              <a:off x="5723626" y="4441437"/>
              <a:ext cx="1121484" cy="305090"/>
            </a:xfrm>
            <a:custGeom>
              <a:rect b="b" l="l" r="r" t="t"/>
              <a:pathLst>
                <a:path extrusionOk="0" h="5520" w="20291">
                  <a:moveTo>
                    <a:pt x="1" y="1"/>
                  </a:moveTo>
                  <a:lnTo>
                    <a:pt x="1" y="1112"/>
                  </a:lnTo>
                  <a:lnTo>
                    <a:pt x="18199" y="1112"/>
                  </a:lnTo>
                  <a:cubicBezTo>
                    <a:pt x="18636" y="1112"/>
                    <a:pt x="18967" y="1602"/>
                    <a:pt x="18967" y="2039"/>
                  </a:cubicBezTo>
                  <a:lnTo>
                    <a:pt x="18967" y="3481"/>
                  </a:lnTo>
                  <a:cubicBezTo>
                    <a:pt x="18967" y="3971"/>
                    <a:pt x="18636" y="4421"/>
                    <a:pt x="18199" y="4421"/>
                  </a:cubicBezTo>
                  <a:lnTo>
                    <a:pt x="1" y="4421"/>
                  </a:lnTo>
                  <a:lnTo>
                    <a:pt x="1" y="5520"/>
                  </a:lnTo>
                  <a:lnTo>
                    <a:pt x="18093" y="5520"/>
                  </a:lnTo>
                  <a:cubicBezTo>
                    <a:pt x="19351" y="5520"/>
                    <a:pt x="20290" y="4633"/>
                    <a:pt x="20290" y="3534"/>
                  </a:cubicBezTo>
                  <a:lnTo>
                    <a:pt x="20290" y="2105"/>
                  </a:lnTo>
                  <a:cubicBezTo>
                    <a:pt x="20290" y="940"/>
                    <a:pt x="19351" y="1"/>
                    <a:pt x="180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5"/>
            <p:cNvSpPr/>
            <p:nvPr/>
          </p:nvSpPr>
          <p:spPr>
            <a:xfrm>
              <a:off x="5760215" y="4502897"/>
              <a:ext cx="1011717" cy="182944"/>
            </a:xfrm>
            <a:custGeom>
              <a:rect b="b" l="l" r="r" t="t"/>
              <a:pathLst>
                <a:path extrusionOk="0" h="3310" w="18305">
                  <a:moveTo>
                    <a:pt x="0" y="0"/>
                  </a:moveTo>
                  <a:lnTo>
                    <a:pt x="0" y="3309"/>
                  </a:lnTo>
                  <a:lnTo>
                    <a:pt x="17537" y="3309"/>
                  </a:lnTo>
                  <a:cubicBezTo>
                    <a:pt x="18027" y="3309"/>
                    <a:pt x="18305" y="2859"/>
                    <a:pt x="18305" y="2369"/>
                  </a:cubicBezTo>
                  <a:lnTo>
                    <a:pt x="18305" y="927"/>
                  </a:lnTo>
                  <a:cubicBezTo>
                    <a:pt x="18305" y="490"/>
                    <a:pt x="18027" y="0"/>
                    <a:pt x="17537"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p:nvPr/>
          </p:nvSpPr>
          <p:spPr>
            <a:xfrm>
              <a:off x="5760215" y="4594314"/>
              <a:ext cx="1011717" cy="91527"/>
            </a:xfrm>
            <a:custGeom>
              <a:rect b="b" l="l" r="r" t="t"/>
              <a:pathLst>
                <a:path extrusionOk="0" h="1656" w="18305">
                  <a:moveTo>
                    <a:pt x="0" y="1"/>
                  </a:moveTo>
                  <a:lnTo>
                    <a:pt x="0" y="1655"/>
                  </a:lnTo>
                  <a:lnTo>
                    <a:pt x="17537" y="1655"/>
                  </a:lnTo>
                  <a:cubicBezTo>
                    <a:pt x="18027" y="1655"/>
                    <a:pt x="18305" y="1205"/>
                    <a:pt x="18305" y="715"/>
                  </a:cubicBez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5"/>
            <p:cNvSpPr/>
            <p:nvPr/>
          </p:nvSpPr>
          <p:spPr>
            <a:xfrm>
              <a:off x="5485910" y="4847726"/>
              <a:ext cx="200077" cy="203836"/>
            </a:xfrm>
            <a:custGeom>
              <a:rect b="b" l="l" r="r" t="t"/>
              <a:pathLst>
                <a:path extrusionOk="0" h="3688" w="3620">
                  <a:moveTo>
                    <a:pt x="1020" y="0"/>
                  </a:moveTo>
                  <a:cubicBezTo>
                    <a:pt x="495" y="0"/>
                    <a:pt x="74" y="143"/>
                    <a:pt x="0" y="485"/>
                  </a:cubicBezTo>
                  <a:lnTo>
                    <a:pt x="1152" y="3688"/>
                  </a:lnTo>
                  <a:lnTo>
                    <a:pt x="3468" y="1305"/>
                  </a:lnTo>
                  <a:cubicBezTo>
                    <a:pt x="3619" y="602"/>
                    <a:pt x="2099" y="0"/>
                    <a:pt x="10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5"/>
            <p:cNvSpPr/>
            <p:nvPr/>
          </p:nvSpPr>
          <p:spPr>
            <a:xfrm>
              <a:off x="5528302" y="4988168"/>
              <a:ext cx="64445" cy="63395"/>
            </a:xfrm>
            <a:custGeom>
              <a:rect b="b" l="l" r="r" t="t"/>
              <a:pathLst>
                <a:path extrusionOk="0" h="1147" w="1166">
                  <a:moveTo>
                    <a:pt x="349" y="0"/>
                  </a:moveTo>
                  <a:cubicBezTo>
                    <a:pt x="216" y="0"/>
                    <a:pt x="102" y="26"/>
                    <a:pt x="1" y="88"/>
                  </a:cubicBezTo>
                  <a:lnTo>
                    <a:pt x="385" y="1147"/>
                  </a:lnTo>
                  <a:lnTo>
                    <a:pt x="1166" y="313"/>
                  </a:lnTo>
                  <a:cubicBezTo>
                    <a:pt x="1046" y="207"/>
                    <a:pt x="835" y="88"/>
                    <a:pt x="663" y="35"/>
                  </a:cubicBezTo>
                  <a:cubicBezTo>
                    <a:pt x="547" y="13"/>
                    <a:pt x="444" y="0"/>
                    <a:pt x="3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5"/>
            <p:cNvSpPr/>
            <p:nvPr/>
          </p:nvSpPr>
          <p:spPr>
            <a:xfrm>
              <a:off x="5644646" y="4085222"/>
              <a:ext cx="228265" cy="152158"/>
            </a:xfrm>
            <a:custGeom>
              <a:rect b="b" l="l" r="r" t="t"/>
              <a:pathLst>
                <a:path extrusionOk="0" h="2753" w="4130">
                  <a:moveTo>
                    <a:pt x="768" y="0"/>
                  </a:moveTo>
                  <a:cubicBezTo>
                    <a:pt x="543" y="0"/>
                    <a:pt x="384" y="106"/>
                    <a:pt x="331" y="278"/>
                  </a:cubicBezTo>
                  <a:lnTo>
                    <a:pt x="53" y="1602"/>
                  </a:lnTo>
                  <a:cubicBezTo>
                    <a:pt x="0" y="1654"/>
                    <a:pt x="53" y="1760"/>
                    <a:pt x="53" y="1866"/>
                  </a:cubicBezTo>
                  <a:cubicBezTo>
                    <a:pt x="106" y="1932"/>
                    <a:pt x="159" y="1985"/>
                    <a:pt x="265" y="2038"/>
                  </a:cubicBezTo>
                  <a:lnTo>
                    <a:pt x="331" y="2038"/>
                  </a:lnTo>
                  <a:lnTo>
                    <a:pt x="3362" y="2753"/>
                  </a:lnTo>
                  <a:cubicBezTo>
                    <a:pt x="3415" y="2753"/>
                    <a:pt x="3521" y="2753"/>
                    <a:pt x="3640" y="2700"/>
                  </a:cubicBezTo>
                  <a:cubicBezTo>
                    <a:pt x="3693" y="2647"/>
                    <a:pt x="3746" y="2594"/>
                    <a:pt x="3799" y="2475"/>
                  </a:cubicBezTo>
                  <a:lnTo>
                    <a:pt x="4077" y="1204"/>
                  </a:lnTo>
                  <a:cubicBezTo>
                    <a:pt x="4130" y="993"/>
                    <a:pt x="4024" y="821"/>
                    <a:pt x="3799" y="768"/>
                  </a:cubicBezTo>
                  <a:lnTo>
                    <a:pt x="76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
            <p:cNvSpPr/>
            <p:nvPr/>
          </p:nvSpPr>
          <p:spPr>
            <a:xfrm>
              <a:off x="5645836" y="4137120"/>
              <a:ext cx="215829" cy="100260"/>
            </a:xfrm>
            <a:custGeom>
              <a:rect b="b" l="l" r="r" t="t"/>
              <a:pathLst>
                <a:path extrusionOk="0" h="1814" w="3905">
                  <a:moveTo>
                    <a:pt x="159" y="1"/>
                  </a:moveTo>
                  <a:lnTo>
                    <a:pt x="53" y="663"/>
                  </a:lnTo>
                  <a:cubicBezTo>
                    <a:pt x="0" y="715"/>
                    <a:pt x="53" y="821"/>
                    <a:pt x="53" y="927"/>
                  </a:cubicBezTo>
                  <a:cubicBezTo>
                    <a:pt x="106" y="993"/>
                    <a:pt x="159" y="1046"/>
                    <a:pt x="265" y="1099"/>
                  </a:cubicBezTo>
                  <a:lnTo>
                    <a:pt x="331" y="1099"/>
                  </a:lnTo>
                  <a:lnTo>
                    <a:pt x="3362" y="1814"/>
                  </a:lnTo>
                  <a:cubicBezTo>
                    <a:pt x="3415" y="1814"/>
                    <a:pt x="3521" y="1814"/>
                    <a:pt x="3640" y="1761"/>
                  </a:cubicBezTo>
                  <a:cubicBezTo>
                    <a:pt x="3693" y="1708"/>
                    <a:pt x="3746" y="1655"/>
                    <a:pt x="3799" y="1536"/>
                  </a:cubicBezTo>
                  <a:lnTo>
                    <a:pt x="3905" y="927"/>
                  </a:lnTo>
                  <a:lnTo>
                    <a:pt x="159"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5"/>
            <p:cNvSpPr/>
            <p:nvPr/>
          </p:nvSpPr>
          <p:spPr>
            <a:xfrm>
              <a:off x="5629280" y="4231521"/>
              <a:ext cx="209971" cy="688388"/>
            </a:xfrm>
            <a:custGeom>
              <a:rect b="b" l="l" r="r" t="t"/>
              <a:pathLst>
                <a:path extrusionOk="0" h="12455" w="3799">
                  <a:moveTo>
                    <a:pt x="2753" y="0"/>
                  </a:moveTo>
                  <a:lnTo>
                    <a:pt x="0" y="11528"/>
                  </a:lnTo>
                  <a:lnTo>
                    <a:pt x="874" y="12454"/>
                  </a:lnTo>
                  <a:lnTo>
                    <a:pt x="3799" y="278"/>
                  </a:lnTo>
                  <a:lnTo>
                    <a:pt x="275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5"/>
            <p:cNvSpPr/>
            <p:nvPr/>
          </p:nvSpPr>
          <p:spPr>
            <a:xfrm>
              <a:off x="5559032" y="4216156"/>
              <a:ext cx="222462" cy="685459"/>
            </a:xfrm>
            <a:custGeom>
              <a:rect b="b" l="l" r="r" t="t"/>
              <a:pathLst>
                <a:path extrusionOk="0" h="12402" w="4025">
                  <a:moveTo>
                    <a:pt x="2754" y="0"/>
                  </a:moveTo>
                  <a:lnTo>
                    <a:pt x="1" y="11475"/>
                  </a:lnTo>
                  <a:lnTo>
                    <a:pt x="437" y="12402"/>
                  </a:lnTo>
                  <a:lnTo>
                    <a:pt x="1271" y="11806"/>
                  </a:lnTo>
                  <a:lnTo>
                    <a:pt x="4024" y="278"/>
                  </a:lnTo>
                  <a:lnTo>
                    <a:pt x="27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5"/>
            <p:cNvSpPr/>
            <p:nvPr/>
          </p:nvSpPr>
          <p:spPr>
            <a:xfrm>
              <a:off x="5485910" y="4200791"/>
              <a:ext cx="225336" cy="673741"/>
            </a:xfrm>
            <a:custGeom>
              <a:rect b="b" l="l" r="r" t="t"/>
              <a:pathLst>
                <a:path extrusionOk="0" h="12190" w="4077">
                  <a:moveTo>
                    <a:pt x="2925" y="0"/>
                  </a:moveTo>
                  <a:lnTo>
                    <a:pt x="0" y="12190"/>
                  </a:lnTo>
                  <a:lnTo>
                    <a:pt x="0" y="12190"/>
                  </a:lnTo>
                  <a:lnTo>
                    <a:pt x="1324" y="11753"/>
                  </a:lnTo>
                  <a:lnTo>
                    <a:pt x="4077" y="278"/>
                  </a:lnTo>
                  <a:lnTo>
                    <a:pt x="292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
            <p:cNvSpPr/>
            <p:nvPr/>
          </p:nvSpPr>
          <p:spPr>
            <a:xfrm>
              <a:off x="5616845" y="4167132"/>
              <a:ext cx="240701" cy="161720"/>
            </a:xfrm>
            <a:custGeom>
              <a:rect b="b" l="l" r="r" t="t"/>
              <a:pathLst>
                <a:path extrusionOk="0" h="2926" w="4355">
                  <a:moveTo>
                    <a:pt x="834" y="0"/>
                  </a:moveTo>
                  <a:cubicBezTo>
                    <a:pt x="715" y="0"/>
                    <a:pt x="609" y="0"/>
                    <a:pt x="556" y="53"/>
                  </a:cubicBezTo>
                  <a:cubicBezTo>
                    <a:pt x="437" y="120"/>
                    <a:pt x="384" y="225"/>
                    <a:pt x="331" y="278"/>
                  </a:cubicBezTo>
                  <a:lnTo>
                    <a:pt x="53" y="1655"/>
                  </a:lnTo>
                  <a:cubicBezTo>
                    <a:pt x="0" y="1880"/>
                    <a:pt x="106" y="2105"/>
                    <a:pt x="331" y="2105"/>
                  </a:cubicBezTo>
                  <a:lnTo>
                    <a:pt x="3534" y="2925"/>
                  </a:lnTo>
                  <a:cubicBezTo>
                    <a:pt x="3746" y="2925"/>
                    <a:pt x="3971" y="2819"/>
                    <a:pt x="4024" y="2594"/>
                  </a:cubicBezTo>
                  <a:lnTo>
                    <a:pt x="4302" y="1271"/>
                  </a:lnTo>
                  <a:cubicBezTo>
                    <a:pt x="4355" y="1165"/>
                    <a:pt x="4302" y="1046"/>
                    <a:pt x="4249" y="940"/>
                  </a:cubicBezTo>
                  <a:cubicBezTo>
                    <a:pt x="4196" y="887"/>
                    <a:pt x="4143" y="834"/>
                    <a:pt x="4077" y="834"/>
                  </a:cubicBezTo>
                  <a:lnTo>
                    <a:pt x="4024" y="781"/>
                  </a:lnTo>
                  <a:lnTo>
                    <a:pt x="834" y="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5"/>
            <p:cNvSpPr/>
            <p:nvPr/>
          </p:nvSpPr>
          <p:spPr>
            <a:xfrm>
              <a:off x="5629280" y="4167132"/>
              <a:ext cx="228265" cy="106837"/>
            </a:xfrm>
            <a:custGeom>
              <a:rect b="b" l="l" r="r" t="t"/>
              <a:pathLst>
                <a:path extrusionOk="0" h="1933" w="4130">
                  <a:moveTo>
                    <a:pt x="609" y="0"/>
                  </a:moveTo>
                  <a:cubicBezTo>
                    <a:pt x="490" y="0"/>
                    <a:pt x="384" y="0"/>
                    <a:pt x="331" y="53"/>
                  </a:cubicBezTo>
                  <a:cubicBezTo>
                    <a:pt x="212" y="120"/>
                    <a:pt x="159" y="225"/>
                    <a:pt x="106" y="278"/>
                  </a:cubicBezTo>
                  <a:lnTo>
                    <a:pt x="0" y="940"/>
                  </a:lnTo>
                  <a:lnTo>
                    <a:pt x="3918" y="1933"/>
                  </a:lnTo>
                  <a:lnTo>
                    <a:pt x="4077" y="1271"/>
                  </a:lnTo>
                  <a:cubicBezTo>
                    <a:pt x="4130" y="1165"/>
                    <a:pt x="4077" y="1046"/>
                    <a:pt x="4024" y="940"/>
                  </a:cubicBezTo>
                  <a:cubicBezTo>
                    <a:pt x="3971" y="887"/>
                    <a:pt x="3918" y="834"/>
                    <a:pt x="3852" y="834"/>
                  </a:cubicBezTo>
                  <a:lnTo>
                    <a:pt x="3799" y="781"/>
                  </a:lnTo>
                  <a:lnTo>
                    <a:pt x="609" y="0"/>
                  </a:lnTo>
                  <a:close/>
                </a:path>
              </a:pathLst>
            </a:custGeom>
            <a:solidFill>
              <a:srgbClr val="FAF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5"/>
            <p:cNvSpPr/>
            <p:nvPr/>
          </p:nvSpPr>
          <p:spPr>
            <a:xfrm>
              <a:off x="5626351" y="4160499"/>
              <a:ext cx="243630" cy="80584"/>
            </a:xfrm>
            <a:custGeom>
              <a:rect b="b" l="l" r="r" t="t"/>
              <a:pathLst>
                <a:path extrusionOk="0" h="1458" w="4408">
                  <a:moveTo>
                    <a:pt x="263" y="0"/>
                  </a:moveTo>
                  <a:cubicBezTo>
                    <a:pt x="159" y="0"/>
                    <a:pt x="53" y="87"/>
                    <a:pt x="53" y="173"/>
                  </a:cubicBezTo>
                  <a:cubicBezTo>
                    <a:pt x="0" y="345"/>
                    <a:pt x="106" y="504"/>
                    <a:pt x="212" y="504"/>
                  </a:cubicBezTo>
                  <a:lnTo>
                    <a:pt x="4077" y="1444"/>
                  </a:lnTo>
                  <a:cubicBezTo>
                    <a:pt x="4106" y="1454"/>
                    <a:pt x="4134" y="1458"/>
                    <a:pt x="4160" y="1458"/>
                  </a:cubicBezTo>
                  <a:cubicBezTo>
                    <a:pt x="4277" y="1458"/>
                    <a:pt x="4364" y="1372"/>
                    <a:pt x="4408" y="1285"/>
                  </a:cubicBezTo>
                  <a:cubicBezTo>
                    <a:pt x="4408" y="1113"/>
                    <a:pt x="4355" y="1007"/>
                    <a:pt x="4183" y="954"/>
                  </a:cubicBezTo>
                  <a:lnTo>
                    <a:pt x="331" y="15"/>
                  </a:lnTo>
                  <a:cubicBezTo>
                    <a:pt x="309" y="5"/>
                    <a:pt x="286" y="0"/>
                    <a:pt x="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5"/>
            <p:cNvSpPr/>
            <p:nvPr/>
          </p:nvSpPr>
          <p:spPr>
            <a:xfrm>
              <a:off x="5604409" y="4254476"/>
              <a:ext cx="244349" cy="79865"/>
            </a:xfrm>
            <a:custGeom>
              <a:rect b="b" l="l" r="r" t="t"/>
              <a:pathLst>
                <a:path extrusionOk="0" h="1445" w="4421">
                  <a:moveTo>
                    <a:pt x="331" y="1"/>
                  </a:moveTo>
                  <a:cubicBezTo>
                    <a:pt x="225" y="1"/>
                    <a:pt x="66" y="54"/>
                    <a:pt x="66" y="226"/>
                  </a:cubicBezTo>
                  <a:cubicBezTo>
                    <a:pt x="0" y="332"/>
                    <a:pt x="119" y="491"/>
                    <a:pt x="225" y="491"/>
                  </a:cubicBezTo>
                  <a:lnTo>
                    <a:pt x="4090" y="1430"/>
                  </a:lnTo>
                  <a:cubicBezTo>
                    <a:pt x="4119" y="1440"/>
                    <a:pt x="4147" y="1444"/>
                    <a:pt x="4173" y="1444"/>
                  </a:cubicBezTo>
                  <a:cubicBezTo>
                    <a:pt x="4290" y="1444"/>
                    <a:pt x="4378" y="1358"/>
                    <a:pt x="4421" y="1271"/>
                  </a:cubicBezTo>
                  <a:cubicBezTo>
                    <a:pt x="4421" y="1099"/>
                    <a:pt x="4368" y="994"/>
                    <a:pt x="4196" y="941"/>
                  </a:cubicBezTo>
                  <a:lnTo>
                    <a:pt x="33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p:nvPr/>
          </p:nvSpPr>
          <p:spPr>
            <a:xfrm>
              <a:off x="6376144" y="3457797"/>
              <a:ext cx="158072" cy="233903"/>
            </a:xfrm>
            <a:custGeom>
              <a:rect b="b" l="l" r="r" t="t"/>
              <a:pathLst>
                <a:path extrusionOk="0" h="4232" w="2860">
                  <a:moveTo>
                    <a:pt x="2381" y="0"/>
                  </a:moveTo>
                  <a:cubicBezTo>
                    <a:pt x="2298" y="0"/>
                    <a:pt x="2214" y="33"/>
                    <a:pt x="2145" y="102"/>
                  </a:cubicBezTo>
                  <a:cubicBezTo>
                    <a:pt x="2039" y="155"/>
                    <a:pt x="1" y="1532"/>
                    <a:pt x="384" y="3901"/>
                  </a:cubicBezTo>
                  <a:cubicBezTo>
                    <a:pt x="437" y="4073"/>
                    <a:pt x="596" y="4231"/>
                    <a:pt x="821" y="4231"/>
                  </a:cubicBezTo>
                  <a:lnTo>
                    <a:pt x="874" y="4231"/>
                  </a:lnTo>
                  <a:cubicBezTo>
                    <a:pt x="1099" y="4179"/>
                    <a:pt x="1258" y="3954"/>
                    <a:pt x="1205" y="3742"/>
                  </a:cubicBezTo>
                  <a:cubicBezTo>
                    <a:pt x="927" y="1968"/>
                    <a:pt x="2528" y="817"/>
                    <a:pt x="2581" y="817"/>
                  </a:cubicBezTo>
                  <a:cubicBezTo>
                    <a:pt x="2806" y="645"/>
                    <a:pt x="2859" y="380"/>
                    <a:pt x="2701" y="208"/>
                  </a:cubicBezTo>
                  <a:cubicBezTo>
                    <a:pt x="2629" y="73"/>
                    <a:pt x="2506" y="0"/>
                    <a:pt x="2381" y="0"/>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5"/>
            <p:cNvSpPr/>
            <p:nvPr/>
          </p:nvSpPr>
          <p:spPr>
            <a:xfrm>
              <a:off x="6180820" y="3609734"/>
              <a:ext cx="527497" cy="527442"/>
            </a:xfrm>
            <a:custGeom>
              <a:rect b="b" l="l" r="r" t="t"/>
              <a:pathLst>
                <a:path extrusionOk="0" h="9543" w="9544">
                  <a:moveTo>
                    <a:pt x="4739" y="0"/>
                  </a:moveTo>
                  <a:cubicBezTo>
                    <a:pt x="2145" y="0"/>
                    <a:pt x="1" y="2144"/>
                    <a:pt x="1" y="4791"/>
                  </a:cubicBezTo>
                  <a:cubicBezTo>
                    <a:pt x="1" y="7385"/>
                    <a:pt x="2145" y="9543"/>
                    <a:pt x="4739" y="9543"/>
                  </a:cubicBezTo>
                  <a:cubicBezTo>
                    <a:pt x="7386" y="9543"/>
                    <a:pt x="9543" y="7385"/>
                    <a:pt x="9543" y="4791"/>
                  </a:cubicBezTo>
                  <a:cubicBezTo>
                    <a:pt x="9543" y="2144"/>
                    <a:pt x="7386" y="0"/>
                    <a:pt x="473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5"/>
            <p:cNvSpPr/>
            <p:nvPr/>
          </p:nvSpPr>
          <p:spPr>
            <a:xfrm>
              <a:off x="6241562" y="3659421"/>
              <a:ext cx="207815" cy="145692"/>
            </a:xfrm>
            <a:custGeom>
              <a:rect b="b" l="l" r="r" t="t"/>
              <a:pathLst>
                <a:path extrusionOk="0" h="2636" w="3760">
                  <a:moveTo>
                    <a:pt x="2633" y="1"/>
                  </a:moveTo>
                  <a:cubicBezTo>
                    <a:pt x="2247" y="1"/>
                    <a:pt x="1778" y="140"/>
                    <a:pt x="1324" y="425"/>
                  </a:cubicBezTo>
                  <a:cubicBezTo>
                    <a:pt x="450" y="914"/>
                    <a:pt x="0" y="1748"/>
                    <a:pt x="278" y="2238"/>
                  </a:cubicBezTo>
                  <a:cubicBezTo>
                    <a:pt x="439" y="2509"/>
                    <a:pt x="746" y="2635"/>
                    <a:pt x="1120" y="2635"/>
                  </a:cubicBezTo>
                  <a:cubicBezTo>
                    <a:pt x="1513" y="2635"/>
                    <a:pt x="1981" y="2496"/>
                    <a:pt x="2436" y="2238"/>
                  </a:cubicBezTo>
                  <a:cubicBezTo>
                    <a:pt x="3309" y="1695"/>
                    <a:pt x="3759" y="861"/>
                    <a:pt x="3428" y="372"/>
                  </a:cubicBezTo>
                  <a:cubicBezTo>
                    <a:pt x="3293" y="127"/>
                    <a:pt x="3000" y="1"/>
                    <a:pt x="263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5"/>
            <p:cNvSpPr/>
            <p:nvPr/>
          </p:nvSpPr>
          <p:spPr>
            <a:xfrm>
              <a:off x="6189608" y="3719445"/>
              <a:ext cx="518709" cy="417731"/>
            </a:xfrm>
            <a:custGeom>
              <a:rect b="b" l="l" r="r" t="t"/>
              <a:pathLst>
                <a:path extrusionOk="0" h="7558" w="9385">
                  <a:moveTo>
                    <a:pt x="8445" y="0"/>
                  </a:moveTo>
                  <a:lnTo>
                    <a:pt x="8445" y="0"/>
                  </a:lnTo>
                  <a:cubicBezTo>
                    <a:pt x="8551" y="437"/>
                    <a:pt x="8603" y="821"/>
                    <a:pt x="8603" y="1271"/>
                  </a:cubicBezTo>
                  <a:cubicBezTo>
                    <a:pt x="8603" y="3918"/>
                    <a:pt x="6512" y="6009"/>
                    <a:pt x="3865" y="6009"/>
                  </a:cubicBezTo>
                  <a:cubicBezTo>
                    <a:pt x="2264" y="6009"/>
                    <a:pt x="887" y="5242"/>
                    <a:pt x="1" y="4024"/>
                  </a:cubicBezTo>
                  <a:lnTo>
                    <a:pt x="1" y="4024"/>
                  </a:lnTo>
                  <a:cubicBezTo>
                    <a:pt x="556" y="6062"/>
                    <a:pt x="2436" y="7558"/>
                    <a:pt x="4580" y="7558"/>
                  </a:cubicBezTo>
                  <a:cubicBezTo>
                    <a:pt x="7227" y="7558"/>
                    <a:pt x="9384" y="5400"/>
                    <a:pt x="9384" y="2806"/>
                  </a:cubicBezTo>
                  <a:cubicBezTo>
                    <a:pt x="9384" y="1761"/>
                    <a:pt x="9053" y="821"/>
                    <a:pt x="8445" y="0"/>
                  </a:cubicBez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25"/>
          <p:cNvGrpSpPr/>
          <p:nvPr/>
        </p:nvGrpSpPr>
        <p:grpSpPr>
          <a:xfrm>
            <a:off x="1267546" y="2652268"/>
            <a:ext cx="2204156" cy="3249434"/>
            <a:chOff x="1330834" y="3033268"/>
            <a:chExt cx="2204156" cy="3249434"/>
          </a:xfrm>
        </p:grpSpPr>
        <p:grpSp>
          <p:nvGrpSpPr>
            <p:cNvPr id="501" name="Google Shape;501;p25"/>
            <p:cNvGrpSpPr/>
            <p:nvPr/>
          </p:nvGrpSpPr>
          <p:grpSpPr>
            <a:xfrm>
              <a:off x="1330834" y="3793115"/>
              <a:ext cx="868990" cy="1258447"/>
              <a:chOff x="3235834" y="3793115"/>
              <a:chExt cx="868990" cy="1258447"/>
            </a:xfrm>
          </p:grpSpPr>
          <p:sp>
            <p:nvSpPr>
              <p:cNvPr id="502" name="Google Shape;502;p25"/>
              <p:cNvSpPr/>
              <p:nvPr/>
            </p:nvSpPr>
            <p:spPr>
              <a:xfrm>
                <a:off x="3236476" y="3795496"/>
                <a:ext cx="868347" cy="1256066"/>
              </a:xfrm>
              <a:custGeom>
                <a:rect b="b" l="l" r="r" t="t"/>
                <a:pathLst>
                  <a:path extrusionOk="0" h="22726" w="15711">
                    <a:moveTo>
                      <a:pt x="1099" y="1"/>
                    </a:moveTo>
                    <a:cubicBezTo>
                      <a:pt x="490" y="1"/>
                      <a:pt x="1" y="491"/>
                      <a:pt x="1" y="1099"/>
                    </a:cubicBezTo>
                    <a:lnTo>
                      <a:pt x="1" y="21614"/>
                    </a:lnTo>
                    <a:cubicBezTo>
                      <a:pt x="1" y="22223"/>
                      <a:pt x="490" y="22726"/>
                      <a:pt x="1099" y="22726"/>
                    </a:cubicBezTo>
                    <a:lnTo>
                      <a:pt x="14612" y="22726"/>
                    </a:lnTo>
                    <a:cubicBezTo>
                      <a:pt x="15221" y="22726"/>
                      <a:pt x="15711" y="22223"/>
                      <a:pt x="15711" y="21614"/>
                    </a:cubicBezTo>
                    <a:lnTo>
                      <a:pt x="15711" y="1099"/>
                    </a:lnTo>
                    <a:cubicBezTo>
                      <a:pt x="15711" y="491"/>
                      <a:pt x="15221" y="1"/>
                      <a:pt x="146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5"/>
              <p:cNvGrpSpPr/>
              <p:nvPr/>
            </p:nvGrpSpPr>
            <p:grpSpPr>
              <a:xfrm>
                <a:off x="3235834" y="3793115"/>
                <a:ext cx="865418" cy="1258447"/>
                <a:chOff x="3235834" y="3793115"/>
                <a:chExt cx="865418" cy="1258447"/>
              </a:xfrm>
            </p:grpSpPr>
            <p:sp>
              <p:nvSpPr>
                <p:cNvPr id="504" name="Google Shape;504;p25"/>
                <p:cNvSpPr/>
                <p:nvPr/>
              </p:nvSpPr>
              <p:spPr>
                <a:xfrm>
                  <a:off x="3235834" y="3793115"/>
                  <a:ext cx="865418" cy="389985"/>
                </a:xfrm>
                <a:custGeom>
                  <a:rect b="b" l="l" r="r" t="t"/>
                  <a:pathLst>
                    <a:path extrusionOk="0" h="7056" w="15658">
                      <a:moveTo>
                        <a:pt x="1046" y="1"/>
                      </a:moveTo>
                      <a:cubicBezTo>
                        <a:pt x="437" y="1"/>
                        <a:pt x="1" y="491"/>
                        <a:pt x="1" y="1099"/>
                      </a:cubicBezTo>
                      <a:lnTo>
                        <a:pt x="1" y="7055"/>
                      </a:lnTo>
                      <a:lnTo>
                        <a:pt x="15658" y="7055"/>
                      </a:lnTo>
                      <a:lnTo>
                        <a:pt x="15658" y="1099"/>
                      </a:lnTo>
                      <a:cubicBezTo>
                        <a:pt x="15658" y="491"/>
                        <a:pt x="15168" y="1"/>
                        <a:pt x="145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5"/>
                <p:cNvSpPr/>
                <p:nvPr/>
              </p:nvSpPr>
              <p:spPr>
                <a:xfrm>
                  <a:off x="3306725" y="3905262"/>
                  <a:ext cx="719118" cy="182888"/>
                </a:xfrm>
                <a:custGeom>
                  <a:rect b="b" l="l" r="r" t="t"/>
                  <a:pathLst>
                    <a:path extrusionOk="0" h="3309" w="13011">
                      <a:moveTo>
                        <a:pt x="662" y="0"/>
                      </a:moveTo>
                      <a:cubicBezTo>
                        <a:pt x="278" y="0"/>
                        <a:pt x="0" y="278"/>
                        <a:pt x="0" y="662"/>
                      </a:cubicBezTo>
                      <a:lnTo>
                        <a:pt x="0" y="2647"/>
                      </a:lnTo>
                      <a:cubicBezTo>
                        <a:pt x="0" y="3031"/>
                        <a:pt x="278" y="3309"/>
                        <a:pt x="662" y="3309"/>
                      </a:cubicBezTo>
                      <a:lnTo>
                        <a:pt x="12349" y="3309"/>
                      </a:lnTo>
                      <a:cubicBezTo>
                        <a:pt x="12733" y="3309"/>
                        <a:pt x="13011" y="3031"/>
                        <a:pt x="13011" y="2647"/>
                      </a:cubicBezTo>
                      <a:lnTo>
                        <a:pt x="13011" y="662"/>
                      </a:lnTo>
                      <a:cubicBezTo>
                        <a:pt x="13011" y="278"/>
                        <a:pt x="12733" y="0"/>
                        <a:pt x="12349" y="0"/>
                      </a:cubicBezTo>
                      <a:close/>
                    </a:path>
                  </a:pathLst>
                </a:custGeom>
                <a:solidFill>
                  <a:srgbClr val="233E49"/>
                </a:solidFill>
                <a:ln cap="flat" cmpd="sng" w="9525">
                  <a:solidFill>
                    <a:srgbClr val="233E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5"/>
                <p:cNvSpPr/>
                <p:nvPr/>
              </p:nvSpPr>
              <p:spPr>
                <a:xfrm>
                  <a:off x="3309654" y="4261478"/>
                  <a:ext cx="146355" cy="143426"/>
                </a:xfrm>
                <a:custGeom>
                  <a:rect b="b" l="l" r="r" t="t"/>
                  <a:pathLst>
                    <a:path extrusionOk="0" h="2595" w="2648">
                      <a:moveTo>
                        <a:pt x="556" y="1"/>
                      </a:moveTo>
                      <a:cubicBezTo>
                        <a:pt x="278" y="1"/>
                        <a:pt x="0" y="226"/>
                        <a:pt x="0" y="504"/>
                      </a:cubicBezTo>
                      <a:lnTo>
                        <a:pt x="0" y="2052"/>
                      </a:lnTo>
                      <a:cubicBezTo>
                        <a:pt x="0" y="2383"/>
                        <a:pt x="278" y="2595"/>
                        <a:pt x="556" y="2595"/>
                      </a:cubicBezTo>
                      <a:lnTo>
                        <a:pt x="2091" y="2595"/>
                      </a:lnTo>
                      <a:cubicBezTo>
                        <a:pt x="2369" y="2595"/>
                        <a:pt x="2647" y="2383"/>
                        <a:pt x="2647" y="2052"/>
                      </a:cubicBezTo>
                      <a:lnTo>
                        <a:pt x="2647" y="504"/>
                      </a:lnTo>
                      <a:cubicBezTo>
                        <a:pt x="2647" y="226"/>
                        <a:pt x="2369" y="1"/>
                        <a:pt x="2091" y="1"/>
                      </a:cubicBez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5"/>
                <p:cNvSpPr/>
                <p:nvPr/>
              </p:nvSpPr>
              <p:spPr>
                <a:xfrm>
                  <a:off x="3501275" y="4261478"/>
                  <a:ext cx="143426" cy="143426"/>
                </a:xfrm>
                <a:custGeom>
                  <a:rect b="b" l="l" r="r" t="t"/>
                  <a:pathLst>
                    <a:path extrusionOk="0" h="2595" w="2595">
                      <a:moveTo>
                        <a:pt x="557" y="1"/>
                      </a:moveTo>
                      <a:cubicBezTo>
                        <a:pt x="226" y="1"/>
                        <a:pt x="1" y="226"/>
                        <a:pt x="1" y="504"/>
                      </a:cubicBezTo>
                      <a:lnTo>
                        <a:pt x="1" y="2052"/>
                      </a:lnTo>
                      <a:cubicBezTo>
                        <a:pt x="1" y="2383"/>
                        <a:pt x="226" y="2595"/>
                        <a:pt x="557" y="2595"/>
                      </a:cubicBezTo>
                      <a:lnTo>
                        <a:pt x="2105" y="2595"/>
                      </a:lnTo>
                      <a:cubicBezTo>
                        <a:pt x="2383" y="2595"/>
                        <a:pt x="2595" y="2383"/>
                        <a:pt x="2595" y="2052"/>
                      </a:cubicBezTo>
                      <a:lnTo>
                        <a:pt x="2595" y="504"/>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5"/>
                <p:cNvSpPr/>
                <p:nvPr/>
              </p:nvSpPr>
              <p:spPr>
                <a:xfrm>
                  <a:off x="3693670" y="4261478"/>
                  <a:ext cx="143426" cy="143426"/>
                </a:xfrm>
                <a:custGeom>
                  <a:rect b="b" l="l" r="r" t="t"/>
                  <a:pathLst>
                    <a:path extrusionOk="0" h="2595" w="2595">
                      <a:moveTo>
                        <a:pt x="490" y="1"/>
                      </a:moveTo>
                      <a:cubicBezTo>
                        <a:pt x="226" y="1"/>
                        <a:pt x="1" y="226"/>
                        <a:pt x="1" y="504"/>
                      </a:cubicBezTo>
                      <a:lnTo>
                        <a:pt x="1" y="2052"/>
                      </a:lnTo>
                      <a:cubicBezTo>
                        <a:pt x="1" y="2383"/>
                        <a:pt x="226" y="2595"/>
                        <a:pt x="490" y="2595"/>
                      </a:cubicBezTo>
                      <a:lnTo>
                        <a:pt x="2092" y="2595"/>
                      </a:lnTo>
                      <a:cubicBezTo>
                        <a:pt x="2370" y="2595"/>
                        <a:pt x="2595" y="2383"/>
                        <a:pt x="2595" y="2052"/>
                      </a:cubicBezTo>
                      <a:lnTo>
                        <a:pt x="2595" y="504"/>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5"/>
                <p:cNvSpPr/>
                <p:nvPr/>
              </p:nvSpPr>
              <p:spPr>
                <a:xfrm>
                  <a:off x="3309654" y="4453872"/>
                  <a:ext cx="146355" cy="143426"/>
                </a:xfrm>
                <a:custGeom>
                  <a:rect b="b" l="l" r="r" t="t"/>
                  <a:pathLst>
                    <a:path extrusionOk="0" h="2595" w="2648">
                      <a:moveTo>
                        <a:pt x="556" y="1"/>
                      </a:moveTo>
                      <a:cubicBezTo>
                        <a:pt x="278" y="1"/>
                        <a:pt x="0" y="226"/>
                        <a:pt x="0" y="556"/>
                      </a:cubicBezTo>
                      <a:lnTo>
                        <a:pt x="0" y="2092"/>
                      </a:lnTo>
                      <a:cubicBezTo>
                        <a:pt x="0" y="2370"/>
                        <a:pt x="278" y="2595"/>
                        <a:pt x="556" y="2595"/>
                      </a:cubicBezTo>
                      <a:lnTo>
                        <a:pt x="2091" y="2595"/>
                      </a:lnTo>
                      <a:cubicBezTo>
                        <a:pt x="2369" y="2595"/>
                        <a:pt x="2647" y="2370"/>
                        <a:pt x="2647" y="2092"/>
                      </a:cubicBezTo>
                      <a:lnTo>
                        <a:pt x="2647" y="556"/>
                      </a:lnTo>
                      <a:cubicBezTo>
                        <a:pt x="2647" y="226"/>
                        <a:pt x="2369" y="1"/>
                        <a:pt x="2091"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5"/>
                <p:cNvSpPr/>
                <p:nvPr/>
              </p:nvSpPr>
              <p:spPr>
                <a:xfrm>
                  <a:off x="3501275" y="4453872"/>
                  <a:ext cx="143426" cy="143426"/>
                </a:xfrm>
                <a:custGeom>
                  <a:rect b="b" l="l" r="r" t="t"/>
                  <a:pathLst>
                    <a:path extrusionOk="0" h="2595" w="2595">
                      <a:moveTo>
                        <a:pt x="557" y="1"/>
                      </a:moveTo>
                      <a:cubicBezTo>
                        <a:pt x="226" y="1"/>
                        <a:pt x="1" y="226"/>
                        <a:pt x="1" y="556"/>
                      </a:cubicBezTo>
                      <a:lnTo>
                        <a:pt x="1" y="2092"/>
                      </a:lnTo>
                      <a:cubicBezTo>
                        <a:pt x="1" y="2370"/>
                        <a:pt x="226" y="2595"/>
                        <a:pt x="557" y="2595"/>
                      </a:cubicBezTo>
                      <a:lnTo>
                        <a:pt x="2105" y="2595"/>
                      </a:lnTo>
                      <a:cubicBezTo>
                        <a:pt x="2383" y="2595"/>
                        <a:pt x="2595" y="2370"/>
                        <a:pt x="2595" y="2092"/>
                      </a:cubicBezTo>
                      <a:lnTo>
                        <a:pt x="2595" y="556"/>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5"/>
                <p:cNvSpPr/>
                <p:nvPr/>
              </p:nvSpPr>
              <p:spPr>
                <a:xfrm>
                  <a:off x="3693670" y="4453872"/>
                  <a:ext cx="143426" cy="143426"/>
                </a:xfrm>
                <a:custGeom>
                  <a:rect b="b" l="l" r="r" t="t"/>
                  <a:pathLst>
                    <a:path extrusionOk="0" h="2595" w="2595">
                      <a:moveTo>
                        <a:pt x="490" y="1"/>
                      </a:moveTo>
                      <a:cubicBezTo>
                        <a:pt x="226" y="1"/>
                        <a:pt x="1" y="226"/>
                        <a:pt x="1" y="556"/>
                      </a:cubicBezTo>
                      <a:lnTo>
                        <a:pt x="1" y="2092"/>
                      </a:lnTo>
                      <a:cubicBezTo>
                        <a:pt x="1" y="2370"/>
                        <a:pt x="226" y="2595"/>
                        <a:pt x="490" y="2595"/>
                      </a:cubicBezTo>
                      <a:lnTo>
                        <a:pt x="2092" y="2595"/>
                      </a:lnTo>
                      <a:cubicBezTo>
                        <a:pt x="2370" y="2595"/>
                        <a:pt x="2595" y="2370"/>
                        <a:pt x="2595" y="2092"/>
                      </a:cubicBezTo>
                      <a:lnTo>
                        <a:pt x="2595" y="556"/>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5"/>
                <p:cNvSpPr/>
                <p:nvPr/>
              </p:nvSpPr>
              <p:spPr>
                <a:xfrm>
                  <a:off x="3309654" y="4645549"/>
                  <a:ext cx="146355" cy="146355"/>
                </a:xfrm>
                <a:custGeom>
                  <a:rect b="b" l="l" r="r" t="t"/>
                  <a:pathLst>
                    <a:path extrusionOk="0" h="2648" w="2648">
                      <a:moveTo>
                        <a:pt x="556" y="0"/>
                      </a:moveTo>
                      <a:cubicBezTo>
                        <a:pt x="278" y="0"/>
                        <a:pt x="0" y="278"/>
                        <a:pt x="0" y="556"/>
                      </a:cubicBezTo>
                      <a:lnTo>
                        <a:pt x="0" y="2105"/>
                      </a:lnTo>
                      <a:cubicBezTo>
                        <a:pt x="0" y="2383"/>
                        <a:pt x="278" y="2647"/>
                        <a:pt x="556" y="2647"/>
                      </a:cubicBezTo>
                      <a:lnTo>
                        <a:pt x="2091" y="2647"/>
                      </a:lnTo>
                      <a:cubicBezTo>
                        <a:pt x="2369" y="2647"/>
                        <a:pt x="2647" y="2383"/>
                        <a:pt x="2647" y="2105"/>
                      </a:cubicBezTo>
                      <a:lnTo>
                        <a:pt x="2647" y="556"/>
                      </a:lnTo>
                      <a:cubicBezTo>
                        <a:pt x="2647" y="278"/>
                        <a:pt x="2369" y="0"/>
                        <a:pt x="2091" y="0"/>
                      </a:cubicBez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5"/>
                <p:cNvSpPr/>
                <p:nvPr/>
              </p:nvSpPr>
              <p:spPr>
                <a:xfrm>
                  <a:off x="3501275" y="4645549"/>
                  <a:ext cx="143426" cy="146355"/>
                </a:xfrm>
                <a:custGeom>
                  <a:rect b="b" l="l" r="r" t="t"/>
                  <a:pathLst>
                    <a:path extrusionOk="0" h="2648" w="2595">
                      <a:moveTo>
                        <a:pt x="557" y="0"/>
                      </a:moveTo>
                      <a:cubicBezTo>
                        <a:pt x="226" y="0"/>
                        <a:pt x="1" y="278"/>
                        <a:pt x="1" y="556"/>
                      </a:cubicBezTo>
                      <a:lnTo>
                        <a:pt x="1" y="2105"/>
                      </a:lnTo>
                      <a:cubicBezTo>
                        <a:pt x="1" y="2383"/>
                        <a:pt x="226" y="2647"/>
                        <a:pt x="557" y="2647"/>
                      </a:cubicBezTo>
                      <a:lnTo>
                        <a:pt x="2105" y="2647"/>
                      </a:lnTo>
                      <a:cubicBezTo>
                        <a:pt x="2383" y="2647"/>
                        <a:pt x="2595" y="2383"/>
                        <a:pt x="2595" y="2105"/>
                      </a:cubicBezTo>
                      <a:lnTo>
                        <a:pt x="2595" y="556"/>
                      </a:lnTo>
                      <a:cubicBezTo>
                        <a:pt x="2595" y="278"/>
                        <a:pt x="2383" y="0"/>
                        <a:pt x="2105" y="0"/>
                      </a:cubicBez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5"/>
                <p:cNvSpPr/>
                <p:nvPr/>
              </p:nvSpPr>
              <p:spPr>
                <a:xfrm>
                  <a:off x="3693670" y="4645549"/>
                  <a:ext cx="143426" cy="146355"/>
                </a:xfrm>
                <a:custGeom>
                  <a:rect b="b" l="l" r="r" t="t"/>
                  <a:pathLst>
                    <a:path extrusionOk="0" h="2648" w="2595">
                      <a:moveTo>
                        <a:pt x="490" y="0"/>
                      </a:moveTo>
                      <a:cubicBezTo>
                        <a:pt x="226" y="0"/>
                        <a:pt x="1" y="278"/>
                        <a:pt x="1" y="556"/>
                      </a:cubicBezTo>
                      <a:lnTo>
                        <a:pt x="1" y="2105"/>
                      </a:lnTo>
                      <a:cubicBezTo>
                        <a:pt x="1" y="2383"/>
                        <a:pt x="226" y="2647"/>
                        <a:pt x="490" y="2647"/>
                      </a:cubicBezTo>
                      <a:lnTo>
                        <a:pt x="2092" y="2647"/>
                      </a:lnTo>
                      <a:cubicBezTo>
                        <a:pt x="2370" y="2647"/>
                        <a:pt x="2595" y="2383"/>
                        <a:pt x="2595" y="2105"/>
                      </a:cubicBezTo>
                      <a:lnTo>
                        <a:pt x="2595" y="556"/>
                      </a:lnTo>
                      <a:cubicBezTo>
                        <a:pt x="2595" y="278"/>
                        <a:pt x="2370" y="0"/>
                        <a:pt x="2092"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5"/>
                <p:cNvSpPr/>
                <p:nvPr/>
              </p:nvSpPr>
              <p:spPr>
                <a:xfrm>
                  <a:off x="3309654" y="4840873"/>
                  <a:ext cx="146355" cy="143426"/>
                </a:xfrm>
                <a:custGeom>
                  <a:rect b="b" l="l" r="r" t="t"/>
                  <a:pathLst>
                    <a:path extrusionOk="0" h="2595" w="2648">
                      <a:moveTo>
                        <a:pt x="556" y="0"/>
                      </a:moveTo>
                      <a:cubicBezTo>
                        <a:pt x="278" y="0"/>
                        <a:pt x="0" y="225"/>
                        <a:pt x="0" y="503"/>
                      </a:cubicBezTo>
                      <a:lnTo>
                        <a:pt x="0" y="2091"/>
                      </a:lnTo>
                      <a:cubicBezTo>
                        <a:pt x="0" y="2369"/>
                        <a:pt x="278" y="2594"/>
                        <a:pt x="556" y="2594"/>
                      </a:cubicBezTo>
                      <a:lnTo>
                        <a:pt x="2091" y="2594"/>
                      </a:lnTo>
                      <a:cubicBezTo>
                        <a:pt x="2369" y="2594"/>
                        <a:pt x="2647" y="2369"/>
                        <a:pt x="2647" y="2091"/>
                      </a:cubicBezTo>
                      <a:lnTo>
                        <a:pt x="2647" y="503"/>
                      </a:lnTo>
                      <a:cubicBezTo>
                        <a:pt x="2647" y="225"/>
                        <a:pt x="2369" y="0"/>
                        <a:pt x="2091" y="0"/>
                      </a:cubicBez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5"/>
                <p:cNvSpPr/>
                <p:nvPr/>
              </p:nvSpPr>
              <p:spPr>
                <a:xfrm>
                  <a:off x="3501275" y="4840873"/>
                  <a:ext cx="143426" cy="143426"/>
                </a:xfrm>
                <a:custGeom>
                  <a:rect b="b" l="l" r="r" t="t"/>
                  <a:pathLst>
                    <a:path extrusionOk="0" h="2595" w="2595">
                      <a:moveTo>
                        <a:pt x="557" y="0"/>
                      </a:moveTo>
                      <a:cubicBezTo>
                        <a:pt x="226" y="0"/>
                        <a:pt x="1" y="225"/>
                        <a:pt x="1" y="503"/>
                      </a:cubicBezTo>
                      <a:lnTo>
                        <a:pt x="1" y="2091"/>
                      </a:lnTo>
                      <a:cubicBezTo>
                        <a:pt x="1" y="2369"/>
                        <a:pt x="226" y="2594"/>
                        <a:pt x="557" y="2594"/>
                      </a:cubicBezTo>
                      <a:lnTo>
                        <a:pt x="2105" y="2594"/>
                      </a:lnTo>
                      <a:cubicBezTo>
                        <a:pt x="2383" y="2594"/>
                        <a:pt x="2595" y="2369"/>
                        <a:pt x="2595" y="2091"/>
                      </a:cubicBezTo>
                      <a:lnTo>
                        <a:pt x="2595" y="503"/>
                      </a:lnTo>
                      <a:cubicBezTo>
                        <a:pt x="2595" y="225"/>
                        <a:pt x="2383" y="0"/>
                        <a:pt x="2105"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5"/>
                <p:cNvSpPr/>
                <p:nvPr/>
              </p:nvSpPr>
              <p:spPr>
                <a:xfrm>
                  <a:off x="3693670" y="4840873"/>
                  <a:ext cx="143426" cy="143426"/>
                </a:xfrm>
                <a:custGeom>
                  <a:rect b="b" l="l" r="r" t="t"/>
                  <a:pathLst>
                    <a:path extrusionOk="0" h="2595" w="2595">
                      <a:moveTo>
                        <a:pt x="490" y="0"/>
                      </a:moveTo>
                      <a:cubicBezTo>
                        <a:pt x="226" y="0"/>
                        <a:pt x="1" y="225"/>
                        <a:pt x="1" y="503"/>
                      </a:cubicBezTo>
                      <a:lnTo>
                        <a:pt x="1" y="2091"/>
                      </a:lnTo>
                      <a:cubicBezTo>
                        <a:pt x="1" y="2369"/>
                        <a:pt x="226" y="2594"/>
                        <a:pt x="490" y="2594"/>
                      </a:cubicBezTo>
                      <a:lnTo>
                        <a:pt x="2092" y="2594"/>
                      </a:lnTo>
                      <a:cubicBezTo>
                        <a:pt x="2370" y="2594"/>
                        <a:pt x="2595" y="2369"/>
                        <a:pt x="2595" y="2091"/>
                      </a:cubicBezTo>
                      <a:lnTo>
                        <a:pt x="2595" y="503"/>
                      </a:lnTo>
                      <a:cubicBezTo>
                        <a:pt x="2595" y="225"/>
                        <a:pt x="2370" y="0"/>
                        <a:pt x="2092"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5"/>
                <p:cNvSpPr/>
                <p:nvPr/>
              </p:nvSpPr>
              <p:spPr>
                <a:xfrm>
                  <a:off x="3855335" y="4185426"/>
                  <a:ext cx="243685" cy="866136"/>
                </a:xfrm>
                <a:custGeom>
                  <a:rect b="b" l="l" r="r" t="t"/>
                  <a:pathLst>
                    <a:path extrusionOk="0" h="15671" w="4409">
                      <a:moveTo>
                        <a:pt x="2595" y="1377"/>
                      </a:moveTo>
                      <a:cubicBezTo>
                        <a:pt x="2926" y="1377"/>
                        <a:pt x="3137" y="1602"/>
                        <a:pt x="3137" y="1880"/>
                      </a:cubicBezTo>
                      <a:lnTo>
                        <a:pt x="3137" y="3428"/>
                      </a:lnTo>
                      <a:cubicBezTo>
                        <a:pt x="3137" y="3759"/>
                        <a:pt x="2926" y="3971"/>
                        <a:pt x="2595" y="3971"/>
                      </a:cubicBezTo>
                      <a:lnTo>
                        <a:pt x="1046" y="3971"/>
                      </a:lnTo>
                      <a:cubicBezTo>
                        <a:pt x="768" y="3971"/>
                        <a:pt x="543" y="3759"/>
                        <a:pt x="543" y="3428"/>
                      </a:cubicBezTo>
                      <a:lnTo>
                        <a:pt x="543" y="1880"/>
                      </a:lnTo>
                      <a:cubicBezTo>
                        <a:pt x="543" y="1602"/>
                        <a:pt x="768" y="1377"/>
                        <a:pt x="1046" y="1377"/>
                      </a:cubicBezTo>
                      <a:close/>
                      <a:moveTo>
                        <a:pt x="2595" y="4858"/>
                      </a:moveTo>
                      <a:cubicBezTo>
                        <a:pt x="2926" y="4858"/>
                        <a:pt x="3137" y="5083"/>
                        <a:pt x="3137" y="5413"/>
                      </a:cubicBezTo>
                      <a:lnTo>
                        <a:pt x="3137" y="6949"/>
                      </a:lnTo>
                      <a:cubicBezTo>
                        <a:pt x="3137" y="7227"/>
                        <a:pt x="2926" y="7452"/>
                        <a:pt x="2595" y="7452"/>
                      </a:cubicBezTo>
                      <a:lnTo>
                        <a:pt x="1046" y="7452"/>
                      </a:lnTo>
                      <a:cubicBezTo>
                        <a:pt x="768" y="7452"/>
                        <a:pt x="543" y="7227"/>
                        <a:pt x="543" y="6949"/>
                      </a:cubicBezTo>
                      <a:lnTo>
                        <a:pt x="543" y="5413"/>
                      </a:lnTo>
                      <a:cubicBezTo>
                        <a:pt x="543" y="5083"/>
                        <a:pt x="768" y="4858"/>
                        <a:pt x="1046" y="4858"/>
                      </a:cubicBezTo>
                      <a:close/>
                      <a:moveTo>
                        <a:pt x="2595" y="8325"/>
                      </a:moveTo>
                      <a:cubicBezTo>
                        <a:pt x="2926" y="8325"/>
                        <a:pt x="3137" y="8603"/>
                        <a:pt x="3137" y="8881"/>
                      </a:cubicBezTo>
                      <a:lnTo>
                        <a:pt x="3137" y="13950"/>
                      </a:lnTo>
                      <a:cubicBezTo>
                        <a:pt x="3137" y="14228"/>
                        <a:pt x="2926" y="14453"/>
                        <a:pt x="2595" y="14453"/>
                      </a:cubicBezTo>
                      <a:lnTo>
                        <a:pt x="1046" y="14453"/>
                      </a:lnTo>
                      <a:cubicBezTo>
                        <a:pt x="768" y="14453"/>
                        <a:pt x="543" y="14228"/>
                        <a:pt x="543" y="13950"/>
                      </a:cubicBezTo>
                      <a:lnTo>
                        <a:pt x="543" y="8881"/>
                      </a:lnTo>
                      <a:cubicBezTo>
                        <a:pt x="543" y="8603"/>
                        <a:pt x="768" y="8325"/>
                        <a:pt x="1046" y="8325"/>
                      </a:cubicBezTo>
                      <a:close/>
                      <a:moveTo>
                        <a:pt x="1" y="0"/>
                      </a:moveTo>
                      <a:lnTo>
                        <a:pt x="1" y="15671"/>
                      </a:lnTo>
                      <a:lnTo>
                        <a:pt x="3415" y="15671"/>
                      </a:lnTo>
                      <a:cubicBezTo>
                        <a:pt x="3521" y="15671"/>
                        <a:pt x="3693" y="15605"/>
                        <a:pt x="3799" y="15605"/>
                      </a:cubicBezTo>
                      <a:cubicBezTo>
                        <a:pt x="4183" y="15446"/>
                        <a:pt x="4408" y="15009"/>
                        <a:pt x="4408" y="14559"/>
                      </a:cubicBezTo>
                      <a:lnTo>
                        <a:pt x="4408"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5"/>
                <p:cNvSpPr/>
                <p:nvPr/>
              </p:nvSpPr>
              <p:spPr>
                <a:xfrm>
                  <a:off x="3855335" y="3793115"/>
                  <a:ext cx="243685" cy="389985"/>
                </a:xfrm>
                <a:custGeom>
                  <a:rect b="b" l="l" r="r" t="t"/>
                  <a:pathLst>
                    <a:path extrusionOk="0" h="7056" w="4409">
                      <a:moveTo>
                        <a:pt x="1" y="1"/>
                      </a:moveTo>
                      <a:lnTo>
                        <a:pt x="1" y="1986"/>
                      </a:lnTo>
                      <a:lnTo>
                        <a:pt x="2423" y="1986"/>
                      </a:lnTo>
                      <a:cubicBezTo>
                        <a:pt x="2807" y="1986"/>
                        <a:pt x="3085" y="2264"/>
                        <a:pt x="3085" y="2648"/>
                      </a:cubicBezTo>
                      <a:lnTo>
                        <a:pt x="3085" y="4633"/>
                      </a:lnTo>
                      <a:cubicBezTo>
                        <a:pt x="3085" y="5017"/>
                        <a:pt x="2807" y="5295"/>
                        <a:pt x="2423" y="5295"/>
                      </a:cubicBezTo>
                      <a:lnTo>
                        <a:pt x="1" y="5295"/>
                      </a:lnTo>
                      <a:lnTo>
                        <a:pt x="1" y="7055"/>
                      </a:lnTo>
                      <a:lnTo>
                        <a:pt x="4408" y="7055"/>
                      </a:lnTo>
                      <a:lnTo>
                        <a:pt x="4408" y="1099"/>
                      </a:lnTo>
                      <a:cubicBezTo>
                        <a:pt x="4408" y="491"/>
                        <a:pt x="4024" y="1"/>
                        <a:pt x="34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5"/>
                <p:cNvSpPr/>
                <p:nvPr/>
              </p:nvSpPr>
              <p:spPr>
                <a:xfrm>
                  <a:off x="3855335" y="3905262"/>
                  <a:ext cx="170508" cy="182888"/>
                </a:xfrm>
                <a:custGeom>
                  <a:rect b="b" l="l" r="r" t="t"/>
                  <a:pathLst>
                    <a:path extrusionOk="0" h="3309" w="3085">
                      <a:moveTo>
                        <a:pt x="1" y="0"/>
                      </a:moveTo>
                      <a:lnTo>
                        <a:pt x="1" y="768"/>
                      </a:lnTo>
                      <a:lnTo>
                        <a:pt x="1761" y="768"/>
                      </a:lnTo>
                      <a:lnTo>
                        <a:pt x="1761" y="2594"/>
                      </a:lnTo>
                      <a:lnTo>
                        <a:pt x="1" y="2594"/>
                      </a:lnTo>
                      <a:lnTo>
                        <a:pt x="1" y="3309"/>
                      </a:lnTo>
                      <a:lnTo>
                        <a:pt x="2423" y="3309"/>
                      </a:lnTo>
                      <a:cubicBezTo>
                        <a:pt x="2807" y="3309"/>
                        <a:pt x="3085" y="3031"/>
                        <a:pt x="3085" y="2647"/>
                      </a:cubicBezTo>
                      <a:lnTo>
                        <a:pt x="3085" y="662"/>
                      </a:lnTo>
                      <a:cubicBezTo>
                        <a:pt x="3085" y="278"/>
                        <a:pt x="2807" y="0"/>
                        <a:pt x="2423" y="0"/>
                      </a:cubicBezTo>
                      <a:close/>
                    </a:path>
                  </a:pathLst>
                </a:custGeom>
                <a:solidFill>
                  <a:srgbClr val="233E49"/>
                </a:solidFill>
                <a:ln cap="flat" cmpd="sng" w="9525">
                  <a:solidFill>
                    <a:srgbClr val="233E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5"/>
                <p:cNvSpPr/>
                <p:nvPr/>
              </p:nvSpPr>
              <p:spPr>
                <a:xfrm>
                  <a:off x="3723681" y="3945499"/>
                  <a:ext cx="35870" cy="100260"/>
                </a:xfrm>
                <a:custGeom>
                  <a:rect b="b" l="l" r="r" t="t"/>
                  <a:pathLst>
                    <a:path extrusionOk="0" h="1814" w="649">
                      <a:moveTo>
                        <a:pt x="80" y="0"/>
                      </a:moveTo>
                      <a:cubicBezTo>
                        <a:pt x="67" y="0"/>
                        <a:pt x="40" y="13"/>
                        <a:pt x="27" y="13"/>
                      </a:cubicBezTo>
                      <a:cubicBezTo>
                        <a:pt x="14" y="27"/>
                        <a:pt x="0" y="40"/>
                        <a:pt x="0" y="66"/>
                      </a:cubicBezTo>
                      <a:cubicBezTo>
                        <a:pt x="0" y="93"/>
                        <a:pt x="14" y="106"/>
                        <a:pt x="27" y="106"/>
                      </a:cubicBezTo>
                      <a:cubicBezTo>
                        <a:pt x="40" y="106"/>
                        <a:pt x="67" y="119"/>
                        <a:pt x="80" y="119"/>
                      </a:cubicBezTo>
                      <a:lnTo>
                        <a:pt x="278" y="119"/>
                      </a:lnTo>
                      <a:cubicBezTo>
                        <a:pt x="278" y="132"/>
                        <a:pt x="292" y="132"/>
                        <a:pt x="292" y="146"/>
                      </a:cubicBezTo>
                      <a:cubicBezTo>
                        <a:pt x="292" y="146"/>
                        <a:pt x="292" y="159"/>
                        <a:pt x="292" y="172"/>
                      </a:cubicBezTo>
                      <a:cubicBezTo>
                        <a:pt x="292" y="172"/>
                        <a:pt x="292" y="185"/>
                        <a:pt x="292" y="185"/>
                      </a:cubicBezTo>
                      <a:cubicBezTo>
                        <a:pt x="292" y="225"/>
                        <a:pt x="292" y="265"/>
                        <a:pt x="292" y="305"/>
                      </a:cubicBezTo>
                      <a:cubicBezTo>
                        <a:pt x="292" y="331"/>
                        <a:pt x="292" y="371"/>
                        <a:pt x="292" y="424"/>
                      </a:cubicBezTo>
                      <a:cubicBezTo>
                        <a:pt x="292" y="463"/>
                        <a:pt x="292" y="516"/>
                        <a:pt x="292" y="582"/>
                      </a:cubicBezTo>
                      <a:cubicBezTo>
                        <a:pt x="292" y="635"/>
                        <a:pt x="292" y="715"/>
                        <a:pt x="292" y="794"/>
                      </a:cubicBezTo>
                      <a:cubicBezTo>
                        <a:pt x="278" y="913"/>
                        <a:pt x="278" y="1006"/>
                        <a:pt x="278" y="1085"/>
                      </a:cubicBezTo>
                      <a:cubicBezTo>
                        <a:pt x="278" y="1165"/>
                        <a:pt x="278" y="1231"/>
                        <a:pt x="278" y="1284"/>
                      </a:cubicBezTo>
                      <a:cubicBezTo>
                        <a:pt x="278" y="1350"/>
                        <a:pt x="278" y="1403"/>
                        <a:pt x="265" y="1443"/>
                      </a:cubicBezTo>
                      <a:cubicBezTo>
                        <a:pt x="265" y="1496"/>
                        <a:pt x="265" y="1549"/>
                        <a:pt x="265" y="1602"/>
                      </a:cubicBezTo>
                      <a:cubicBezTo>
                        <a:pt x="265" y="1628"/>
                        <a:pt x="252" y="1641"/>
                        <a:pt x="239" y="1655"/>
                      </a:cubicBezTo>
                      <a:cubicBezTo>
                        <a:pt x="225" y="1668"/>
                        <a:pt x="212" y="1681"/>
                        <a:pt x="186" y="1694"/>
                      </a:cubicBezTo>
                      <a:lnTo>
                        <a:pt x="133" y="1694"/>
                      </a:lnTo>
                      <a:cubicBezTo>
                        <a:pt x="119" y="1694"/>
                        <a:pt x="93" y="1707"/>
                        <a:pt x="80" y="1707"/>
                      </a:cubicBezTo>
                      <a:lnTo>
                        <a:pt x="27" y="1707"/>
                      </a:lnTo>
                      <a:cubicBezTo>
                        <a:pt x="14" y="1721"/>
                        <a:pt x="0" y="1734"/>
                        <a:pt x="0" y="1760"/>
                      </a:cubicBezTo>
                      <a:cubicBezTo>
                        <a:pt x="0" y="1774"/>
                        <a:pt x="14" y="1787"/>
                        <a:pt x="27" y="1800"/>
                      </a:cubicBezTo>
                      <a:cubicBezTo>
                        <a:pt x="53" y="1800"/>
                        <a:pt x="80" y="1813"/>
                        <a:pt x="106" y="1813"/>
                      </a:cubicBezTo>
                      <a:lnTo>
                        <a:pt x="596" y="1813"/>
                      </a:lnTo>
                      <a:cubicBezTo>
                        <a:pt x="609" y="1813"/>
                        <a:pt x="622" y="1800"/>
                        <a:pt x="622" y="1800"/>
                      </a:cubicBezTo>
                      <a:cubicBezTo>
                        <a:pt x="636" y="1787"/>
                        <a:pt x="649" y="1774"/>
                        <a:pt x="649" y="1760"/>
                      </a:cubicBezTo>
                      <a:cubicBezTo>
                        <a:pt x="649" y="1734"/>
                        <a:pt x="636" y="1721"/>
                        <a:pt x="622" y="1707"/>
                      </a:cubicBezTo>
                      <a:cubicBezTo>
                        <a:pt x="609" y="1694"/>
                        <a:pt x="583" y="1694"/>
                        <a:pt x="569" y="1694"/>
                      </a:cubicBezTo>
                      <a:lnTo>
                        <a:pt x="424" y="1694"/>
                      </a:lnTo>
                      <a:lnTo>
                        <a:pt x="464" y="66"/>
                      </a:lnTo>
                      <a:cubicBezTo>
                        <a:pt x="464" y="40"/>
                        <a:pt x="450" y="27"/>
                        <a:pt x="450" y="13"/>
                      </a:cubicBezTo>
                      <a:cubicBezTo>
                        <a:pt x="450" y="0"/>
                        <a:pt x="437" y="0"/>
                        <a:pt x="41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5"/>
                <p:cNvSpPr/>
                <p:nvPr/>
              </p:nvSpPr>
              <p:spPr>
                <a:xfrm>
                  <a:off x="3764636" y="3944007"/>
                  <a:ext cx="63671" cy="102471"/>
                </a:xfrm>
                <a:custGeom>
                  <a:rect b="b" l="l" r="r" t="t"/>
                  <a:pathLst>
                    <a:path extrusionOk="0" h="1854" w="1152">
                      <a:moveTo>
                        <a:pt x="596" y="1"/>
                      </a:moveTo>
                      <a:cubicBezTo>
                        <a:pt x="503" y="1"/>
                        <a:pt x="424" y="27"/>
                        <a:pt x="358" y="54"/>
                      </a:cubicBezTo>
                      <a:cubicBezTo>
                        <a:pt x="292" y="93"/>
                        <a:pt x="226" y="133"/>
                        <a:pt x="186" y="186"/>
                      </a:cubicBezTo>
                      <a:cubicBezTo>
                        <a:pt x="133" y="239"/>
                        <a:pt x="106" y="292"/>
                        <a:pt x="80" y="345"/>
                      </a:cubicBezTo>
                      <a:cubicBezTo>
                        <a:pt x="53" y="398"/>
                        <a:pt x="40" y="437"/>
                        <a:pt x="40" y="477"/>
                      </a:cubicBezTo>
                      <a:cubicBezTo>
                        <a:pt x="40" y="477"/>
                        <a:pt x="40" y="490"/>
                        <a:pt x="40" y="504"/>
                      </a:cubicBezTo>
                      <a:cubicBezTo>
                        <a:pt x="40" y="517"/>
                        <a:pt x="53" y="543"/>
                        <a:pt x="53" y="557"/>
                      </a:cubicBezTo>
                      <a:cubicBezTo>
                        <a:pt x="67" y="570"/>
                        <a:pt x="67" y="583"/>
                        <a:pt x="80" y="596"/>
                      </a:cubicBezTo>
                      <a:cubicBezTo>
                        <a:pt x="106" y="609"/>
                        <a:pt x="120" y="609"/>
                        <a:pt x="146" y="609"/>
                      </a:cubicBezTo>
                      <a:cubicBezTo>
                        <a:pt x="186" y="609"/>
                        <a:pt x="212" y="596"/>
                        <a:pt x="239" y="583"/>
                      </a:cubicBezTo>
                      <a:cubicBezTo>
                        <a:pt x="252" y="570"/>
                        <a:pt x="265" y="543"/>
                        <a:pt x="265" y="504"/>
                      </a:cubicBezTo>
                      <a:cubicBezTo>
                        <a:pt x="265" y="490"/>
                        <a:pt x="265" y="477"/>
                        <a:pt x="252" y="477"/>
                      </a:cubicBezTo>
                      <a:cubicBezTo>
                        <a:pt x="252" y="464"/>
                        <a:pt x="252" y="451"/>
                        <a:pt x="239" y="451"/>
                      </a:cubicBezTo>
                      <a:lnTo>
                        <a:pt x="226" y="424"/>
                      </a:lnTo>
                      <a:cubicBezTo>
                        <a:pt x="212" y="424"/>
                        <a:pt x="212" y="411"/>
                        <a:pt x="212" y="398"/>
                      </a:cubicBezTo>
                      <a:cubicBezTo>
                        <a:pt x="212" y="384"/>
                        <a:pt x="226" y="371"/>
                        <a:pt x="239" y="345"/>
                      </a:cubicBezTo>
                      <a:cubicBezTo>
                        <a:pt x="252" y="305"/>
                        <a:pt x="278" y="279"/>
                        <a:pt x="318" y="252"/>
                      </a:cubicBezTo>
                      <a:cubicBezTo>
                        <a:pt x="345" y="226"/>
                        <a:pt x="384" y="199"/>
                        <a:pt x="424" y="173"/>
                      </a:cubicBezTo>
                      <a:cubicBezTo>
                        <a:pt x="464" y="146"/>
                        <a:pt x="517" y="133"/>
                        <a:pt x="570" y="133"/>
                      </a:cubicBezTo>
                      <a:cubicBezTo>
                        <a:pt x="636" y="133"/>
                        <a:pt x="676" y="146"/>
                        <a:pt x="715" y="173"/>
                      </a:cubicBezTo>
                      <a:cubicBezTo>
                        <a:pt x="755" y="186"/>
                        <a:pt x="795" y="212"/>
                        <a:pt x="821" y="239"/>
                      </a:cubicBezTo>
                      <a:cubicBezTo>
                        <a:pt x="848" y="279"/>
                        <a:pt x="861" y="305"/>
                        <a:pt x="874" y="345"/>
                      </a:cubicBezTo>
                      <a:cubicBezTo>
                        <a:pt x="887" y="384"/>
                        <a:pt x="887" y="411"/>
                        <a:pt x="887" y="451"/>
                      </a:cubicBezTo>
                      <a:cubicBezTo>
                        <a:pt x="887" y="530"/>
                        <a:pt x="874" y="596"/>
                        <a:pt x="848" y="676"/>
                      </a:cubicBezTo>
                      <a:cubicBezTo>
                        <a:pt x="821" y="768"/>
                        <a:pt x="781" y="848"/>
                        <a:pt x="742" y="927"/>
                      </a:cubicBezTo>
                      <a:cubicBezTo>
                        <a:pt x="689" y="1007"/>
                        <a:pt x="636" y="1099"/>
                        <a:pt x="583" y="1179"/>
                      </a:cubicBezTo>
                      <a:cubicBezTo>
                        <a:pt x="530" y="1258"/>
                        <a:pt x="464" y="1337"/>
                        <a:pt x="398" y="1404"/>
                      </a:cubicBezTo>
                      <a:cubicBezTo>
                        <a:pt x="345" y="1470"/>
                        <a:pt x="278" y="1536"/>
                        <a:pt x="212" y="1602"/>
                      </a:cubicBezTo>
                      <a:cubicBezTo>
                        <a:pt x="159" y="1655"/>
                        <a:pt x="93" y="1708"/>
                        <a:pt x="53" y="1748"/>
                      </a:cubicBezTo>
                      <a:cubicBezTo>
                        <a:pt x="40" y="1761"/>
                        <a:pt x="27" y="1761"/>
                        <a:pt x="14" y="1774"/>
                      </a:cubicBezTo>
                      <a:cubicBezTo>
                        <a:pt x="1" y="1787"/>
                        <a:pt x="1" y="1787"/>
                        <a:pt x="1" y="1801"/>
                      </a:cubicBezTo>
                      <a:cubicBezTo>
                        <a:pt x="1" y="1814"/>
                        <a:pt x="1" y="1827"/>
                        <a:pt x="14" y="1840"/>
                      </a:cubicBezTo>
                      <a:cubicBezTo>
                        <a:pt x="27" y="1854"/>
                        <a:pt x="40" y="1854"/>
                        <a:pt x="67" y="1854"/>
                      </a:cubicBezTo>
                      <a:cubicBezTo>
                        <a:pt x="80" y="1854"/>
                        <a:pt x="106" y="1854"/>
                        <a:pt x="120" y="1840"/>
                      </a:cubicBezTo>
                      <a:cubicBezTo>
                        <a:pt x="146" y="1840"/>
                        <a:pt x="146" y="1840"/>
                        <a:pt x="159" y="1827"/>
                      </a:cubicBezTo>
                      <a:lnTo>
                        <a:pt x="676" y="1827"/>
                      </a:lnTo>
                      <a:cubicBezTo>
                        <a:pt x="715" y="1827"/>
                        <a:pt x="768" y="1827"/>
                        <a:pt x="808" y="1840"/>
                      </a:cubicBezTo>
                      <a:lnTo>
                        <a:pt x="953" y="1840"/>
                      </a:lnTo>
                      <a:cubicBezTo>
                        <a:pt x="967" y="1840"/>
                        <a:pt x="967" y="1827"/>
                        <a:pt x="980" y="1827"/>
                      </a:cubicBezTo>
                      <a:cubicBezTo>
                        <a:pt x="1006" y="1814"/>
                        <a:pt x="1020" y="1801"/>
                        <a:pt x="1020" y="1787"/>
                      </a:cubicBezTo>
                      <a:cubicBezTo>
                        <a:pt x="1059" y="1721"/>
                        <a:pt x="1099" y="1668"/>
                        <a:pt x="1112" y="1629"/>
                      </a:cubicBezTo>
                      <a:cubicBezTo>
                        <a:pt x="1139" y="1589"/>
                        <a:pt x="1152" y="1576"/>
                        <a:pt x="1152" y="1562"/>
                      </a:cubicBezTo>
                      <a:cubicBezTo>
                        <a:pt x="1152" y="1536"/>
                        <a:pt x="1139" y="1523"/>
                        <a:pt x="1126" y="1523"/>
                      </a:cubicBezTo>
                      <a:cubicBezTo>
                        <a:pt x="1112" y="1509"/>
                        <a:pt x="1099" y="1509"/>
                        <a:pt x="1086" y="1509"/>
                      </a:cubicBezTo>
                      <a:cubicBezTo>
                        <a:pt x="1059" y="1509"/>
                        <a:pt x="1046" y="1509"/>
                        <a:pt x="1033" y="1523"/>
                      </a:cubicBezTo>
                      <a:cubicBezTo>
                        <a:pt x="1020" y="1536"/>
                        <a:pt x="1020" y="1549"/>
                        <a:pt x="1006" y="1562"/>
                      </a:cubicBezTo>
                      <a:lnTo>
                        <a:pt x="953" y="1655"/>
                      </a:lnTo>
                      <a:cubicBezTo>
                        <a:pt x="940" y="1668"/>
                        <a:pt x="927" y="1682"/>
                        <a:pt x="914" y="1682"/>
                      </a:cubicBezTo>
                      <a:cubicBezTo>
                        <a:pt x="914" y="1695"/>
                        <a:pt x="901" y="1695"/>
                        <a:pt x="887" y="1695"/>
                      </a:cubicBezTo>
                      <a:lnTo>
                        <a:pt x="464" y="1695"/>
                      </a:lnTo>
                      <a:cubicBezTo>
                        <a:pt x="398" y="1695"/>
                        <a:pt x="345" y="1682"/>
                        <a:pt x="292" y="1682"/>
                      </a:cubicBezTo>
                      <a:cubicBezTo>
                        <a:pt x="331" y="1642"/>
                        <a:pt x="384" y="1602"/>
                        <a:pt x="437" y="1536"/>
                      </a:cubicBezTo>
                      <a:cubicBezTo>
                        <a:pt x="490" y="1483"/>
                        <a:pt x="543" y="1417"/>
                        <a:pt x="609" y="1351"/>
                      </a:cubicBezTo>
                      <a:cubicBezTo>
                        <a:pt x="662" y="1284"/>
                        <a:pt x="715" y="1218"/>
                        <a:pt x="768" y="1139"/>
                      </a:cubicBezTo>
                      <a:cubicBezTo>
                        <a:pt x="821" y="1073"/>
                        <a:pt x="874" y="993"/>
                        <a:pt x="914" y="914"/>
                      </a:cubicBezTo>
                      <a:cubicBezTo>
                        <a:pt x="953" y="834"/>
                        <a:pt x="993" y="768"/>
                        <a:pt x="1006" y="689"/>
                      </a:cubicBezTo>
                      <a:cubicBezTo>
                        <a:pt x="1033" y="609"/>
                        <a:pt x="1046" y="530"/>
                        <a:pt x="1046" y="451"/>
                      </a:cubicBezTo>
                      <a:cubicBezTo>
                        <a:pt x="1046" y="398"/>
                        <a:pt x="1046" y="332"/>
                        <a:pt x="1033" y="279"/>
                      </a:cubicBezTo>
                      <a:cubicBezTo>
                        <a:pt x="1006" y="226"/>
                        <a:pt x="980" y="173"/>
                        <a:pt x="953" y="133"/>
                      </a:cubicBezTo>
                      <a:cubicBezTo>
                        <a:pt x="914" y="93"/>
                        <a:pt x="861" y="67"/>
                        <a:pt x="808" y="40"/>
                      </a:cubicBezTo>
                      <a:cubicBezTo>
                        <a:pt x="755" y="14"/>
                        <a:pt x="676" y="1"/>
                        <a:pt x="596"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5"/>
                <p:cNvSpPr/>
                <p:nvPr/>
              </p:nvSpPr>
              <p:spPr>
                <a:xfrm>
                  <a:off x="3829745" y="3991539"/>
                  <a:ext cx="65882" cy="57149"/>
                </a:xfrm>
                <a:custGeom>
                  <a:rect b="b" l="l" r="r" t="t"/>
                  <a:pathLst>
                    <a:path extrusionOk="0" h="1034" w="1192">
                      <a:moveTo>
                        <a:pt x="173" y="1"/>
                      </a:moveTo>
                      <a:cubicBezTo>
                        <a:pt x="93" y="1"/>
                        <a:pt x="53" y="1"/>
                        <a:pt x="27" y="14"/>
                      </a:cubicBezTo>
                      <a:cubicBezTo>
                        <a:pt x="14" y="27"/>
                        <a:pt x="0" y="41"/>
                        <a:pt x="0" y="67"/>
                      </a:cubicBezTo>
                      <a:cubicBezTo>
                        <a:pt x="0" y="80"/>
                        <a:pt x="14" y="107"/>
                        <a:pt x="27" y="107"/>
                      </a:cubicBezTo>
                      <a:cubicBezTo>
                        <a:pt x="53" y="120"/>
                        <a:pt x="80" y="120"/>
                        <a:pt x="120" y="120"/>
                      </a:cubicBezTo>
                      <a:cubicBezTo>
                        <a:pt x="159" y="120"/>
                        <a:pt x="186" y="133"/>
                        <a:pt x="199" y="147"/>
                      </a:cubicBezTo>
                      <a:cubicBezTo>
                        <a:pt x="212" y="147"/>
                        <a:pt x="239" y="173"/>
                        <a:pt x="265" y="199"/>
                      </a:cubicBezTo>
                      <a:lnTo>
                        <a:pt x="490" y="517"/>
                      </a:lnTo>
                      <a:lnTo>
                        <a:pt x="450" y="557"/>
                      </a:lnTo>
                      <a:lnTo>
                        <a:pt x="424" y="610"/>
                      </a:lnTo>
                      <a:lnTo>
                        <a:pt x="371" y="676"/>
                      </a:lnTo>
                      <a:cubicBezTo>
                        <a:pt x="345" y="702"/>
                        <a:pt x="318" y="742"/>
                        <a:pt x="278" y="795"/>
                      </a:cubicBezTo>
                      <a:cubicBezTo>
                        <a:pt x="265" y="808"/>
                        <a:pt x="252" y="822"/>
                        <a:pt x="239" y="835"/>
                      </a:cubicBezTo>
                      <a:cubicBezTo>
                        <a:pt x="225" y="835"/>
                        <a:pt x="199" y="835"/>
                        <a:pt x="186" y="848"/>
                      </a:cubicBezTo>
                      <a:cubicBezTo>
                        <a:pt x="146" y="848"/>
                        <a:pt x="120" y="848"/>
                        <a:pt x="93" y="861"/>
                      </a:cubicBezTo>
                      <a:cubicBezTo>
                        <a:pt x="67" y="874"/>
                        <a:pt x="53" y="888"/>
                        <a:pt x="53" y="914"/>
                      </a:cubicBezTo>
                      <a:cubicBezTo>
                        <a:pt x="53" y="927"/>
                        <a:pt x="53" y="941"/>
                        <a:pt x="53" y="941"/>
                      </a:cubicBezTo>
                      <a:cubicBezTo>
                        <a:pt x="67" y="954"/>
                        <a:pt x="67" y="954"/>
                        <a:pt x="80" y="967"/>
                      </a:cubicBezTo>
                      <a:lnTo>
                        <a:pt x="398" y="967"/>
                      </a:lnTo>
                      <a:cubicBezTo>
                        <a:pt x="398" y="967"/>
                        <a:pt x="411" y="967"/>
                        <a:pt x="424" y="980"/>
                      </a:cubicBezTo>
                      <a:lnTo>
                        <a:pt x="477" y="980"/>
                      </a:lnTo>
                      <a:cubicBezTo>
                        <a:pt x="490" y="980"/>
                        <a:pt x="517" y="967"/>
                        <a:pt x="530" y="967"/>
                      </a:cubicBezTo>
                      <a:cubicBezTo>
                        <a:pt x="556" y="954"/>
                        <a:pt x="570" y="941"/>
                        <a:pt x="570" y="914"/>
                      </a:cubicBezTo>
                      <a:cubicBezTo>
                        <a:pt x="570" y="901"/>
                        <a:pt x="556" y="901"/>
                        <a:pt x="556" y="888"/>
                      </a:cubicBezTo>
                      <a:cubicBezTo>
                        <a:pt x="543" y="861"/>
                        <a:pt x="503" y="861"/>
                        <a:pt x="464" y="861"/>
                      </a:cubicBezTo>
                      <a:cubicBezTo>
                        <a:pt x="450" y="861"/>
                        <a:pt x="437" y="861"/>
                        <a:pt x="424" y="848"/>
                      </a:cubicBezTo>
                      <a:cubicBezTo>
                        <a:pt x="424" y="848"/>
                        <a:pt x="424" y="848"/>
                        <a:pt x="424" y="835"/>
                      </a:cubicBezTo>
                      <a:cubicBezTo>
                        <a:pt x="424" y="835"/>
                        <a:pt x="424" y="822"/>
                        <a:pt x="437" y="808"/>
                      </a:cubicBezTo>
                      <a:cubicBezTo>
                        <a:pt x="450" y="782"/>
                        <a:pt x="464" y="782"/>
                        <a:pt x="464" y="769"/>
                      </a:cubicBezTo>
                      <a:cubicBezTo>
                        <a:pt x="490" y="742"/>
                        <a:pt x="503" y="729"/>
                        <a:pt x="517" y="702"/>
                      </a:cubicBezTo>
                      <a:cubicBezTo>
                        <a:pt x="530" y="689"/>
                        <a:pt x="543" y="663"/>
                        <a:pt x="570" y="636"/>
                      </a:cubicBezTo>
                      <a:cubicBezTo>
                        <a:pt x="583" y="649"/>
                        <a:pt x="609" y="676"/>
                        <a:pt x="623" y="716"/>
                      </a:cubicBezTo>
                      <a:cubicBezTo>
                        <a:pt x="649" y="742"/>
                        <a:pt x="662" y="755"/>
                        <a:pt x="689" y="782"/>
                      </a:cubicBezTo>
                      <a:cubicBezTo>
                        <a:pt x="702" y="808"/>
                        <a:pt x="715" y="835"/>
                        <a:pt x="728" y="848"/>
                      </a:cubicBezTo>
                      <a:cubicBezTo>
                        <a:pt x="728" y="861"/>
                        <a:pt x="742" y="874"/>
                        <a:pt x="742" y="888"/>
                      </a:cubicBezTo>
                      <a:cubicBezTo>
                        <a:pt x="742" y="901"/>
                        <a:pt x="742" y="901"/>
                        <a:pt x="728" y="914"/>
                      </a:cubicBezTo>
                      <a:lnTo>
                        <a:pt x="702" y="914"/>
                      </a:lnTo>
                      <a:cubicBezTo>
                        <a:pt x="689" y="914"/>
                        <a:pt x="675" y="927"/>
                        <a:pt x="675" y="941"/>
                      </a:cubicBezTo>
                      <a:cubicBezTo>
                        <a:pt x="675" y="954"/>
                        <a:pt x="662" y="967"/>
                        <a:pt x="662" y="967"/>
                      </a:cubicBezTo>
                      <a:cubicBezTo>
                        <a:pt x="662" y="980"/>
                        <a:pt x="675" y="994"/>
                        <a:pt x="689" y="1007"/>
                      </a:cubicBezTo>
                      <a:cubicBezTo>
                        <a:pt x="702" y="1033"/>
                        <a:pt x="728" y="1033"/>
                        <a:pt x="768" y="1033"/>
                      </a:cubicBezTo>
                      <a:lnTo>
                        <a:pt x="1086" y="1033"/>
                      </a:lnTo>
                      <a:cubicBezTo>
                        <a:pt x="1112" y="1033"/>
                        <a:pt x="1139" y="1033"/>
                        <a:pt x="1152" y="1020"/>
                      </a:cubicBezTo>
                      <a:cubicBezTo>
                        <a:pt x="1178" y="1020"/>
                        <a:pt x="1192" y="1007"/>
                        <a:pt x="1192" y="980"/>
                      </a:cubicBezTo>
                      <a:cubicBezTo>
                        <a:pt x="1192" y="954"/>
                        <a:pt x="1178" y="941"/>
                        <a:pt x="1165" y="941"/>
                      </a:cubicBezTo>
                      <a:cubicBezTo>
                        <a:pt x="1139" y="927"/>
                        <a:pt x="1125" y="927"/>
                        <a:pt x="1099" y="927"/>
                      </a:cubicBezTo>
                      <a:cubicBezTo>
                        <a:pt x="1073" y="927"/>
                        <a:pt x="1046" y="914"/>
                        <a:pt x="1033" y="914"/>
                      </a:cubicBezTo>
                      <a:cubicBezTo>
                        <a:pt x="1020" y="914"/>
                        <a:pt x="993" y="914"/>
                        <a:pt x="967" y="901"/>
                      </a:cubicBezTo>
                      <a:cubicBezTo>
                        <a:pt x="967" y="901"/>
                        <a:pt x="953" y="888"/>
                        <a:pt x="940" y="888"/>
                      </a:cubicBezTo>
                      <a:cubicBezTo>
                        <a:pt x="927" y="874"/>
                        <a:pt x="914" y="848"/>
                        <a:pt x="887" y="822"/>
                      </a:cubicBezTo>
                      <a:cubicBezTo>
                        <a:pt x="861" y="795"/>
                        <a:pt x="834" y="755"/>
                        <a:pt x="795" y="716"/>
                      </a:cubicBezTo>
                      <a:cubicBezTo>
                        <a:pt x="755" y="663"/>
                        <a:pt x="715" y="597"/>
                        <a:pt x="649" y="517"/>
                      </a:cubicBezTo>
                      <a:cubicBezTo>
                        <a:pt x="689" y="477"/>
                        <a:pt x="715" y="438"/>
                        <a:pt x="742" y="398"/>
                      </a:cubicBezTo>
                      <a:cubicBezTo>
                        <a:pt x="768" y="358"/>
                        <a:pt x="795" y="319"/>
                        <a:pt x="834" y="266"/>
                      </a:cubicBezTo>
                      <a:cubicBezTo>
                        <a:pt x="861" y="239"/>
                        <a:pt x="874" y="226"/>
                        <a:pt x="900" y="213"/>
                      </a:cubicBezTo>
                      <a:cubicBezTo>
                        <a:pt x="927" y="213"/>
                        <a:pt x="940" y="199"/>
                        <a:pt x="980" y="199"/>
                      </a:cubicBezTo>
                      <a:lnTo>
                        <a:pt x="1125" y="199"/>
                      </a:lnTo>
                      <a:cubicBezTo>
                        <a:pt x="1139" y="199"/>
                        <a:pt x="1152" y="186"/>
                        <a:pt x="1165" y="186"/>
                      </a:cubicBezTo>
                      <a:cubicBezTo>
                        <a:pt x="1178" y="173"/>
                        <a:pt x="1178" y="160"/>
                        <a:pt x="1178" y="147"/>
                      </a:cubicBezTo>
                      <a:cubicBezTo>
                        <a:pt x="1178" y="107"/>
                        <a:pt x="1165" y="80"/>
                        <a:pt x="1125" y="80"/>
                      </a:cubicBezTo>
                      <a:lnTo>
                        <a:pt x="728" y="80"/>
                      </a:lnTo>
                      <a:cubicBezTo>
                        <a:pt x="689" y="80"/>
                        <a:pt x="675" y="80"/>
                        <a:pt x="649" y="94"/>
                      </a:cubicBezTo>
                      <a:cubicBezTo>
                        <a:pt x="636" y="107"/>
                        <a:pt x="623" y="120"/>
                        <a:pt x="623" y="147"/>
                      </a:cubicBezTo>
                      <a:cubicBezTo>
                        <a:pt x="623" y="160"/>
                        <a:pt x="636" y="173"/>
                        <a:pt x="649" y="186"/>
                      </a:cubicBezTo>
                      <a:cubicBezTo>
                        <a:pt x="662" y="186"/>
                        <a:pt x="662" y="199"/>
                        <a:pt x="675" y="199"/>
                      </a:cubicBezTo>
                      <a:cubicBezTo>
                        <a:pt x="675" y="199"/>
                        <a:pt x="689" y="199"/>
                        <a:pt x="689" y="213"/>
                      </a:cubicBezTo>
                      <a:cubicBezTo>
                        <a:pt x="689" y="213"/>
                        <a:pt x="675" y="226"/>
                        <a:pt x="662" y="252"/>
                      </a:cubicBezTo>
                      <a:cubicBezTo>
                        <a:pt x="649" y="266"/>
                        <a:pt x="636" y="292"/>
                        <a:pt x="623" y="319"/>
                      </a:cubicBezTo>
                      <a:lnTo>
                        <a:pt x="570" y="398"/>
                      </a:lnTo>
                      <a:cubicBezTo>
                        <a:pt x="543" y="372"/>
                        <a:pt x="517" y="345"/>
                        <a:pt x="503" y="305"/>
                      </a:cubicBezTo>
                      <a:cubicBezTo>
                        <a:pt x="477" y="279"/>
                        <a:pt x="464" y="252"/>
                        <a:pt x="450" y="239"/>
                      </a:cubicBezTo>
                      <a:cubicBezTo>
                        <a:pt x="437" y="213"/>
                        <a:pt x="424" y="199"/>
                        <a:pt x="411" y="173"/>
                      </a:cubicBezTo>
                      <a:cubicBezTo>
                        <a:pt x="411" y="160"/>
                        <a:pt x="398" y="147"/>
                        <a:pt x="398" y="147"/>
                      </a:cubicBezTo>
                      <a:cubicBezTo>
                        <a:pt x="398" y="133"/>
                        <a:pt x="411" y="133"/>
                        <a:pt x="424" y="133"/>
                      </a:cubicBezTo>
                      <a:lnTo>
                        <a:pt x="477" y="133"/>
                      </a:lnTo>
                      <a:cubicBezTo>
                        <a:pt x="490" y="133"/>
                        <a:pt x="517" y="120"/>
                        <a:pt x="530" y="107"/>
                      </a:cubicBezTo>
                      <a:cubicBezTo>
                        <a:pt x="543" y="94"/>
                        <a:pt x="543" y="80"/>
                        <a:pt x="543" y="67"/>
                      </a:cubicBezTo>
                      <a:cubicBezTo>
                        <a:pt x="543" y="54"/>
                        <a:pt x="543" y="54"/>
                        <a:pt x="543" y="41"/>
                      </a:cubicBezTo>
                      <a:cubicBezTo>
                        <a:pt x="543" y="41"/>
                        <a:pt x="530" y="27"/>
                        <a:pt x="530" y="27"/>
                      </a:cubicBezTo>
                      <a:cubicBezTo>
                        <a:pt x="517" y="14"/>
                        <a:pt x="503" y="14"/>
                        <a:pt x="490"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5"/>
                <p:cNvSpPr/>
                <p:nvPr/>
              </p:nvSpPr>
              <p:spPr>
                <a:xfrm>
                  <a:off x="3901430" y="3946218"/>
                  <a:ext cx="60023" cy="100260"/>
                </a:xfrm>
                <a:custGeom>
                  <a:rect b="b" l="l" r="r" t="t"/>
                  <a:pathLst>
                    <a:path extrusionOk="0" h="1814" w="1086">
                      <a:moveTo>
                        <a:pt x="861" y="0"/>
                      </a:moveTo>
                      <a:cubicBezTo>
                        <a:pt x="834" y="0"/>
                        <a:pt x="781" y="0"/>
                        <a:pt x="728" y="14"/>
                      </a:cubicBezTo>
                      <a:lnTo>
                        <a:pt x="530" y="14"/>
                      </a:lnTo>
                      <a:cubicBezTo>
                        <a:pt x="464" y="14"/>
                        <a:pt x="398" y="27"/>
                        <a:pt x="331" y="27"/>
                      </a:cubicBezTo>
                      <a:cubicBezTo>
                        <a:pt x="265" y="40"/>
                        <a:pt x="212" y="40"/>
                        <a:pt x="173" y="40"/>
                      </a:cubicBezTo>
                      <a:cubicBezTo>
                        <a:pt x="146" y="53"/>
                        <a:pt x="133" y="67"/>
                        <a:pt x="133" y="93"/>
                      </a:cubicBezTo>
                      <a:cubicBezTo>
                        <a:pt x="133" y="159"/>
                        <a:pt x="120" y="212"/>
                        <a:pt x="120" y="265"/>
                      </a:cubicBezTo>
                      <a:cubicBezTo>
                        <a:pt x="120" y="318"/>
                        <a:pt x="106" y="358"/>
                        <a:pt x="106" y="397"/>
                      </a:cubicBezTo>
                      <a:cubicBezTo>
                        <a:pt x="106" y="437"/>
                        <a:pt x="93" y="477"/>
                        <a:pt x="93" y="530"/>
                      </a:cubicBezTo>
                      <a:cubicBezTo>
                        <a:pt x="93" y="569"/>
                        <a:pt x="80" y="622"/>
                        <a:pt x="67" y="675"/>
                      </a:cubicBezTo>
                      <a:cubicBezTo>
                        <a:pt x="67" y="702"/>
                        <a:pt x="67" y="715"/>
                        <a:pt x="67" y="742"/>
                      </a:cubicBezTo>
                      <a:cubicBezTo>
                        <a:pt x="67" y="755"/>
                        <a:pt x="67" y="768"/>
                        <a:pt x="67" y="781"/>
                      </a:cubicBezTo>
                      <a:cubicBezTo>
                        <a:pt x="67" y="821"/>
                        <a:pt x="67" y="861"/>
                        <a:pt x="80" y="887"/>
                      </a:cubicBezTo>
                      <a:cubicBezTo>
                        <a:pt x="93" y="914"/>
                        <a:pt x="106" y="927"/>
                        <a:pt x="146" y="927"/>
                      </a:cubicBezTo>
                      <a:cubicBezTo>
                        <a:pt x="159" y="927"/>
                        <a:pt x="173" y="927"/>
                        <a:pt x="212" y="914"/>
                      </a:cubicBezTo>
                      <a:cubicBezTo>
                        <a:pt x="239" y="914"/>
                        <a:pt x="265" y="900"/>
                        <a:pt x="305" y="900"/>
                      </a:cubicBezTo>
                      <a:cubicBezTo>
                        <a:pt x="345" y="887"/>
                        <a:pt x="384" y="874"/>
                        <a:pt x="424" y="874"/>
                      </a:cubicBezTo>
                      <a:cubicBezTo>
                        <a:pt x="464" y="861"/>
                        <a:pt x="503" y="861"/>
                        <a:pt x="556" y="861"/>
                      </a:cubicBezTo>
                      <a:cubicBezTo>
                        <a:pt x="623" y="861"/>
                        <a:pt x="689" y="874"/>
                        <a:pt x="728" y="887"/>
                      </a:cubicBezTo>
                      <a:cubicBezTo>
                        <a:pt x="781" y="914"/>
                        <a:pt x="821" y="940"/>
                        <a:pt x="848" y="967"/>
                      </a:cubicBezTo>
                      <a:cubicBezTo>
                        <a:pt x="874" y="993"/>
                        <a:pt x="901" y="1033"/>
                        <a:pt x="914" y="1072"/>
                      </a:cubicBezTo>
                      <a:cubicBezTo>
                        <a:pt x="914" y="1112"/>
                        <a:pt x="927" y="1152"/>
                        <a:pt x="927" y="1192"/>
                      </a:cubicBezTo>
                      <a:cubicBezTo>
                        <a:pt x="927" y="1244"/>
                        <a:pt x="914" y="1311"/>
                        <a:pt x="887" y="1364"/>
                      </a:cubicBezTo>
                      <a:cubicBezTo>
                        <a:pt x="874" y="1430"/>
                        <a:pt x="834" y="1483"/>
                        <a:pt x="795" y="1522"/>
                      </a:cubicBezTo>
                      <a:cubicBezTo>
                        <a:pt x="742" y="1575"/>
                        <a:pt x="689" y="1615"/>
                        <a:pt x="623" y="1642"/>
                      </a:cubicBezTo>
                      <a:cubicBezTo>
                        <a:pt x="543" y="1668"/>
                        <a:pt x="464" y="1681"/>
                        <a:pt x="371" y="1681"/>
                      </a:cubicBezTo>
                      <a:lnTo>
                        <a:pt x="292" y="1681"/>
                      </a:lnTo>
                      <a:cubicBezTo>
                        <a:pt x="265" y="1668"/>
                        <a:pt x="239" y="1668"/>
                        <a:pt x="212" y="1655"/>
                      </a:cubicBezTo>
                      <a:cubicBezTo>
                        <a:pt x="199" y="1642"/>
                        <a:pt x="173" y="1642"/>
                        <a:pt x="159" y="1628"/>
                      </a:cubicBezTo>
                      <a:cubicBezTo>
                        <a:pt x="146" y="1615"/>
                        <a:pt x="146" y="1602"/>
                        <a:pt x="146" y="1589"/>
                      </a:cubicBezTo>
                      <a:cubicBezTo>
                        <a:pt x="146" y="1562"/>
                        <a:pt x="146" y="1549"/>
                        <a:pt x="159" y="1549"/>
                      </a:cubicBezTo>
                      <a:cubicBezTo>
                        <a:pt x="173" y="1536"/>
                        <a:pt x="199" y="1536"/>
                        <a:pt x="212" y="1536"/>
                      </a:cubicBezTo>
                      <a:cubicBezTo>
                        <a:pt x="226" y="1522"/>
                        <a:pt x="239" y="1522"/>
                        <a:pt x="252" y="1509"/>
                      </a:cubicBezTo>
                      <a:cubicBezTo>
                        <a:pt x="265" y="1496"/>
                        <a:pt x="278" y="1483"/>
                        <a:pt x="278" y="1456"/>
                      </a:cubicBezTo>
                      <a:cubicBezTo>
                        <a:pt x="278" y="1417"/>
                        <a:pt x="265" y="1390"/>
                        <a:pt x="239" y="1377"/>
                      </a:cubicBezTo>
                      <a:cubicBezTo>
                        <a:pt x="226" y="1364"/>
                        <a:pt x="199" y="1364"/>
                        <a:pt x="173" y="1364"/>
                      </a:cubicBezTo>
                      <a:cubicBezTo>
                        <a:pt x="146" y="1364"/>
                        <a:pt x="133" y="1364"/>
                        <a:pt x="106" y="1377"/>
                      </a:cubicBezTo>
                      <a:cubicBezTo>
                        <a:pt x="93" y="1390"/>
                        <a:pt x="67" y="1403"/>
                        <a:pt x="53" y="1417"/>
                      </a:cubicBezTo>
                      <a:cubicBezTo>
                        <a:pt x="40" y="1443"/>
                        <a:pt x="27" y="1456"/>
                        <a:pt x="14" y="1483"/>
                      </a:cubicBezTo>
                      <a:cubicBezTo>
                        <a:pt x="14" y="1509"/>
                        <a:pt x="1" y="1536"/>
                        <a:pt x="1" y="1562"/>
                      </a:cubicBezTo>
                      <a:cubicBezTo>
                        <a:pt x="1" y="1628"/>
                        <a:pt x="27" y="1681"/>
                        <a:pt x="53" y="1708"/>
                      </a:cubicBezTo>
                      <a:cubicBezTo>
                        <a:pt x="80" y="1747"/>
                        <a:pt x="120" y="1774"/>
                        <a:pt x="159" y="1787"/>
                      </a:cubicBezTo>
                      <a:cubicBezTo>
                        <a:pt x="199" y="1800"/>
                        <a:pt x="239" y="1814"/>
                        <a:pt x="278" y="1814"/>
                      </a:cubicBezTo>
                      <a:lnTo>
                        <a:pt x="371" y="1814"/>
                      </a:lnTo>
                      <a:cubicBezTo>
                        <a:pt x="503" y="1814"/>
                        <a:pt x="609" y="1800"/>
                        <a:pt x="689" y="1761"/>
                      </a:cubicBezTo>
                      <a:cubicBezTo>
                        <a:pt x="781" y="1721"/>
                        <a:pt x="861" y="1681"/>
                        <a:pt x="914" y="1615"/>
                      </a:cubicBezTo>
                      <a:cubicBezTo>
                        <a:pt x="980" y="1562"/>
                        <a:pt x="1020" y="1496"/>
                        <a:pt x="1046" y="1417"/>
                      </a:cubicBezTo>
                      <a:cubicBezTo>
                        <a:pt x="1073" y="1350"/>
                        <a:pt x="1086" y="1271"/>
                        <a:pt x="1086" y="1205"/>
                      </a:cubicBezTo>
                      <a:cubicBezTo>
                        <a:pt x="1086" y="1152"/>
                        <a:pt x="1086" y="1086"/>
                        <a:pt x="1059" y="1033"/>
                      </a:cubicBezTo>
                      <a:cubicBezTo>
                        <a:pt x="1046" y="967"/>
                        <a:pt x="1020" y="914"/>
                        <a:pt x="967" y="874"/>
                      </a:cubicBezTo>
                      <a:cubicBezTo>
                        <a:pt x="940" y="821"/>
                        <a:pt x="887" y="781"/>
                        <a:pt x="821" y="755"/>
                      </a:cubicBezTo>
                      <a:cubicBezTo>
                        <a:pt x="755" y="728"/>
                        <a:pt x="662" y="715"/>
                        <a:pt x="570" y="715"/>
                      </a:cubicBezTo>
                      <a:lnTo>
                        <a:pt x="464" y="715"/>
                      </a:lnTo>
                      <a:cubicBezTo>
                        <a:pt x="424" y="728"/>
                        <a:pt x="384" y="728"/>
                        <a:pt x="358" y="742"/>
                      </a:cubicBezTo>
                      <a:cubicBezTo>
                        <a:pt x="318" y="742"/>
                        <a:pt x="292" y="755"/>
                        <a:pt x="265" y="755"/>
                      </a:cubicBezTo>
                      <a:cubicBezTo>
                        <a:pt x="239" y="768"/>
                        <a:pt x="226" y="768"/>
                        <a:pt x="212" y="768"/>
                      </a:cubicBezTo>
                      <a:lnTo>
                        <a:pt x="292" y="199"/>
                      </a:lnTo>
                      <a:cubicBezTo>
                        <a:pt x="318" y="186"/>
                        <a:pt x="345" y="186"/>
                        <a:pt x="398" y="172"/>
                      </a:cubicBezTo>
                      <a:cubicBezTo>
                        <a:pt x="464" y="172"/>
                        <a:pt x="517" y="172"/>
                        <a:pt x="570" y="159"/>
                      </a:cubicBezTo>
                      <a:lnTo>
                        <a:pt x="874" y="159"/>
                      </a:lnTo>
                      <a:cubicBezTo>
                        <a:pt x="901" y="159"/>
                        <a:pt x="914" y="146"/>
                        <a:pt x="940" y="146"/>
                      </a:cubicBezTo>
                      <a:cubicBezTo>
                        <a:pt x="967" y="133"/>
                        <a:pt x="980" y="106"/>
                        <a:pt x="980" y="80"/>
                      </a:cubicBezTo>
                      <a:cubicBezTo>
                        <a:pt x="980" y="53"/>
                        <a:pt x="967" y="27"/>
                        <a:pt x="940" y="27"/>
                      </a:cubicBezTo>
                      <a:cubicBezTo>
                        <a:pt x="927" y="14"/>
                        <a:pt x="887" y="0"/>
                        <a:pt x="86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5"/>
                <p:cNvSpPr/>
                <p:nvPr/>
              </p:nvSpPr>
              <p:spPr>
                <a:xfrm>
                  <a:off x="3885346" y="4261478"/>
                  <a:ext cx="143426" cy="143426"/>
                </a:xfrm>
                <a:custGeom>
                  <a:rect b="b" l="l" r="r" t="t"/>
                  <a:pathLst>
                    <a:path extrusionOk="0" h="2595" w="2595">
                      <a:moveTo>
                        <a:pt x="503" y="1"/>
                      </a:moveTo>
                      <a:cubicBezTo>
                        <a:pt x="225" y="1"/>
                        <a:pt x="0" y="226"/>
                        <a:pt x="0" y="504"/>
                      </a:cubicBezTo>
                      <a:lnTo>
                        <a:pt x="0" y="2052"/>
                      </a:lnTo>
                      <a:cubicBezTo>
                        <a:pt x="0" y="2383"/>
                        <a:pt x="225" y="2595"/>
                        <a:pt x="503" y="2595"/>
                      </a:cubicBezTo>
                      <a:lnTo>
                        <a:pt x="2052" y="2595"/>
                      </a:lnTo>
                      <a:cubicBezTo>
                        <a:pt x="2383" y="2595"/>
                        <a:pt x="2594" y="2383"/>
                        <a:pt x="2594" y="2052"/>
                      </a:cubicBezTo>
                      <a:lnTo>
                        <a:pt x="2594" y="504"/>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5"/>
                <p:cNvSpPr/>
                <p:nvPr/>
              </p:nvSpPr>
              <p:spPr>
                <a:xfrm>
                  <a:off x="3885346" y="4453872"/>
                  <a:ext cx="143426" cy="143426"/>
                </a:xfrm>
                <a:custGeom>
                  <a:rect b="b" l="l" r="r" t="t"/>
                  <a:pathLst>
                    <a:path extrusionOk="0" h="2595" w="2595">
                      <a:moveTo>
                        <a:pt x="503" y="1"/>
                      </a:moveTo>
                      <a:cubicBezTo>
                        <a:pt x="225" y="1"/>
                        <a:pt x="0" y="226"/>
                        <a:pt x="0" y="556"/>
                      </a:cubicBezTo>
                      <a:lnTo>
                        <a:pt x="0" y="2092"/>
                      </a:lnTo>
                      <a:cubicBezTo>
                        <a:pt x="0" y="2370"/>
                        <a:pt x="225" y="2595"/>
                        <a:pt x="503" y="2595"/>
                      </a:cubicBezTo>
                      <a:lnTo>
                        <a:pt x="2052" y="2595"/>
                      </a:lnTo>
                      <a:cubicBezTo>
                        <a:pt x="2383" y="2595"/>
                        <a:pt x="2594" y="2370"/>
                        <a:pt x="2594" y="2092"/>
                      </a:cubicBezTo>
                      <a:lnTo>
                        <a:pt x="2594" y="556"/>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5"/>
                <p:cNvSpPr/>
                <p:nvPr/>
              </p:nvSpPr>
              <p:spPr>
                <a:xfrm>
                  <a:off x="3885346" y="4645549"/>
                  <a:ext cx="143426" cy="338750"/>
                </a:xfrm>
                <a:custGeom>
                  <a:rect b="b" l="l" r="r" t="t"/>
                  <a:pathLst>
                    <a:path extrusionOk="0" h="6129" w="2595">
                      <a:moveTo>
                        <a:pt x="503" y="0"/>
                      </a:moveTo>
                      <a:cubicBezTo>
                        <a:pt x="225" y="0"/>
                        <a:pt x="0" y="278"/>
                        <a:pt x="0" y="556"/>
                      </a:cubicBezTo>
                      <a:lnTo>
                        <a:pt x="0" y="5625"/>
                      </a:lnTo>
                      <a:cubicBezTo>
                        <a:pt x="0" y="5903"/>
                        <a:pt x="225" y="6128"/>
                        <a:pt x="503" y="6128"/>
                      </a:cubicBezTo>
                      <a:lnTo>
                        <a:pt x="2052" y="6128"/>
                      </a:lnTo>
                      <a:cubicBezTo>
                        <a:pt x="2383" y="6128"/>
                        <a:pt x="2594" y="5903"/>
                        <a:pt x="2594" y="5625"/>
                      </a:cubicBezTo>
                      <a:lnTo>
                        <a:pt x="2594" y="556"/>
                      </a:lnTo>
                      <a:cubicBezTo>
                        <a:pt x="2594" y="278"/>
                        <a:pt x="2383" y="0"/>
                        <a:pt x="2052" y="0"/>
                      </a:cubicBezTo>
                      <a:close/>
                    </a:path>
                  </a:pathLst>
                </a:cu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8" name="Google Shape;528;p25"/>
            <p:cNvSpPr/>
            <p:nvPr/>
          </p:nvSpPr>
          <p:spPr>
            <a:xfrm>
              <a:off x="2147989" y="3033268"/>
              <a:ext cx="278008" cy="1899077"/>
            </a:xfrm>
            <a:custGeom>
              <a:rect b="b" l="l" r="r" t="t"/>
              <a:pathLst>
                <a:path extrusionOk="0" h="34360" w="5030">
                  <a:moveTo>
                    <a:pt x="1" y="1"/>
                  </a:moveTo>
                  <a:lnTo>
                    <a:pt x="1" y="34359"/>
                  </a:lnTo>
                  <a:lnTo>
                    <a:pt x="5030" y="34359"/>
                  </a:lnTo>
                  <a:lnTo>
                    <a:pt x="503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5"/>
            <p:cNvSpPr/>
            <p:nvPr/>
          </p:nvSpPr>
          <p:spPr>
            <a:xfrm>
              <a:off x="2385761" y="3033268"/>
              <a:ext cx="40237" cy="1899077"/>
            </a:xfrm>
            <a:custGeom>
              <a:rect b="b" l="l" r="r" t="t"/>
              <a:pathLst>
                <a:path extrusionOk="0" h="34360" w="728">
                  <a:moveTo>
                    <a:pt x="0" y="1"/>
                  </a:moveTo>
                  <a:lnTo>
                    <a:pt x="0" y="34359"/>
                  </a:lnTo>
                  <a:lnTo>
                    <a:pt x="728" y="34359"/>
                  </a:lnTo>
                  <a:lnTo>
                    <a:pt x="728"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5"/>
            <p:cNvSpPr/>
            <p:nvPr/>
          </p:nvSpPr>
          <p:spPr>
            <a:xfrm>
              <a:off x="2243109" y="3094728"/>
              <a:ext cx="182888" cy="8843"/>
            </a:xfrm>
            <a:custGeom>
              <a:rect b="b" l="l" r="r" t="t"/>
              <a:pathLst>
                <a:path extrusionOk="0" h="160" w="3309">
                  <a:moveTo>
                    <a:pt x="0" y="1"/>
                  </a:moveTo>
                  <a:lnTo>
                    <a:pt x="0" y="159"/>
                  </a:lnTo>
                  <a:lnTo>
                    <a:pt x="3309" y="159"/>
                  </a:lnTo>
                  <a:lnTo>
                    <a:pt x="330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5"/>
            <p:cNvSpPr/>
            <p:nvPr/>
          </p:nvSpPr>
          <p:spPr>
            <a:xfrm>
              <a:off x="2303795" y="3170835"/>
              <a:ext cx="122202" cy="8788"/>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5"/>
            <p:cNvSpPr/>
            <p:nvPr/>
          </p:nvSpPr>
          <p:spPr>
            <a:xfrm>
              <a:off x="2303795" y="3273969"/>
              <a:ext cx="122202" cy="12491"/>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5"/>
            <p:cNvSpPr/>
            <p:nvPr/>
          </p:nvSpPr>
          <p:spPr>
            <a:xfrm>
              <a:off x="2303795" y="3380750"/>
              <a:ext cx="122202" cy="9562"/>
            </a:xfrm>
            <a:custGeom>
              <a:rect b="b" l="l" r="r" t="t"/>
              <a:pathLst>
                <a:path extrusionOk="0" h="173" w="2211">
                  <a:moveTo>
                    <a:pt x="1" y="1"/>
                  </a:moveTo>
                  <a:lnTo>
                    <a:pt x="1" y="173"/>
                  </a:lnTo>
                  <a:lnTo>
                    <a:pt x="2211" y="173"/>
                  </a:lnTo>
                  <a:lnTo>
                    <a:pt x="2211"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5"/>
            <p:cNvSpPr/>
            <p:nvPr/>
          </p:nvSpPr>
          <p:spPr>
            <a:xfrm>
              <a:off x="2303795" y="3545344"/>
              <a:ext cx="122202" cy="9562"/>
            </a:xfrm>
            <a:custGeom>
              <a:rect b="b" l="l" r="r" t="t"/>
              <a:pathLst>
                <a:path extrusionOk="0" h="173" w="2211">
                  <a:moveTo>
                    <a:pt x="1" y="0"/>
                  </a:moveTo>
                  <a:lnTo>
                    <a:pt x="1" y="173"/>
                  </a:lnTo>
                  <a:lnTo>
                    <a:pt x="2211" y="173"/>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5"/>
            <p:cNvSpPr/>
            <p:nvPr/>
          </p:nvSpPr>
          <p:spPr>
            <a:xfrm>
              <a:off x="2303795" y="3652126"/>
              <a:ext cx="122202" cy="9562"/>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5"/>
            <p:cNvSpPr/>
            <p:nvPr/>
          </p:nvSpPr>
          <p:spPr>
            <a:xfrm>
              <a:off x="2303795" y="3758963"/>
              <a:ext cx="122202" cy="8788"/>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5"/>
            <p:cNvSpPr/>
            <p:nvPr/>
          </p:nvSpPr>
          <p:spPr>
            <a:xfrm>
              <a:off x="2303795" y="3920628"/>
              <a:ext cx="122202" cy="8788"/>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5"/>
            <p:cNvSpPr/>
            <p:nvPr/>
          </p:nvSpPr>
          <p:spPr>
            <a:xfrm>
              <a:off x="2303795" y="4023761"/>
              <a:ext cx="122202" cy="12491"/>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5"/>
            <p:cNvSpPr/>
            <p:nvPr/>
          </p:nvSpPr>
          <p:spPr>
            <a:xfrm>
              <a:off x="2303795" y="4130543"/>
              <a:ext cx="122202" cy="9562"/>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5"/>
            <p:cNvSpPr/>
            <p:nvPr/>
          </p:nvSpPr>
          <p:spPr>
            <a:xfrm>
              <a:off x="2303795" y="4292208"/>
              <a:ext cx="122202" cy="1249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5"/>
            <p:cNvSpPr/>
            <p:nvPr/>
          </p:nvSpPr>
          <p:spPr>
            <a:xfrm>
              <a:off x="2303795" y="4398989"/>
              <a:ext cx="122202" cy="8843"/>
            </a:xfrm>
            <a:custGeom>
              <a:rect b="b" l="l" r="r" t="t"/>
              <a:pathLst>
                <a:path extrusionOk="0" h="160" w="2211">
                  <a:moveTo>
                    <a:pt x="1" y="1"/>
                  </a:moveTo>
                  <a:lnTo>
                    <a:pt x="1" y="160"/>
                  </a:lnTo>
                  <a:lnTo>
                    <a:pt x="2211" y="160"/>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5"/>
            <p:cNvSpPr/>
            <p:nvPr/>
          </p:nvSpPr>
          <p:spPr>
            <a:xfrm>
              <a:off x="2303795" y="4505826"/>
              <a:ext cx="122202" cy="8843"/>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5"/>
            <p:cNvSpPr/>
            <p:nvPr/>
          </p:nvSpPr>
          <p:spPr>
            <a:xfrm>
              <a:off x="2303795" y="4667491"/>
              <a:ext cx="122202" cy="8843"/>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5"/>
            <p:cNvSpPr/>
            <p:nvPr/>
          </p:nvSpPr>
          <p:spPr>
            <a:xfrm>
              <a:off x="2303795" y="4773554"/>
              <a:ext cx="122202" cy="9562"/>
            </a:xfrm>
            <a:custGeom>
              <a:rect b="b" l="l" r="r" t="t"/>
              <a:pathLst>
                <a:path extrusionOk="0" h="173" w="2211">
                  <a:moveTo>
                    <a:pt x="1" y="0"/>
                  </a:moveTo>
                  <a:lnTo>
                    <a:pt x="1" y="172"/>
                  </a:lnTo>
                  <a:lnTo>
                    <a:pt x="2211" y="172"/>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5"/>
            <p:cNvSpPr/>
            <p:nvPr/>
          </p:nvSpPr>
          <p:spPr>
            <a:xfrm>
              <a:off x="2303795" y="4877406"/>
              <a:ext cx="122202" cy="1249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5"/>
            <p:cNvSpPr/>
            <p:nvPr/>
          </p:nvSpPr>
          <p:spPr>
            <a:xfrm>
              <a:off x="2243109" y="3466363"/>
              <a:ext cx="182888" cy="12491"/>
            </a:xfrm>
            <a:custGeom>
              <a:rect b="b" l="l" r="r" t="t"/>
              <a:pathLst>
                <a:path extrusionOk="0" h="226" w="3309">
                  <a:moveTo>
                    <a:pt x="0" y="0"/>
                  </a:moveTo>
                  <a:lnTo>
                    <a:pt x="0" y="225"/>
                  </a:lnTo>
                  <a:lnTo>
                    <a:pt x="3309" y="225"/>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5"/>
            <p:cNvSpPr/>
            <p:nvPr/>
          </p:nvSpPr>
          <p:spPr>
            <a:xfrm>
              <a:off x="2243109" y="3840873"/>
              <a:ext cx="182888" cy="9562"/>
            </a:xfrm>
            <a:custGeom>
              <a:rect b="b" l="l" r="r" t="t"/>
              <a:pathLst>
                <a:path extrusionOk="0" h="173" w="3309">
                  <a:moveTo>
                    <a:pt x="0" y="0"/>
                  </a:moveTo>
                  <a:lnTo>
                    <a:pt x="0" y="173"/>
                  </a:lnTo>
                  <a:lnTo>
                    <a:pt x="3309" y="173"/>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5"/>
            <p:cNvSpPr/>
            <p:nvPr/>
          </p:nvSpPr>
          <p:spPr>
            <a:xfrm>
              <a:off x="2243109" y="4213227"/>
              <a:ext cx="182888" cy="8843"/>
            </a:xfrm>
            <a:custGeom>
              <a:rect b="b" l="l" r="r" t="t"/>
              <a:pathLst>
                <a:path extrusionOk="0" h="160" w="3309">
                  <a:moveTo>
                    <a:pt x="0" y="0"/>
                  </a:moveTo>
                  <a:lnTo>
                    <a:pt x="0" y="159"/>
                  </a:lnTo>
                  <a:lnTo>
                    <a:pt x="3309" y="159"/>
                  </a:lnTo>
                  <a:lnTo>
                    <a:pt x="3309"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5"/>
            <p:cNvSpPr/>
            <p:nvPr/>
          </p:nvSpPr>
          <p:spPr>
            <a:xfrm>
              <a:off x="2243109" y="4587736"/>
              <a:ext cx="182888" cy="9562"/>
            </a:xfrm>
            <a:custGeom>
              <a:rect b="b" l="l" r="r" t="t"/>
              <a:pathLst>
                <a:path extrusionOk="0" h="173" w="3309">
                  <a:moveTo>
                    <a:pt x="0" y="1"/>
                  </a:moveTo>
                  <a:lnTo>
                    <a:pt x="0" y="173"/>
                  </a:lnTo>
                  <a:lnTo>
                    <a:pt x="3309" y="173"/>
                  </a:lnTo>
                  <a:lnTo>
                    <a:pt x="3309"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5"/>
            <p:cNvSpPr/>
            <p:nvPr/>
          </p:nvSpPr>
          <p:spPr>
            <a:xfrm>
              <a:off x="2330877" y="3728233"/>
              <a:ext cx="317526" cy="1058089"/>
            </a:xfrm>
            <a:custGeom>
              <a:rect b="b" l="l" r="r" t="t"/>
              <a:pathLst>
                <a:path extrusionOk="0" h="19144" w="5745">
                  <a:moveTo>
                    <a:pt x="3097" y="0"/>
                  </a:moveTo>
                  <a:lnTo>
                    <a:pt x="450" y="331"/>
                  </a:lnTo>
                  <a:cubicBezTo>
                    <a:pt x="67" y="2263"/>
                    <a:pt x="0" y="5466"/>
                    <a:pt x="397" y="8987"/>
                  </a:cubicBezTo>
                  <a:cubicBezTo>
                    <a:pt x="1047" y="14626"/>
                    <a:pt x="2590" y="19143"/>
                    <a:pt x="3848" y="19143"/>
                  </a:cubicBezTo>
                  <a:cubicBezTo>
                    <a:pt x="3872" y="19143"/>
                    <a:pt x="3895" y="19142"/>
                    <a:pt x="3918" y="19138"/>
                  </a:cubicBezTo>
                  <a:cubicBezTo>
                    <a:pt x="5242" y="18980"/>
                    <a:pt x="5744" y="14228"/>
                    <a:pt x="5083" y="8497"/>
                  </a:cubicBezTo>
                  <a:cubicBezTo>
                    <a:pt x="4633" y="4911"/>
                    <a:pt x="3918" y="1827"/>
                    <a:pt x="30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5"/>
            <p:cNvSpPr/>
            <p:nvPr/>
          </p:nvSpPr>
          <p:spPr>
            <a:xfrm>
              <a:off x="2340384" y="4042056"/>
              <a:ext cx="286796" cy="744266"/>
            </a:xfrm>
            <a:custGeom>
              <a:rect b="b" l="l" r="r" t="t"/>
              <a:pathLst>
                <a:path extrusionOk="0" h="13466" w="5189">
                  <a:moveTo>
                    <a:pt x="0" y="0"/>
                  </a:moveTo>
                  <a:cubicBezTo>
                    <a:pt x="53" y="1059"/>
                    <a:pt x="106" y="2158"/>
                    <a:pt x="225" y="3309"/>
                  </a:cubicBezTo>
                  <a:cubicBezTo>
                    <a:pt x="875" y="8948"/>
                    <a:pt x="2418" y="13465"/>
                    <a:pt x="3676" y="13465"/>
                  </a:cubicBezTo>
                  <a:cubicBezTo>
                    <a:pt x="3700" y="13465"/>
                    <a:pt x="3723" y="13464"/>
                    <a:pt x="3746" y="13460"/>
                  </a:cubicBezTo>
                  <a:cubicBezTo>
                    <a:pt x="4686" y="13355"/>
                    <a:pt x="5189" y="10919"/>
                    <a:pt x="5189" y="7505"/>
                  </a:cubicBezTo>
                  <a:lnTo>
                    <a:pt x="5189" y="7505"/>
                  </a:lnTo>
                  <a:cubicBezTo>
                    <a:pt x="4695" y="7986"/>
                    <a:pt x="4237" y="8200"/>
                    <a:pt x="3813" y="8200"/>
                  </a:cubicBezTo>
                  <a:cubicBezTo>
                    <a:pt x="1860" y="8200"/>
                    <a:pt x="631" y="3676"/>
                    <a:pt x="0" y="0"/>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5"/>
            <p:cNvSpPr/>
            <p:nvPr/>
          </p:nvSpPr>
          <p:spPr>
            <a:xfrm>
              <a:off x="2455953" y="3840431"/>
              <a:ext cx="101034" cy="247886"/>
            </a:xfrm>
            <a:custGeom>
              <a:rect b="b" l="l" r="r" t="t"/>
              <a:pathLst>
                <a:path extrusionOk="0" h="4485" w="1828">
                  <a:moveTo>
                    <a:pt x="561" y="1"/>
                  </a:moveTo>
                  <a:cubicBezTo>
                    <a:pt x="542" y="1"/>
                    <a:pt x="522" y="3"/>
                    <a:pt x="504" y="8"/>
                  </a:cubicBezTo>
                  <a:cubicBezTo>
                    <a:pt x="173" y="75"/>
                    <a:pt x="1" y="1120"/>
                    <a:pt x="226" y="2325"/>
                  </a:cubicBezTo>
                  <a:cubicBezTo>
                    <a:pt x="445" y="3561"/>
                    <a:pt x="914" y="4484"/>
                    <a:pt x="1244" y="4484"/>
                  </a:cubicBezTo>
                  <a:cubicBezTo>
                    <a:pt x="1253" y="4484"/>
                    <a:pt x="1262" y="4483"/>
                    <a:pt x="1271" y="4482"/>
                  </a:cubicBezTo>
                  <a:cubicBezTo>
                    <a:pt x="1655" y="4376"/>
                    <a:pt x="1827" y="3317"/>
                    <a:pt x="1602" y="2113"/>
                  </a:cubicBezTo>
                  <a:cubicBezTo>
                    <a:pt x="1388" y="955"/>
                    <a:pt x="935" y="1"/>
                    <a:pt x="56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5"/>
            <p:cNvSpPr/>
            <p:nvPr/>
          </p:nvSpPr>
          <p:spPr>
            <a:xfrm>
              <a:off x="2257700" y="3341232"/>
              <a:ext cx="396562" cy="371691"/>
            </a:xfrm>
            <a:custGeom>
              <a:rect b="b" l="l" r="r" t="t"/>
              <a:pathLst>
                <a:path extrusionOk="0" h="6725" w="7175">
                  <a:moveTo>
                    <a:pt x="993" y="1"/>
                  </a:moveTo>
                  <a:cubicBezTo>
                    <a:pt x="2317" y="2489"/>
                    <a:pt x="663" y="2595"/>
                    <a:pt x="332" y="4143"/>
                  </a:cubicBezTo>
                  <a:cubicBezTo>
                    <a:pt x="1" y="5679"/>
                    <a:pt x="1443" y="6724"/>
                    <a:pt x="1443" y="6724"/>
                  </a:cubicBezTo>
                  <a:lnTo>
                    <a:pt x="4580" y="6393"/>
                  </a:lnTo>
                  <a:cubicBezTo>
                    <a:pt x="7174" y="1430"/>
                    <a:pt x="994" y="1"/>
                    <a:pt x="99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5"/>
            <p:cNvSpPr/>
            <p:nvPr/>
          </p:nvSpPr>
          <p:spPr>
            <a:xfrm>
              <a:off x="2300866" y="3488914"/>
              <a:ext cx="246559" cy="224009"/>
            </a:xfrm>
            <a:custGeom>
              <a:rect b="b" l="l" r="r" t="t"/>
              <a:pathLst>
                <a:path extrusionOk="0" h="4053" w="4461">
                  <a:moveTo>
                    <a:pt x="3299" y="0"/>
                  </a:moveTo>
                  <a:cubicBezTo>
                    <a:pt x="3169" y="0"/>
                    <a:pt x="3085" y="164"/>
                    <a:pt x="3085" y="585"/>
                  </a:cubicBezTo>
                  <a:cubicBezTo>
                    <a:pt x="3069" y="1166"/>
                    <a:pt x="2954" y="1354"/>
                    <a:pt x="2792" y="1354"/>
                  </a:cubicBezTo>
                  <a:cubicBezTo>
                    <a:pt x="2490" y="1354"/>
                    <a:pt x="2027" y="703"/>
                    <a:pt x="1739" y="703"/>
                  </a:cubicBezTo>
                  <a:cubicBezTo>
                    <a:pt x="1652" y="703"/>
                    <a:pt x="1582" y="762"/>
                    <a:pt x="1536" y="916"/>
                  </a:cubicBezTo>
                  <a:cubicBezTo>
                    <a:pt x="1340" y="1528"/>
                    <a:pt x="1938" y="3037"/>
                    <a:pt x="1419" y="3037"/>
                  </a:cubicBezTo>
                  <a:cubicBezTo>
                    <a:pt x="1377" y="3037"/>
                    <a:pt x="1328" y="3027"/>
                    <a:pt x="1271" y="3007"/>
                  </a:cubicBezTo>
                  <a:cubicBezTo>
                    <a:pt x="708" y="2797"/>
                    <a:pt x="369" y="2411"/>
                    <a:pt x="211" y="2411"/>
                  </a:cubicBezTo>
                  <a:cubicBezTo>
                    <a:pt x="119" y="2411"/>
                    <a:pt x="87" y="2538"/>
                    <a:pt x="107" y="2901"/>
                  </a:cubicBezTo>
                  <a:cubicBezTo>
                    <a:pt x="107" y="3126"/>
                    <a:pt x="54" y="3285"/>
                    <a:pt x="1" y="3391"/>
                  </a:cubicBezTo>
                  <a:cubicBezTo>
                    <a:pt x="332" y="3841"/>
                    <a:pt x="662" y="4052"/>
                    <a:pt x="662" y="4052"/>
                  </a:cubicBezTo>
                  <a:lnTo>
                    <a:pt x="3799" y="3721"/>
                  </a:lnTo>
                  <a:cubicBezTo>
                    <a:pt x="4249" y="2848"/>
                    <a:pt x="4461" y="2067"/>
                    <a:pt x="4408" y="1352"/>
                  </a:cubicBezTo>
                  <a:cubicBezTo>
                    <a:pt x="4074" y="756"/>
                    <a:pt x="3580" y="0"/>
                    <a:pt x="32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5"/>
            <p:cNvSpPr/>
            <p:nvPr/>
          </p:nvSpPr>
          <p:spPr>
            <a:xfrm>
              <a:off x="2319160" y="3684625"/>
              <a:ext cx="216603" cy="130382"/>
            </a:xfrm>
            <a:custGeom>
              <a:rect b="b" l="l" r="r" t="t"/>
              <a:pathLst>
                <a:path extrusionOk="0" h="2359" w="3919">
                  <a:moveTo>
                    <a:pt x="3604" y="1"/>
                  </a:moveTo>
                  <a:cubicBezTo>
                    <a:pt x="3580" y="1"/>
                    <a:pt x="3553" y="7"/>
                    <a:pt x="3521" y="22"/>
                  </a:cubicBezTo>
                  <a:lnTo>
                    <a:pt x="106" y="405"/>
                  </a:lnTo>
                  <a:cubicBezTo>
                    <a:pt x="54" y="405"/>
                    <a:pt x="1" y="458"/>
                    <a:pt x="1" y="511"/>
                  </a:cubicBezTo>
                  <a:lnTo>
                    <a:pt x="159" y="2232"/>
                  </a:lnTo>
                  <a:cubicBezTo>
                    <a:pt x="159" y="2309"/>
                    <a:pt x="223" y="2359"/>
                    <a:pt x="278" y="2359"/>
                  </a:cubicBezTo>
                  <a:cubicBezTo>
                    <a:pt x="298" y="2359"/>
                    <a:pt x="317" y="2352"/>
                    <a:pt x="331" y="2338"/>
                  </a:cubicBezTo>
                  <a:lnTo>
                    <a:pt x="3799" y="1954"/>
                  </a:lnTo>
                  <a:cubicBezTo>
                    <a:pt x="3852" y="1954"/>
                    <a:pt x="3918" y="1901"/>
                    <a:pt x="3918" y="1782"/>
                  </a:cubicBezTo>
                  <a:lnTo>
                    <a:pt x="3746" y="127"/>
                  </a:lnTo>
                  <a:cubicBezTo>
                    <a:pt x="3707" y="50"/>
                    <a:pt x="3669" y="1"/>
                    <a:pt x="36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5"/>
            <p:cNvSpPr/>
            <p:nvPr/>
          </p:nvSpPr>
          <p:spPr>
            <a:xfrm rot="41933">
              <a:off x="2322676" y="3739527"/>
              <a:ext cx="215526" cy="77273"/>
            </a:xfrm>
            <a:custGeom>
              <a:rect b="b" l="l" r="r" t="t"/>
              <a:pathLst>
                <a:path extrusionOk="0" h="1398" w="3866">
                  <a:moveTo>
                    <a:pt x="3746" y="0"/>
                  </a:moveTo>
                  <a:lnTo>
                    <a:pt x="1" y="437"/>
                  </a:lnTo>
                  <a:lnTo>
                    <a:pt x="106" y="1271"/>
                  </a:lnTo>
                  <a:cubicBezTo>
                    <a:pt x="106" y="1348"/>
                    <a:pt x="170" y="1398"/>
                    <a:pt x="225" y="1398"/>
                  </a:cubicBezTo>
                  <a:cubicBezTo>
                    <a:pt x="245" y="1398"/>
                    <a:pt x="264" y="1391"/>
                    <a:pt x="278" y="1377"/>
                  </a:cubicBezTo>
                  <a:lnTo>
                    <a:pt x="3746" y="993"/>
                  </a:lnTo>
                  <a:cubicBezTo>
                    <a:pt x="3799" y="993"/>
                    <a:pt x="3865" y="940"/>
                    <a:pt x="3865" y="821"/>
                  </a:cubicBezTo>
                  <a:lnTo>
                    <a:pt x="3746" y="0"/>
                  </a:lnTo>
                  <a:close/>
                </a:path>
              </a:pathLst>
            </a:custGeom>
            <a:solidFill>
              <a:srgbClr val="CCC4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a:off x="2456672" y="4432649"/>
              <a:ext cx="239982" cy="242138"/>
            </a:xfrm>
            <a:custGeom>
              <a:rect b="b" l="l" r="r" t="t"/>
              <a:pathLst>
                <a:path extrusionOk="0" h="4381" w="4342">
                  <a:moveTo>
                    <a:pt x="2635" y="1"/>
                  </a:moveTo>
                  <a:lnTo>
                    <a:pt x="107" y="3085"/>
                  </a:lnTo>
                  <a:cubicBezTo>
                    <a:pt x="0" y="3839"/>
                    <a:pt x="1571" y="4380"/>
                    <a:pt x="2831" y="4380"/>
                  </a:cubicBezTo>
                  <a:cubicBezTo>
                    <a:pt x="3605" y="4380"/>
                    <a:pt x="4261" y="4177"/>
                    <a:pt x="4342" y="3693"/>
                  </a:cubicBezTo>
                  <a:lnTo>
                    <a:pt x="2635" y="1"/>
                  </a:lnTo>
                  <a:close/>
                </a:path>
              </a:pathLst>
            </a:custGeom>
            <a:solidFill>
              <a:srgbClr val="F9A9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5"/>
            <p:cNvSpPr/>
            <p:nvPr/>
          </p:nvSpPr>
          <p:spPr>
            <a:xfrm>
              <a:off x="2462531" y="3783060"/>
              <a:ext cx="356326" cy="853756"/>
            </a:xfrm>
            <a:custGeom>
              <a:rect b="b" l="l" r="r" t="t"/>
              <a:pathLst>
                <a:path extrusionOk="0" h="15447" w="6447">
                  <a:moveTo>
                    <a:pt x="2198" y="1"/>
                  </a:moveTo>
                  <a:lnTo>
                    <a:pt x="1" y="14785"/>
                  </a:lnTo>
                  <a:lnTo>
                    <a:pt x="4236" y="15446"/>
                  </a:lnTo>
                  <a:lnTo>
                    <a:pt x="6446" y="610"/>
                  </a:lnTo>
                  <a:lnTo>
                    <a:pt x="21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5"/>
            <p:cNvSpPr/>
            <p:nvPr/>
          </p:nvSpPr>
          <p:spPr>
            <a:xfrm>
              <a:off x="2575171" y="3798426"/>
              <a:ext cx="243685" cy="838391"/>
            </a:xfrm>
            <a:custGeom>
              <a:rect b="b" l="l" r="r" t="t"/>
              <a:pathLst>
                <a:path extrusionOk="0" h="15169" w="4409">
                  <a:moveTo>
                    <a:pt x="2198" y="1"/>
                  </a:moveTo>
                  <a:lnTo>
                    <a:pt x="1" y="14838"/>
                  </a:lnTo>
                  <a:lnTo>
                    <a:pt x="2198" y="15168"/>
                  </a:lnTo>
                  <a:lnTo>
                    <a:pt x="4408" y="332"/>
                  </a:lnTo>
                  <a:lnTo>
                    <a:pt x="219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p:nvPr/>
          </p:nvSpPr>
          <p:spPr>
            <a:xfrm>
              <a:off x="2578542" y="3612663"/>
              <a:ext cx="240314" cy="242083"/>
            </a:xfrm>
            <a:custGeom>
              <a:rect b="b" l="l" r="r" t="t"/>
              <a:pathLst>
                <a:path extrusionOk="0" h="4380" w="4348">
                  <a:moveTo>
                    <a:pt x="2587" y="0"/>
                  </a:moveTo>
                  <a:lnTo>
                    <a:pt x="99" y="3084"/>
                  </a:lnTo>
                  <a:cubicBezTo>
                    <a:pt x="0" y="3839"/>
                    <a:pt x="1569" y="4380"/>
                    <a:pt x="2830" y="4380"/>
                  </a:cubicBezTo>
                  <a:cubicBezTo>
                    <a:pt x="3604" y="4380"/>
                    <a:pt x="4262" y="4176"/>
                    <a:pt x="4347" y="3693"/>
                  </a:cubicBezTo>
                  <a:lnTo>
                    <a:pt x="2587" y="0"/>
                  </a:ln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2675431" y="3611472"/>
              <a:ext cx="79755" cy="77267"/>
            </a:xfrm>
            <a:custGeom>
              <a:rect b="b" l="l" r="r" t="t"/>
              <a:pathLst>
                <a:path extrusionOk="0" h="1398" w="1443">
                  <a:moveTo>
                    <a:pt x="834" y="0"/>
                  </a:moveTo>
                  <a:lnTo>
                    <a:pt x="0" y="1046"/>
                  </a:lnTo>
                  <a:cubicBezTo>
                    <a:pt x="172" y="1218"/>
                    <a:pt x="384" y="1324"/>
                    <a:pt x="662" y="1377"/>
                  </a:cubicBezTo>
                  <a:cubicBezTo>
                    <a:pt x="736" y="1391"/>
                    <a:pt x="811" y="1397"/>
                    <a:pt x="884" y="1397"/>
                  </a:cubicBezTo>
                  <a:cubicBezTo>
                    <a:pt x="1085" y="1397"/>
                    <a:pt x="1278" y="1348"/>
                    <a:pt x="1443" y="1271"/>
                  </a:cubicBezTo>
                  <a:lnTo>
                    <a:pt x="834" y="0"/>
                  </a:ln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5"/>
            <p:cNvSpPr/>
            <p:nvPr/>
          </p:nvSpPr>
          <p:spPr>
            <a:xfrm>
              <a:off x="2071937" y="4088096"/>
              <a:ext cx="777649" cy="963467"/>
            </a:xfrm>
            <a:custGeom>
              <a:rect b="b" l="l" r="r" t="t"/>
              <a:pathLst>
                <a:path extrusionOk="0" h="17432" w="14070">
                  <a:moveTo>
                    <a:pt x="0" y="1"/>
                  </a:moveTo>
                  <a:lnTo>
                    <a:pt x="0" y="13726"/>
                  </a:lnTo>
                  <a:cubicBezTo>
                    <a:pt x="0" y="15777"/>
                    <a:pt x="1377" y="17432"/>
                    <a:pt x="3097" y="17432"/>
                  </a:cubicBezTo>
                  <a:lnTo>
                    <a:pt x="10972" y="17432"/>
                  </a:lnTo>
                  <a:cubicBezTo>
                    <a:pt x="12693" y="17432"/>
                    <a:pt x="14069" y="15777"/>
                    <a:pt x="14069" y="13726"/>
                  </a:cubicBezTo>
                  <a:lnTo>
                    <a:pt x="1406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5"/>
            <p:cNvSpPr/>
            <p:nvPr/>
          </p:nvSpPr>
          <p:spPr>
            <a:xfrm>
              <a:off x="2108462" y="4246876"/>
              <a:ext cx="741115" cy="804661"/>
            </a:xfrm>
            <a:custGeom>
              <a:rect b="b" l="l" r="r" t="t"/>
              <a:pathLst>
                <a:path extrusionOk="0" h="17432" w="13409">
                  <a:moveTo>
                    <a:pt x="11701" y="1"/>
                  </a:moveTo>
                  <a:lnTo>
                    <a:pt x="11701" y="12469"/>
                  </a:lnTo>
                  <a:cubicBezTo>
                    <a:pt x="11701" y="14507"/>
                    <a:pt x="10258" y="16161"/>
                    <a:pt x="8551" y="16161"/>
                  </a:cubicBezTo>
                  <a:lnTo>
                    <a:pt x="716" y="16161"/>
                  </a:lnTo>
                  <a:cubicBezTo>
                    <a:pt x="451" y="16161"/>
                    <a:pt x="226" y="16108"/>
                    <a:pt x="1" y="16042"/>
                  </a:cubicBezTo>
                  <a:lnTo>
                    <a:pt x="1" y="16042"/>
                  </a:lnTo>
                  <a:cubicBezTo>
                    <a:pt x="557" y="16876"/>
                    <a:pt x="1443" y="17432"/>
                    <a:pt x="2436" y="17432"/>
                  </a:cubicBezTo>
                  <a:lnTo>
                    <a:pt x="10311" y="17432"/>
                  </a:lnTo>
                  <a:cubicBezTo>
                    <a:pt x="12032" y="17432"/>
                    <a:pt x="13408" y="15777"/>
                    <a:pt x="13408" y="13726"/>
                  </a:cubicBezTo>
                  <a:lnTo>
                    <a:pt x="1340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5"/>
            <p:cNvSpPr/>
            <p:nvPr/>
          </p:nvSpPr>
          <p:spPr>
            <a:xfrm>
              <a:off x="2166283" y="4298066"/>
              <a:ext cx="460897" cy="490908"/>
            </a:xfrm>
            <a:custGeom>
              <a:rect b="b" l="l" r="r" t="t"/>
              <a:pathLst>
                <a:path extrusionOk="0" h="8882" w="8339">
                  <a:moveTo>
                    <a:pt x="4196" y="1"/>
                  </a:moveTo>
                  <a:cubicBezTo>
                    <a:pt x="1880" y="1"/>
                    <a:pt x="0" y="1986"/>
                    <a:pt x="0" y="4421"/>
                  </a:cubicBezTo>
                  <a:cubicBezTo>
                    <a:pt x="0" y="6896"/>
                    <a:pt x="1880" y="8881"/>
                    <a:pt x="4196" y="8881"/>
                  </a:cubicBezTo>
                  <a:cubicBezTo>
                    <a:pt x="6459" y="8881"/>
                    <a:pt x="8339" y="6896"/>
                    <a:pt x="8339" y="4421"/>
                  </a:cubicBezTo>
                  <a:cubicBezTo>
                    <a:pt x="8339" y="1986"/>
                    <a:pt x="6459" y="1"/>
                    <a:pt x="419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5"/>
            <p:cNvSpPr/>
            <p:nvPr/>
          </p:nvSpPr>
          <p:spPr>
            <a:xfrm>
              <a:off x="3108471" y="4362456"/>
              <a:ext cx="426519" cy="429448"/>
            </a:xfrm>
            <a:custGeom>
              <a:rect b="b" l="l" r="r" t="t"/>
              <a:pathLst>
                <a:path extrusionOk="0" h="7770" w="7717">
                  <a:moveTo>
                    <a:pt x="3865" y="1430"/>
                  </a:moveTo>
                  <a:cubicBezTo>
                    <a:pt x="5189" y="1430"/>
                    <a:pt x="6287" y="2541"/>
                    <a:pt x="6287" y="3865"/>
                  </a:cubicBezTo>
                  <a:cubicBezTo>
                    <a:pt x="6287" y="5241"/>
                    <a:pt x="5189" y="6287"/>
                    <a:pt x="3865" y="6287"/>
                  </a:cubicBezTo>
                  <a:cubicBezTo>
                    <a:pt x="2542" y="6287"/>
                    <a:pt x="1430" y="5241"/>
                    <a:pt x="1430" y="3865"/>
                  </a:cubicBezTo>
                  <a:cubicBezTo>
                    <a:pt x="1430" y="2541"/>
                    <a:pt x="2542" y="1430"/>
                    <a:pt x="3865" y="1430"/>
                  </a:cubicBezTo>
                  <a:close/>
                  <a:moveTo>
                    <a:pt x="3865" y="0"/>
                  </a:moveTo>
                  <a:cubicBezTo>
                    <a:pt x="1708" y="0"/>
                    <a:pt x="0" y="1708"/>
                    <a:pt x="0" y="3865"/>
                  </a:cubicBezTo>
                  <a:cubicBezTo>
                    <a:pt x="0" y="6009"/>
                    <a:pt x="1708" y="7769"/>
                    <a:pt x="3865" y="7769"/>
                  </a:cubicBezTo>
                  <a:cubicBezTo>
                    <a:pt x="6009" y="7769"/>
                    <a:pt x="7717" y="6009"/>
                    <a:pt x="7717" y="3865"/>
                  </a:cubicBezTo>
                  <a:cubicBezTo>
                    <a:pt x="7717" y="1708"/>
                    <a:pt x="6009" y="0"/>
                    <a:pt x="386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5"/>
            <p:cNvSpPr/>
            <p:nvPr/>
          </p:nvSpPr>
          <p:spPr>
            <a:xfrm>
              <a:off x="2627125" y="4246886"/>
              <a:ext cx="658432" cy="768142"/>
            </a:xfrm>
            <a:custGeom>
              <a:rect b="b" l="l" r="r" t="t"/>
              <a:pathLst>
                <a:path extrusionOk="0" h="13898" w="11913">
                  <a:moveTo>
                    <a:pt x="1" y="0"/>
                  </a:moveTo>
                  <a:lnTo>
                    <a:pt x="1" y="10853"/>
                  </a:lnTo>
                  <a:cubicBezTo>
                    <a:pt x="1" y="12507"/>
                    <a:pt x="1205" y="13897"/>
                    <a:pt x="2648" y="13897"/>
                  </a:cubicBezTo>
                  <a:lnTo>
                    <a:pt x="9265" y="13897"/>
                  </a:lnTo>
                  <a:cubicBezTo>
                    <a:pt x="10695" y="13897"/>
                    <a:pt x="11912" y="12507"/>
                    <a:pt x="11912" y="10853"/>
                  </a:cubicBezTo>
                  <a:lnTo>
                    <a:pt x="119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5"/>
            <p:cNvSpPr/>
            <p:nvPr/>
          </p:nvSpPr>
          <p:spPr>
            <a:xfrm>
              <a:off x="2660066" y="4246886"/>
              <a:ext cx="625491" cy="768142"/>
            </a:xfrm>
            <a:custGeom>
              <a:rect b="b" l="l" r="r" t="t"/>
              <a:pathLst>
                <a:path extrusionOk="0" h="13898" w="11317">
                  <a:moveTo>
                    <a:pt x="9768" y="0"/>
                  </a:moveTo>
                  <a:lnTo>
                    <a:pt x="9768" y="9860"/>
                  </a:lnTo>
                  <a:cubicBezTo>
                    <a:pt x="9768" y="11462"/>
                    <a:pt x="8669" y="12785"/>
                    <a:pt x="7174" y="12785"/>
                  </a:cubicBezTo>
                  <a:lnTo>
                    <a:pt x="609" y="12785"/>
                  </a:lnTo>
                  <a:cubicBezTo>
                    <a:pt x="397" y="12785"/>
                    <a:pt x="172" y="12785"/>
                    <a:pt x="0" y="12732"/>
                  </a:cubicBezTo>
                  <a:lnTo>
                    <a:pt x="0" y="12732"/>
                  </a:lnTo>
                  <a:cubicBezTo>
                    <a:pt x="503" y="13394"/>
                    <a:pt x="1218" y="13897"/>
                    <a:pt x="2052" y="13897"/>
                  </a:cubicBezTo>
                  <a:lnTo>
                    <a:pt x="8669" y="13897"/>
                  </a:lnTo>
                  <a:cubicBezTo>
                    <a:pt x="10099" y="13897"/>
                    <a:pt x="11316" y="12507"/>
                    <a:pt x="11316" y="10853"/>
                  </a:cubicBezTo>
                  <a:lnTo>
                    <a:pt x="113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 name="Google Shape;568;p25"/>
            <p:cNvGrpSpPr/>
            <p:nvPr/>
          </p:nvGrpSpPr>
          <p:grpSpPr>
            <a:xfrm>
              <a:off x="2774143" y="4536556"/>
              <a:ext cx="320455" cy="156580"/>
              <a:chOff x="2774143" y="4536556"/>
              <a:chExt cx="320455" cy="156580"/>
            </a:xfrm>
          </p:grpSpPr>
          <p:sp>
            <p:nvSpPr>
              <p:cNvPr id="569" name="Google Shape;569;p25"/>
              <p:cNvSpPr/>
              <p:nvPr/>
            </p:nvSpPr>
            <p:spPr>
              <a:xfrm>
                <a:off x="2774143" y="4562865"/>
                <a:ext cx="112751" cy="98104"/>
              </a:xfrm>
              <a:custGeom>
                <a:rect b="b" l="l" r="r" t="t"/>
                <a:pathLst>
                  <a:path extrusionOk="0" h="1775" w="2040">
                    <a:moveTo>
                      <a:pt x="292" y="1"/>
                    </a:moveTo>
                    <a:cubicBezTo>
                      <a:pt x="173" y="1"/>
                      <a:pt x="94" y="14"/>
                      <a:pt x="67" y="27"/>
                    </a:cubicBezTo>
                    <a:cubicBezTo>
                      <a:pt x="27" y="40"/>
                      <a:pt x="1" y="67"/>
                      <a:pt x="1" y="107"/>
                    </a:cubicBezTo>
                    <a:cubicBezTo>
                      <a:pt x="1" y="146"/>
                      <a:pt x="27" y="173"/>
                      <a:pt x="54" y="186"/>
                    </a:cubicBezTo>
                    <a:cubicBezTo>
                      <a:pt x="94" y="199"/>
                      <a:pt x="147" y="212"/>
                      <a:pt x="226" y="212"/>
                    </a:cubicBezTo>
                    <a:cubicBezTo>
                      <a:pt x="279" y="226"/>
                      <a:pt x="319" y="239"/>
                      <a:pt x="345" y="252"/>
                    </a:cubicBezTo>
                    <a:cubicBezTo>
                      <a:pt x="385" y="265"/>
                      <a:pt x="411" y="292"/>
                      <a:pt x="451" y="358"/>
                    </a:cubicBezTo>
                    <a:lnTo>
                      <a:pt x="835" y="887"/>
                    </a:lnTo>
                    <a:lnTo>
                      <a:pt x="782" y="967"/>
                    </a:lnTo>
                    <a:lnTo>
                      <a:pt x="729" y="1033"/>
                    </a:lnTo>
                    <a:lnTo>
                      <a:pt x="636" y="1165"/>
                    </a:lnTo>
                    <a:cubicBezTo>
                      <a:pt x="597" y="1205"/>
                      <a:pt x="544" y="1271"/>
                      <a:pt x="477" y="1364"/>
                    </a:cubicBezTo>
                    <a:cubicBezTo>
                      <a:pt x="464" y="1390"/>
                      <a:pt x="438" y="1404"/>
                      <a:pt x="411" y="1417"/>
                    </a:cubicBezTo>
                    <a:cubicBezTo>
                      <a:pt x="385" y="1430"/>
                      <a:pt x="358" y="1443"/>
                      <a:pt x="319" y="1443"/>
                    </a:cubicBezTo>
                    <a:cubicBezTo>
                      <a:pt x="266" y="1443"/>
                      <a:pt x="213" y="1457"/>
                      <a:pt x="173" y="1470"/>
                    </a:cubicBezTo>
                    <a:cubicBezTo>
                      <a:pt x="120" y="1483"/>
                      <a:pt x="94" y="1509"/>
                      <a:pt x="94" y="1562"/>
                    </a:cubicBezTo>
                    <a:cubicBezTo>
                      <a:pt x="94" y="1576"/>
                      <a:pt x="94" y="1602"/>
                      <a:pt x="107" y="1615"/>
                    </a:cubicBezTo>
                    <a:cubicBezTo>
                      <a:pt x="120" y="1629"/>
                      <a:pt x="133" y="1642"/>
                      <a:pt x="147" y="1642"/>
                    </a:cubicBezTo>
                    <a:cubicBezTo>
                      <a:pt x="160" y="1655"/>
                      <a:pt x="186" y="1655"/>
                      <a:pt x="199" y="1668"/>
                    </a:cubicBezTo>
                    <a:lnTo>
                      <a:pt x="385" y="1668"/>
                    </a:lnTo>
                    <a:cubicBezTo>
                      <a:pt x="438" y="1655"/>
                      <a:pt x="491" y="1655"/>
                      <a:pt x="544" y="1655"/>
                    </a:cubicBezTo>
                    <a:cubicBezTo>
                      <a:pt x="570" y="1655"/>
                      <a:pt x="597" y="1655"/>
                      <a:pt x="623" y="1668"/>
                    </a:cubicBezTo>
                    <a:lnTo>
                      <a:pt x="822" y="1668"/>
                    </a:lnTo>
                    <a:cubicBezTo>
                      <a:pt x="848" y="1668"/>
                      <a:pt x="888" y="1655"/>
                      <a:pt x="927" y="1655"/>
                    </a:cubicBezTo>
                    <a:cubicBezTo>
                      <a:pt x="954" y="1642"/>
                      <a:pt x="980" y="1615"/>
                      <a:pt x="980" y="1562"/>
                    </a:cubicBezTo>
                    <a:cubicBezTo>
                      <a:pt x="980" y="1549"/>
                      <a:pt x="967" y="1536"/>
                      <a:pt x="954" y="1509"/>
                    </a:cubicBezTo>
                    <a:cubicBezTo>
                      <a:pt x="927" y="1483"/>
                      <a:pt x="874" y="1470"/>
                      <a:pt x="808" y="1470"/>
                    </a:cubicBezTo>
                    <a:cubicBezTo>
                      <a:pt x="769" y="1470"/>
                      <a:pt x="755" y="1470"/>
                      <a:pt x="742" y="1457"/>
                    </a:cubicBezTo>
                    <a:cubicBezTo>
                      <a:pt x="742" y="1457"/>
                      <a:pt x="729" y="1443"/>
                      <a:pt x="729" y="1430"/>
                    </a:cubicBezTo>
                    <a:cubicBezTo>
                      <a:pt x="729" y="1417"/>
                      <a:pt x="742" y="1404"/>
                      <a:pt x="755" y="1377"/>
                    </a:cubicBezTo>
                    <a:cubicBezTo>
                      <a:pt x="782" y="1351"/>
                      <a:pt x="795" y="1324"/>
                      <a:pt x="808" y="1311"/>
                    </a:cubicBezTo>
                    <a:cubicBezTo>
                      <a:pt x="835" y="1271"/>
                      <a:pt x="861" y="1245"/>
                      <a:pt x="888" y="1218"/>
                    </a:cubicBezTo>
                    <a:cubicBezTo>
                      <a:pt x="901" y="1179"/>
                      <a:pt x="941" y="1139"/>
                      <a:pt x="980" y="1086"/>
                    </a:cubicBezTo>
                    <a:cubicBezTo>
                      <a:pt x="1007" y="1126"/>
                      <a:pt x="1047" y="1165"/>
                      <a:pt x="1086" y="1218"/>
                    </a:cubicBezTo>
                    <a:cubicBezTo>
                      <a:pt x="1113" y="1258"/>
                      <a:pt x="1152" y="1298"/>
                      <a:pt x="1179" y="1337"/>
                    </a:cubicBezTo>
                    <a:cubicBezTo>
                      <a:pt x="1205" y="1377"/>
                      <a:pt x="1219" y="1417"/>
                      <a:pt x="1245" y="1457"/>
                    </a:cubicBezTo>
                    <a:cubicBezTo>
                      <a:pt x="1258" y="1483"/>
                      <a:pt x="1272" y="1496"/>
                      <a:pt x="1272" y="1509"/>
                    </a:cubicBezTo>
                    <a:cubicBezTo>
                      <a:pt x="1272" y="1536"/>
                      <a:pt x="1258" y="1549"/>
                      <a:pt x="1258" y="1549"/>
                    </a:cubicBezTo>
                    <a:lnTo>
                      <a:pt x="1205" y="1562"/>
                    </a:lnTo>
                    <a:cubicBezTo>
                      <a:pt x="1179" y="1576"/>
                      <a:pt x="1166" y="1589"/>
                      <a:pt x="1152" y="1602"/>
                    </a:cubicBezTo>
                    <a:cubicBezTo>
                      <a:pt x="1152" y="1629"/>
                      <a:pt x="1152" y="1642"/>
                      <a:pt x="1152" y="1655"/>
                    </a:cubicBezTo>
                    <a:cubicBezTo>
                      <a:pt x="1152" y="1682"/>
                      <a:pt x="1166" y="1708"/>
                      <a:pt x="1179" y="1734"/>
                    </a:cubicBezTo>
                    <a:cubicBezTo>
                      <a:pt x="1219" y="1761"/>
                      <a:pt x="1258" y="1774"/>
                      <a:pt x="1324" y="1774"/>
                    </a:cubicBezTo>
                    <a:cubicBezTo>
                      <a:pt x="1364" y="1774"/>
                      <a:pt x="1404" y="1774"/>
                      <a:pt x="1444" y="1761"/>
                    </a:cubicBezTo>
                    <a:lnTo>
                      <a:pt x="1708" y="1761"/>
                    </a:lnTo>
                    <a:cubicBezTo>
                      <a:pt x="1761" y="1774"/>
                      <a:pt x="1814" y="1774"/>
                      <a:pt x="1867" y="1774"/>
                    </a:cubicBezTo>
                    <a:cubicBezTo>
                      <a:pt x="1907" y="1774"/>
                      <a:pt x="1947" y="1761"/>
                      <a:pt x="1986" y="1761"/>
                    </a:cubicBezTo>
                    <a:cubicBezTo>
                      <a:pt x="2013" y="1748"/>
                      <a:pt x="2039" y="1721"/>
                      <a:pt x="2039" y="1668"/>
                    </a:cubicBezTo>
                    <a:cubicBezTo>
                      <a:pt x="2039" y="1642"/>
                      <a:pt x="2013" y="1615"/>
                      <a:pt x="1986" y="1602"/>
                    </a:cubicBezTo>
                    <a:cubicBezTo>
                      <a:pt x="1960" y="1589"/>
                      <a:pt x="1933" y="1576"/>
                      <a:pt x="1880" y="1576"/>
                    </a:cubicBezTo>
                    <a:lnTo>
                      <a:pt x="1774" y="1576"/>
                    </a:lnTo>
                    <a:cubicBezTo>
                      <a:pt x="1735" y="1562"/>
                      <a:pt x="1708" y="1562"/>
                      <a:pt x="1669" y="1549"/>
                    </a:cubicBezTo>
                    <a:cubicBezTo>
                      <a:pt x="1655" y="1536"/>
                      <a:pt x="1629" y="1536"/>
                      <a:pt x="1602" y="1509"/>
                    </a:cubicBezTo>
                    <a:cubicBezTo>
                      <a:pt x="1589" y="1496"/>
                      <a:pt x="1563" y="1457"/>
                      <a:pt x="1523" y="1417"/>
                    </a:cubicBezTo>
                    <a:cubicBezTo>
                      <a:pt x="1483" y="1364"/>
                      <a:pt x="1430" y="1298"/>
                      <a:pt x="1364" y="1218"/>
                    </a:cubicBezTo>
                    <a:cubicBezTo>
                      <a:pt x="1298" y="1126"/>
                      <a:pt x="1219" y="1020"/>
                      <a:pt x="1126" y="887"/>
                    </a:cubicBezTo>
                    <a:cubicBezTo>
                      <a:pt x="1179" y="808"/>
                      <a:pt x="1219" y="742"/>
                      <a:pt x="1272" y="676"/>
                    </a:cubicBezTo>
                    <a:cubicBezTo>
                      <a:pt x="1311" y="609"/>
                      <a:pt x="1364" y="543"/>
                      <a:pt x="1430" y="464"/>
                    </a:cubicBezTo>
                    <a:cubicBezTo>
                      <a:pt x="1470" y="424"/>
                      <a:pt x="1510" y="384"/>
                      <a:pt x="1549" y="371"/>
                    </a:cubicBezTo>
                    <a:cubicBezTo>
                      <a:pt x="1576" y="358"/>
                      <a:pt x="1629" y="345"/>
                      <a:pt x="1682" y="345"/>
                    </a:cubicBezTo>
                    <a:lnTo>
                      <a:pt x="1933" y="345"/>
                    </a:lnTo>
                    <a:cubicBezTo>
                      <a:pt x="1960" y="345"/>
                      <a:pt x="1986" y="332"/>
                      <a:pt x="1999" y="318"/>
                    </a:cubicBezTo>
                    <a:cubicBezTo>
                      <a:pt x="2013" y="292"/>
                      <a:pt x="2013" y="279"/>
                      <a:pt x="2013" y="252"/>
                    </a:cubicBezTo>
                    <a:cubicBezTo>
                      <a:pt x="2013" y="173"/>
                      <a:pt x="1986" y="133"/>
                      <a:pt x="1933" y="133"/>
                    </a:cubicBezTo>
                    <a:lnTo>
                      <a:pt x="1245" y="133"/>
                    </a:lnTo>
                    <a:cubicBezTo>
                      <a:pt x="1192" y="133"/>
                      <a:pt x="1152" y="146"/>
                      <a:pt x="1126" y="159"/>
                    </a:cubicBezTo>
                    <a:cubicBezTo>
                      <a:pt x="1086" y="186"/>
                      <a:pt x="1073" y="212"/>
                      <a:pt x="1073" y="252"/>
                    </a:cubicBezTo>
                    <a:cubicBezTo>
                      <a:pt x="1073" y="279"/>
                      <a:pt x="1086" y="305"/>
                      <a:pt x="1099" y="318"/>
                    </a:cubicBezTo>
                    <a:cubicBezTo>
                      <a:pt x="1126" y="332"/>
                      <a:pt x="1139" y="332"/>
                      <a:pt x="1152" y="345"/>
                    </a:cubicBezTo>
                    <a:cubicBezTo>
                      <a:pt x="1166" y="345"/>
                      <a:pt x="1179" y="358"/>
                      <a:pt x="1179" y="358"/>
                    </a:cubicBezTo>
                    <a:cubicBezTo>
                      <a:pt x="1179" y="371"/>
                      <a:pt x="1166" y="398"/>
                      <a:pt x="1139" y="437"/>
                    </a:cubicBezTo>
                    <a:cubicBezTo>
                      <a:pt x="1126" y="464"/>
                      <a:pt x="1099" y="504"/>
                      <a:pt x="1073" y="543"/>
                    </a:cubicBezTo>
                    <a:lnTo>
                      <a:pt x="980" y="689"/>
                    </a:lnTo>
                    <a:cubicBezTo>
                      <a:pt x="941" y="636"/>
                      <a:pt x="901" y="583"/>
                      <a:pt x="861" y="530"/>
                    </a:cubicBezTo>
                    <a:cubicBezTo>
                      <a:pt x="835" y="490"/>
                      <a:pt x="808" y="437"/>
                      <a:pt x="782" y="411"/>
                    </a:cubicBezTo>
                    <a:cubicBezTo>
                      <a:pt x="755" y="371"/>
                      <a:pt x="729" y="332"/>
                      <a:pt x="716" y="305"/>
                    </a:cubicBezTo>
                    <a:cubicBezTo>
                      <a:pt x="702" y="279"/>
                      <a:pt x="702" y="265"/>
                      <a:pt x="702" y="252"/>
                    </a:cubicBezTo>
                    <a:cubicBezTo>
                      <a:pt x="702" y="239"/>
                      <a:pt x="702" y="226"/>
                      <a:pt x="729" y="226"/>
                    </a:cubicBezTo>
                    <a:lnTo>
                      <a:pt x="808" y="226"/>
                    </a:lnTo>
                    <a:cubicBezTo>
                      <a:pt x="848" y="226"/>
                      <a:pt x="888" y="212"/>
                      <a:pt x="901" y="186"/>
                    </a:cubicBezTo>
                    <a:cubicBezTo>
                      <a:pt x="927" y="173"/>
                      <a:pt x="941" y="146"/>
                      <a:pt x="941" y="120"/>
                    </a:cubicBezTo>
                    <a:cubicBezTo>
                      <a:pt x="941" y="107"/>
                      <a:pt x="941" y="93"/>
                      <a:pt x="927" y="80"/>
                    </a:cubicBezTo>
                    <a:cubicBezTo>
                      <a:pt x="927" y="67"/>
                      <a:pt x="927" y="54"/>
                      <a:pt x="901" y="40"/>
                    </a:cubicBezTo>
                    <a:cubicBezTo>
                      <a:pt x="901" y="27"/>
                      <a:pt x="874" y="27"/>
                      <a:pt x="848" y="14"/>
                    </a:cubicBezTo>
                    <a:cubicBezTo>
                      <a:pt x="822" y="1"/>
                      <a:pt x="782" y="1"/>
                      <a:pt x="729"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5"/>
              <p:cNvSpPr/>
              <p:nvPr/>
            </p:nvSpPr>
            <p:spPr>
              <a:xfrm>
                <a:off x="2897782" y="4536556"/>
                <a:ext cx="65882" cy="66600"/>
              </a:xfrm>
              <a:custGeom>
                <a:rect b="b" l="l" r="r" t="t"/>
                <a:pathLst>
                  <a:path extrusionOk="0" h="1205" w="1192">
                    <a:moveTo>
                      <a:pt x="596" y="0"/>
                    </a:moveTo>
                    <a:cubicBezTo>
                      <a:pt x="557" y="0"/>
                      <a:pt x="530" y="13"/>
                      <a:pt x="504" y="40"/>
                    </a:cubicBezTo>
                    <a:cubicBezTo>
                      <a:pt x="477" y="53"/>
                      <a:pt x="477" y="80"/>
                      <a:pt x="477" y="106"/>
                    </a:cubicBezTo>
                    <a:cubicBezTo>
                      <a:pt x="477" y="159"/>
                      <a:pt x="477" y="212"/>
                      <a:pt x="477" y="278"/>
                    </a:cubicBezTo>
                    <a:cubicBezTo>
                      <a:pt x="477" y="331"/>
                      <a:pt x="477" y="410"/>
                      <a:pt x="477" y="490"/>
                    </a:cubicBezTo>
                    <a:lnTo>
                      <a:pt x="93" y="490"/>
                    </a:lnTo>
                    <a:cubicBezTo>
                      <a:pt x="67" y="490"/>
                      <a:pt x="54" y="503"/>
                      <a:pt x="27" y="516"/>
                    </a:cubicBezTo>
                    <a:cubicBezTo>
                      <a:pt x="1" y="543"/>
                      <a:pt x="1" y="569"/>
                      <a:pt x="1" y="609"/>
                    </a:cubicBezTo>
                    <a:cubicBezTo>
                      <a:pt x="1" y="649"/>
                      <a:pt x="1" y="688"/>
                      <a:pt x="27" y="702"/>
                    </a:cubicBezTo>
                    <a:cubicBezTo>
                      <a:pt x="54" y="728"/>
                      <a:pt x="80" y="728"/>
                      <a:pt x="93" y="728"/>
                    </a:cubicBezTo>
                    <a:lnTo>
                      <a:pt x="252" y="728"/>
                    </a:lnTo>
                    <a:cubicBezTo>
                      <a:pt x="318" y="728"/>
                      <a:pt x="398" y="728"/>
                      <a:pt x="477" y="715"/>
                    </a:cubicBezTo>
                    <a:lnTo>
                      <a:pt x="477" y="715"/>
                    </a:lnTo>
                    <a:cubicBezTo>
                      <a:pt x="477" y="781"/>
                      <a:pt x="464" y="860"/>
                      <a:pt x="464" y="940"/>
                    </a:cubicBezTo>
                    <a:cubicBezTo>
                      <a:pt x="464" y="1006"/>
                      <a:pt x="464" y="1072"/>
                      <a:pt x="464" y="1112"/>
                    </a:cubicBezTo>
                    <a:cubicBezTo>
                      <a:pt x="464" y="1125"/>
                      <a:pt x="477" y="1152"/>
                      <a:pt x="490" y="1165"/>
                    </a:cubicBezTo>
                    <a:cubicBezTo>
                      <a:pt x="517" y="1191"/>
                      <a:pt x="543" y="1205"/>
                      <a:pt x="583" y="1205"/>
                    </a:cubicBezTo>
                    <a:cubicBezTo>
                      <a:pt x="636" y="1205"/>
                      <a:pt x="662" y="1191"/>
                      <a:pt x="689" y="1165"/>
                    </a:cubicBezTo>
                    <a:cubicBezTo>
                      <a:pt x="702" y="1138"/>
                      <a:pt x="715" y="1125"/>
                      <a:pt x="715" y="1112"/>
                    </a:cubicBezTo>
                    <a:lnTo>
                      <a:pt x="715" y="715"/>
                    </a:lnTo>
                    <a:lnTo>
                      <a:pt x="1086" y="715"/>
                    </a:lnTo>
                    <a:cubicBezTo>
                      <a:pt x="1112" y="715"/>
                      <a:pt x="1139" y="715"/>
                      <a:pt x="1165" y="688"/>
                    </a:cubicBezTo>
                    <a:cubicBezTo>
                      <a:pt x="1179" y="662"/>
                      <a:pt x="1192" y="635"/>
                      <a:pt x="1192" y="596"/>
                    </a:cubicBezTo>
                    <a:cubicBezTo>
                      <a:pt x="1192" y="543"/>
                      <a:pt x="1192" y="516"/>
                      <a:pt x="1165" y="503"/>
                    </a:cubicBezTo>
                    <a:cubicBezTo>
                      <a:pt x="1152" y="477"/>
                      <a:pt x="1139" y="477"/>
                      <a:pt x="1112" y="477"/>
                    </a:cubicBezTo>
                    <a:lnTo>
                      <a:pt x="940" y="477"/>
                    </a:lnTo>
                    <a:cubicBezTo>
                      <a:pt x="874" y="490"/>
                      <a:pt x="808" y="490"/>
                      <a:pt x="715" y="490"/>
                    </a:cubicBezTo>
                    <a:lnTo>
                      <a:pt x="715" y="278"/>
                    </a:lnTo>
                    <a:cubicBezTo>
                      <a:pt x="715" y="212"/>
                      <a:pt x="729" y="159"/>
                      <a:pt x="729" y="106"/>
                    </a:cubicBezTo>
                    <a:cubicBezTo>
                      <a:pt x="729" y="80"/>
                      <a:pt x="715" y="53"/>
                      <a:pt x="689" y="40"/>
                    </a:cubicBezTo>
                    <a:cubicBezTo>
                      <a:pt x="662" y="13"/>
                      <a:pt x="636" y="0"/>
                      <a:pt x="596"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5"/>
              <p:cNvSpPr/>
              <p:nvPr/>
            </p:nvSpPr>
            <p:spPr>
              <a:xfrm>
                <a:off x="2967311" y="4565794"/>
                <a:ext cx="127287" cy="127342"/>
              </a:xfrm>
              <a:custGeom>
                <a:rect b="b" l="l" r="r" t="t"/>
                <a:pathLst>
                  <a:path extrusionOk="0" h="2304" w="2303">
                    <a:moveTo>
                      <a:pt x="225" y="1"/>
                    </a:moveTo>
                    <a:cubicBezTo>
                      <a:pt x="172" y="1"/>
                      <a:pt x="119" y="14"/>
                      <a:pt x="66" y="40"/>
                    </a:cubicBezTo>
                    <a:cubicBezTo>
                      <a:pt x="27" y="54"/>
                      <a:pt x="0" y="80"/>
                      <a:pt x="0" y="133"/>
                    </a:cubicBezTo>
                    <a:cubicBezTo>
                      <a:pt x="0" y="173"/>
                      <a:pt x="27" y="199"/>
                      <a:pt x="79" y="212"/>
                    </a:cubicBezTo>
                    <a:cubicBezTo>
                      <a:pt x="119" y="212"/>
                      <a:pt x="199" y="226"/>
                      <a:pt x="291" y="226"/>
                    </a:cubicBezTo>
                    <a:lnTo>
                      <a:pt x="371" y="226"/>
                    </a:lnTo>
                    <a:cubicBezTo>
                      <a:pt x="384" y="226"/>
                      <a:pt x="397" y="239"/>
                      <a:pt x="424" y="239"/>
                    </a:cubicBezTo>
                    <a:cubicBezTo>
                      <a:pt x="437" y="252"/>
                      <a:pt x="450" y="252"/>
                      <a:pt x="450" y="279"/>
                    </a:cubicBezTo>
                    <a:cubicBezTo>
                      <a:pt x="463" y="292"/>
                      <a:pt x="477" y="305"/>
                      <a:pt x="490" y="331"/>
                    </a:cubicBezTo>
                    <a:lnTo>
                      <a:pt x="1231" y="1655"/>
                    </a:lnTo>
                    <a:cubicBezTo>
                      <a:pt x="1191" y="1734"/>
                      <a:pt x="1165" y="1801"/>
                      <a:pt x="1125" y="1854"/>
                    </a:cubicBezTo>
                    <a:cubicBezTo>
                      <a:pt x="1099" y="1906"/>
                      <a:pt x="1059" y="1946"/>
                      <a:pt x="1019" y="1986"/>
                    </a:cubicBezTo>
                    <a:cubicBezTo>
                      <a:pt x="993" y="2012"/>
                      <a:pt x="953" y="2039"/>
                      <a:pt x="913" y="2065"/>
                    </a:cubicBezTo>
                    <a:cubicBezTo>
                      <a:pt x="874" y="2079"/>
                      <a:pt x="821" y="2092"/>
                      <a:pt x="781" y="2092"/>
                    </a:cubicBezTo>
                    <a:cubicBezTo>
                      <a:pt x="715" y="2092"/>
                      <a:pt x="649" y="2079"/>
                      <a:pt x="609" y="2039"/>
                    </a:cubicBezTo>
                    <a:cubicBezTo>
                      <a:pt x="556" y="2012"/>
                      <a:pt x="529" y="1973"/>
                      <a:pt x="529" y="1933"/>
                    </a:cubicBezTo>
                    <a:cubicBezTo>
                      <a:pt x="529" y="1906"/>
                      <a:pt x="543" y="1893"/>
                      <a:pt x="556" y="1867"/>
                    </a:cubicBezTo>
                    <a:cubicBezTo>
                      <a:pt x="556" y="1854"/>
                      <a:pt x="582" y="1840"/>
                      <a:pt x="609" y="1840"/>
                    </a:cubicBezTo>
                    <a:lnTo>
                      <a:pt x="649" y="1840"/>
                    </a:lnTo>
                    <a:cubicBezTo>
                      <a:pt x="662" y="1827"/>
                      <a:pt x="675" y="1827"/>
                      <a:pt x="702" y="1814"/>
                    </a:cubicBezTo>
                    <a:cubicBezTo>
                      <a:pt x="715" y="1814"/>
                      <a:pt x="728" y="1801"/>
                      <a:pt x="728" y="1787"/>
                    </a:cubicBezTo>
                    <a:cubicBezTo>
                      <a:pt x="741" y="1761"/>
                      <a:pt x="754" y="1748"/>
                      <a:pt x="754" y="1721"/>
                    </a:cubicBezTo>
                    <a:cubicBezTo>
                      <a:pt x="754" y="1681"/>
                      <a:pt x="728" y="1655"/>
                      <a:pt x="702" y="1629"/>
                    </a:cubicBezTo>
                    <a:cubicBezTo>
                      <a:pt x="675" y="1615"/>
                      <a:pt x="649" y="1602"/>
                      <a:pt x="609" y="1602"/>
                    </a:cubicBezTo>
                    <a:cubicBezTo>
                      <a:pt x="582" y="1602"/>
                      <a:pt x="543" y="1615"/>
                      <a:pt x="516" y="1629"/>
                    </a:cubicBezTo>
                    <a:cubicBezTo>
                      <a:pt x="477" y="1642"/>
                      <a:pt x="450" y="1655"/>
                      <a:pt x="424" y="1681"/>
                    </a:cubicBezTo>
                    <a:cubicBezTo>
                      <a:pt x="397" y="1708"/>
                      <a:pt x="371" y="1748"/>
                      <a:pt x="357" y="1787"/>
                    </a:cubicBezTo>
                    <a:cubicBezTo>
                      <a:pt x="344" y="1827"/>
                      <a:pt x="331" y="1880"/>
                      <a:pt x="331" y="1933"/>
                    </a:cubicBezTo>
                    <a:cubicBezTo>
                      <a:pt x="331" y="1986"/>
                      <a:pt x="344" y="2039"/>
                      <a:pt x="371" y="2092"/>
                    </a:cubicBezTo>
                    <a:cubicBezTo>
                      <a:pt x="397" y="2131"/>
                      <a:pt x="424" y="2171"/>
                      <a:pt x="463" y="2198"/>
                    </a:cubicBezTo>
                    <a:cubicBezTo>
                      <a:pt x="503" y="2237"/>
                      <a:pt x="543" y="2264"/>
                      <a:pt x="582" y="2277"/>
                    </a:cubicBezTo>
                    <a:cubicBezTo>
                      <a:pt x="635" y="2290"/>
                      <a:pt x="688" y="2304"/>
                      <a:pt x="741" y="2304"/>
                    </a:cubicBezTo>
                    <a:cubicBezTo>
                      <a:pt x="847" y="2304"/>
                      <a:pt x="927" y="2277"/>
                      <a:pt x="1006" y="2237"/>
                    </a:cubicBezTo>
                    <a:cubicBezTo>
                      <a:pt x="1085" y="2198"/>
                      <a:pt x="1165" y="2145"/>
                      <a:pt x="1244" y="2052"/>
                    </a:cubicBezTo>
                    <a:cubicBezTo>
                      <a:pt x="1297" y="1986"/>
                      <a:pt x="1350" y="1906"/>
                      <a:pt x="1403" y="1801"/>
                    </a:cubicBezTo>
                    <a:cubicBezTo>
                      <a:pt x="1443" y="1695"/>
                      <a:pt x="1496" y="1589"/>
                      <a:pt x="1535" y="1443"/>
                    </a:cubicBezTo>
                    <a:lnTo>
                      <a:pt x="1919" y="371"/>
                    </a:lnTo>
                    <a:cubicBezTo>
                      <a:pt x="1932" y="331"/>
                      <a:pt x="1959" y="305"/>
                      <a:pt x="1972" y="305"/>
                    </a:cubicBezTo>
                    <a:cubicBezTo>
                      <a:pt x="1999" y="292"/>
                      <a:pt x="2038" y="279"/>
                      <a:pt x="2091" y="279"/>
                    </a:cubicBezTo>
                    <a:cubicBezTo>
                      <a:pt x="2144" y="279"/>
                      <a:pt x="2197" y="265"/>
                      <a:pt x="2237" y="252"/>
                    </a:cubicBezTo>
                    <a:cubicBezTo>
                      <a:pt x="2277" y="252"/>
                      <a:pt x="2303" y="212"/>
                      <a:pt x="2303" y="173"/>
                    </a:cubicBezTo>
                    <a:cubicBezTo>
                      <a:pt x="2303" y="133"/>
                      <a:pt x="2277" y="106"/>
                      <a:pt x="2237" y="93"/>
                    </a:cubicBezTo>
                    <a:cubicBezTo>
                      <a:pt x="2197" y="80"/>
                      <a:pt x="2157" y="67"/>
                      <a:pt x="2091" y="67"/>
                    </a:cubicBezTo>
                    <a:lnTo>
                      <a:pt x="1469" y="67"/>
                    </a:lnTo>
                    <a:cubicBezTo>
                      <a:pt x="1403" y="67"/>
                      <a:pt x="1377" y="80"/>
                      <a:pt x="1350" y="93"/>
                    </a:cubicBezTo>
                    <a:cubicBezTo>
                      <a:pt x="1337" y="106"/>
                      <a:pt x="1337" y="133"/>
                      <a:pt x="1337" y="173"/>
                    </a:cubicBezTo>
                    <a:cubicBezTo>
                      <a:pt x="1337" y="199"/>
                      <a:pt x="1337" y="226"/>
                      <a:pt x="1363" y="252"/>
                    </a:cubicBezTo>
                    <a:cubicBezTo>
                      <a:pt x="1390" y="265"/>
                      <a:pt x="1443" y="279"/>
                      <a:pt x="1496" y="279"/>
                    </a:cubicBezTo>
                    <a:cubicBezTo>
                      <a:pt x="1562" y="279"/>
                      <a:pt x="1602" y="292"/>
                      <a:pt x="1615" y="305"/>
                    </a:cubicBezTo>
                    <a:cubicBezTo>
                      <a:pt x="1628" y="305"/>
                      <a:pt x="1641" y="318"/>
                      <a:pt x="1641" y="345"/>
                    </a:cubicBezTo>
                    <a:cubicBezTo>
                      <a:pt x="1641" y="384"/>
                      <a:pt x="1628" y="424"/>
                      <a:pt x="1615" y="490"/>
                    </a:cubicBezTo>
                    <a:lnTo>
                      <a:pt x="1324" y="1364"/>
                    </a:lnTo>
                    <a:lnTo>
                      <a:pt x="807" y="384"/>
                    </a:lnTo>
                    <a:cubicBezTo>
                      <a:pt x="794" y="358"/>
                      <a:pt x="794" y="331"/>
                      <a:pt x="781" y="318"/>
                    </a:cubicBezTo>
                    <a:cubicBezTo>
                      <a:pt x="781" y="292"/>
                      <a:pt x="781" y="279"/>
                      <a:pt x="781" y="265"/>
                    </a:cubicBezTo>
                    <a:cubicBezTo>
                      <a:pt x="781" y="239"/>
                      <a:pt x="781" y="226"/>
                      <a:pt x="781" y="226"/>
                    </a:cubicBezTo>
                    <a:cubicBezTo>
                      <a:pt x="794" y="226"/>
                      <a:pt x="807" y="212"/>
                      <a:pt x="821" y="212"/>
                    </a:cubicBezTo>
                    <a:cubicBezTo>
                      <a:pt x="874" y="212"/>
                      <a:pt x="900" y="199"/>
                      <a:pt x="927" y="186"/>
                    </a:cubicBezTo>
                    <a:cubicBezTo>
                      <a:pt x="940" y="159"/>
                      <a:pt x="953" y="133"/>
                      <a:pt x="953" y="106"/>
                    </a:cubicBezTo>
                    <a:cubicBezTo>
                      <a:pt x="953" y="80"/>
                      <a:pt x="940" y="54"/>
                      <a:pt x="913" y="40"/>
                    </a:cubicBezTo>
                    <a:cubicBezTo>
                      <a:pt x="900" y="14"/>
                      <a:pt x="860" y="1"/>
                      <a:pt x="794"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 name="Google Shape;572;p25"/>
            <p:cNvSpPr/>
            <p:nvPr/>
          </p:nvSpPr>
          <p:spPr>
            <a:xfrm>
              <a:off x="2760989" y="5002538"/>
              <a:ext cx="389985" cy="49024"/>
            </a:xfrm>
            <a:custGeom>
              <a:rect b="b" l="l" r="r" t="t"/>
              <a:pathLst>
                <a:path extrusionOk="0" h="887" w="7056">
                  <a:moveTo>
                    <a:pt x="1" y="0"/>
                  </a:moveTo>
                  <a:lnTo>
                    <a:pt x="1" y="887"/>
                  </a:lnTo>
                  <a:lnTo>
                    <a:pt x="7055" y="887"/>
                  </a:lnTo>
                  <a:lnTo>
                    <a:pt x="7055" y="0"/>
                  </a:ln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5"/>
            <p:cNvSpPr/>
            <p:nvPr/>
          </p:nvSpPr>
          <p:spPr>
            <a:xfrm>
              <a:off x="2239406" y="5831311"/>
              <a:ext cx="265628" cy="451390"/>
            </a:xfrm>
            <a:custGeom>
              <a:rect b="b" l="l" r="r" t="t"/>
              <a:pathLst>
                <a:path extrusionOk="0" h="8167" w="4806">
                  <a:moveTo>
                    <a:pt x="1" y="1"/>
                  </a:moveTo>
                  <a:lnTo>
                    <a:pt x="1" y="8167"/>
                  </a:lnTo>
                  <a:lnTo>
                    <a:pt x="4805" y="8167"/>
                  </a:lnTo>
                  <a:lnTo>
                    <a:pt x="4805"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5"/>
            <p:cNvSpPr/>
            <p:nvPr/>
          </p:nvSpPr>
          <p:spPr>
            <a:xfrm>
              <a:off x="2239406" y="5831311"/>
              <a:ext cx="265628" cy="164649"/>
            </a:xfrm>
            <a:custGeom>
              <a:rect b="b" l="l" r="r" t="t"/>
              <a:pathLst>
                <a:path extrusionOk="0" h="2979" w="4806">
                  <a:moveTo>
                    <a:pt x="1" y="1"/>
                  </a:moveTo>
                  <a:lnTo>
                    <a:pt x="1" y="2978"/>
                  </a:lnTo>
                  <a:lnTo>
                    <a:pt x="4805" y="2978"/>
                  </a:lnTo>
                  <a:lnTo>
                    <a:pt x="4805"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26"/>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Objectif</a:t>
            </a:r>
            <a:endParaRPr/>
          </a:p>
        </p:txBody>
      </p:sp>
      <p:sp>
        <p:nvSpPr>
          <p:cNvPr id="580" name="Google Shape;580;p26"/>
          <p:cNvSpPr txBox="1"/>
          <p:nvPr>
            <p:ph idx="1" type="body"/>
          </p:nvPr>
        </p:nvSpPr>
        <p:spPr>
          <a:xfrm>
            <a:off x="720000" y="1123900"/>
            <a:ext cx="7704000" cy="348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t>L'objectif de la statistique descriptive est de décrire, c'est-à-dire de résumer ou représenter, par des statistiques, les données disponibles quand elles sont nombreuses.</a:t>
            </a:r>
            <a:endParaRPr b="1" sz="2300"/>
          </a:p>
          <a:p>
            <a:pPr indent="0" lvl="0" marL="0" rtl="0" algn="ctr">
              <a:spcBef>
                <a:spcPts val="1600"/>
              </a:spcBef>
              <a:spcAft>
                <a:spcPts val="0"/>
              </a:spcAft>
              <a:buNone/>
            </a:pPr>
            <a:r>
              <a:rPr b="1" lang="en" sz="2300"/>
              <a:t>Il s'agira de fournir toute l'information disponible sur le phénomène en moins de chiffres et de mots possibles.</a:t>
            </a:r>
            <a:endParaRPr b="1" sz="2300"/>
          </a:p>
          <a:p>
            <a:pPr indent="0" lvl="0" marL="0" rtl="0" algn="ctr">
              <a:spcBef>
                <a:spcPts val="1600"/>
              </a:spcBef>
              <a:spcAft>
                <a:spcPts val="0"/>
              </a:spcAft>
              <a:buNone/>
            </a:pPr>
            <a:r>
              <a:t/>
            </a:r>
            <a:endParaRPr b="1" sz="2300"/>
          </a:p>
          <a:p>
            <a:pPr indent="0" lvl="0" marL="0" rtl="0" algn="ctr">
              <a:spcBef>
                <a:spcPts val="1600"/>
              </a:spcBef>
              <a:spcAft>
                <a:spcPts val="1600"/>
              </a:spcAft>
              <a:buNone/>
            </a:pPr>
            <a:r>
              <a:t/>
            </a:r>
            <a:endParaRPr b="1" sz="2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27"/>
          <p:cNvSpPr txBox="1"/>
          <p:nvPr>
            <p:ph idx="15"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Nous Allons Voir: </a:t>
            </a:r>
            <a:endParaRPr/>
          </a:p>
        </p:txBody>
      </p:sp>
      <p:sp>
        <p:nvSpPr>
          <p:cNvPr id="586" name="Google Shape;586;p27"/>
          <p:cNvSpPr/>
          <p:nvPr/>
        </p:nvSpPr>
        <p:spPr>
          <a:xfrm>
            <a:off x="5043550" y="3258163"/>
            <a:ext cx="777300" cy="7773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27"/>
          <p:cNvSpPr/>
          <p:nvPr/>
        </p:nvSpPr>
        <p:spPr>
          <a:xfrm>
            <a:off x="5043538" y="1658824"/>
            <a:ext cx="777300" cy="7773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8" name="Google Shape;588;p27"/>
          <p:cNvSpPr/>
          <p:nvPr/>
        </p:nvSpPr>
        <p:spPr>
          <a:xfrm>
            <a:off x="865796" y="3228913"/>
            <a:ext cx="777300" cy="777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27"/>
          <p:cNvSpPr/>
          <p:nvPr/>
        </p:nvSpPr>
        <p:spPr>
          <a:xfrm>
            <a:off x="872399" y="1658824"/>
            <a:ext cx="778500" cy="778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7"/>
          <p:cNvSpPr txBox="1"/>
          <p:nvPr>
            <p:ph idx="9" type="title"/>
          </p:nvPr>
        </p:nvSpPr>
        <p:spPr>
          <a:xfrm>
            <a:off x="796200" y="3413812"/>
            <a:ext cx="916500" cy="421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91" name="Google Shape;591;p27"/>
          <p:cNvSpPr txBox="1"/>
          <p:nvPr>
            <p:ph type="title"/>
          </p:nvPr>
        </p:nvSpPr>
        <p:spPr>
          <a:xfrm>
            <a:off x="1750625" y="1584675"/>
            <a:ext cx="2484600" cy="43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La Mediane</a:t>
            </a:r>
            <a:endParaRPr/>
          </a:p>
        </p:txBody>
      </p:sp>
      <p:sp>
        <p:nvSpPr>
          <p:cNvPr id="592" name="Google Shape;592;p27"/>
          <p:cNvSpPr txBox="1"/>
          <p:nvPr>
            <p:ph idx="2" type="title"/>
          </p:nvPr>
        </p:nvSpPr>
        <p:spPr>
          <a:xfrm>
            <a:off x="5933924" y="1584675"/>
            <a:ext cx="2484600" cy="43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lt2"/>
                </a:solidFill>
              </a:rPr>
              <a:t>L’Ecart-type</a:t>
            </a:r>
            <a:endParaRPr/>
          </a:p>
        </p:txBody>
      </p:sp>
      <p:sp>
        <p:nvSpPr>
          <p:cNvPr id="593" name="Google Shape;593;p27"/>
          <p:cNvSpPr txBox="1"/>
          <p:nvPr>
            <p:ph idx="4" type="title"/>
          </p:nvPr>
        </p:nvSpPr>
        <p:spPr>
          <a:xfrm>
            <a:off x="1750625" y="3224100"/>
            <a:ext cx="2818800" cy="36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La Moyenne</a:t>
            </a:r>
            <a:endParaRPr/>
          </a:p>
        </p:txBody>
      </p:sp>
      <p:sp>
        <p:nvSpPr>
          <p:cNvPr id="594" name="Google Shape;594;p27"/>
          <p:cNvSpPr txBox="1"/>
          <p:nvPr>
            <p:ph idx="6" type="title"/>
          </p:nvPr>
        </p:nvSpPr>
        <p:spPr>
          <a:xfrm>
            <a:off x="5933900" y="3224100"/>
            <a:ext cx="2522100" cy="36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Les Quartiles</a:t>
            </a:r>
            <a:endParaRPr/>
          </a:p>
        </p:txBody>
      </p:sp>
      <p:sp>
        <p:nvSpPr>
          <p:cNvPr id="595" name="Google Shape;595;p27"/>
          <p:cNvSpPr txBox="1"/>
          <p:nvPr>
            <p:ph idx="8" type="title"/>
          </p:nvPr>
        </p:nvSpPr>
        <p:spPr>
          <a:xfrm>
            <a:off x="796200" y="1828499"/>
            <a:ext cx="916500" cy="43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96" name="Google Shape;596;p27"/>
          <p:cNvSpPr txBox="1"/>
          <p:nvPr>
            <p:ph idx="13" type="title"/>
          </p:nvPr>
        </p:nvSpPr>
        <p:spPr>
          <a:xfrm>
            <a:off x="4973950" y="3429671"/>
            <a:ext cx="916500" cy="4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97" name="Google Shape;597;p27"/>
          <p:cNvSpPr txBox="1"/>
          <p:nvPr>
            <p:ph idx="14" type="title"/>
          </p:nvPr>
        </p:nvSpPr>
        <p:spPr>
          <a:xfrm>
            <a:off x="4973951" y="1828499"/>
            <a:ext cx="916500" cy="43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28"/>
          <p:cNvSpPr txBox="1"/>
          <p:nvPr>
            <p:ph idx="15"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Nous Allons Voir: </a:t>
            </a:r>
            <a:endParaRPr/>
          </a:p>
        </p:txBody>
      </p:sp>
      <p:sp>
        <p:nvSpPr>
          <p:cNvPr id="603" name="Google Shape;603;p28"/>
          <p:cNvSpPr/>
          <p:nvPr/>
        </p:nvSpPr>
        <p:spPr>
          <a:xfrm>
            <a:off x="5043538" y="2562924"/>
            <a:ext cx="777300" cy="777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28"/>
          <p:cNvSpPr/>
          <p:nvPr/>
        </p:nvSpPr>
        <p:spPr>
          <a:xfrm>
            <a:off x="872399" y="2562924"/>
            <a:ext cx="778500" cy="778500"/>
          </a:xfrm>
          <a:prstGeom prst="ellipse">
            <a:avLst/>
          </a:prstGeom>
          <a:solidFill>
            <a:srgbClr val="93C4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8"/>
          <p:cNvSpPr txBox="1"/>
          <p:nvPr>
            <p:ph type="title"/>
          </p:nvPr>
        </p:nvSpPr>
        <p:spPr>
          <a:xfrm>
            <a:off x="1750625" y="2488775"/>
            <a:ext cx="2484600" cy="43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La Variance</a:t>
            </a:r>
            <a:endParaRPr/>
          </a:p>
        </p:txBody>
      </p:sp>
      <p:sp>
        <p:nvSpPr>
          <p:cNvPr id="606" name="Google Shape;606;p28"/>
          <p:cNvSpPr txBox="1"/>
          <p:nvPr>
            <p:ph idx="2" type="title"/>
          </p:nvPr>
        </p:nvSpPr>
        <p:spPr>
          <a:xfrm>
            <a:off x="5933924" y="2488775"/>
            <a:ext cx="2484600" cy="43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La Covariance</a:t>
            </a:r>
            <a:endParaRPr/>
          </a:p>
        </p:txBody>
      </p:sp>
      <p:sp>
        <p:nvSpPr>
          <p:cNvPr id="607" name="Google Shape;607;p28"/>
          <p:cNvSpPr txBox="1"/>
          <p:nvPr>
            <p:ph idx="8" type="title"/>
          </p:nvPr>
        </p:nvSpPr>
        <p:spPr>
          <a:xfrm>
            <a:off x="796200" y="2732599"/>
            <a:ext cx="916500" cy="43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608" name="Google Shape;608;p28"/>
          <p:cNvSpPr txBox="1"/>
          <p:nvPr>
            <p:ph idx="14" type="title"/>
          </p:nvPr>
        </p:nvSpPr>
        <p:spPr>
          <a:xfrm>
            <a:off x="4973951" y="2732599"/>
            <a:ext cx="916500" cy="43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29"/>
          <p:cNvSpPr txBox="1"/>
          <p:nvPr>
            <p:ph idx="1" type="subTitle"/>
          </p:nvPr>
        </p:nvSpPr>
        <p:spPr>
          <a:xfrm>
            <a:off x="4707375" y="2448600"/>
            <a:ext cx="3832200" cy="1309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En théorie des probabilités et en statistiques, la médiane est la valeur qui sépare la moitié inférieure de la moitié supérieure d'un ensemble (échantillon, population, distribution de probabilités). ... C'est un indicateur de tendance centrale de la série.</a:t>
            </a:r>
            <a:endParaRPr/>
          </a:p>
        </p:txBody>
      </p:sp>
      <p:sp>
        <p:nvSpPr>
          <p:cNvPr id="614" name="Google Shape;614;p29"/>
          <p:cNvSpPr txBox="1"/>
          <p:nvPr>
            <p:ph type="title"/>
          </p:nvPr>
        </p:nvSpPr>
        <p:spPr>
          <a:xfrm>
            <a:off x="4707375" y="1498625"/>
            <a:ext cx="3711300" cy="7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 Mediane</a:t>
            </a:r>
            <a:endParaRPr/>
          </a:p>
        </p:txBody>
      </p:sp>
      <p:grpSp>
        <p:nvGrpSpPr>
          <p:cNvPr id="615" name="Google Shape;615;p29"/>
          <p:cNvGrpSpPr/>
          <p:nvPr/>
        </p:nvGrpSpPr>
        <p:grpSpPr>
          <a:xfrm>
            <a:off x="739432" y="1420854"/>
            <a:ext cx="3078623" cy="2542771"/>
            <a:chOff x="981282" y="1614329"/>
            <a:chExt cx="3078623" cy="2542771"/>
          </a:xfrm>
        </p:grpSpPr>
        <p:grpSp>
          <p:nvGrpSpPr>
            <p:cNvPr id="616" name="Google Shape;616;p29"/>
            <p:cNvGrpSpPr/>
            <p:nvPr/>
          </p:nvGrpSpPr>
          <p:grpSpPr>
            <a:xfrm>
              <a:off x="981282" y="1614329"/>
              <a:ext cx="3078623" cy="2542771"/>
              <a:chOff x="981282" y="1614329"/>
              <a:chExt cx="3078623" cy="2542771"/>
            </a:xfrm>
          </p:grpSpPr>
          <p:sp>
            <p:nvSpPr>
              <p:cNvPr id="617" name="Google Shape;617;p29"/>
              <p:cNvSpPr/>
              <p:nvPr/>
            </p:nvSpPr>
            <p:spPr>
              <a:xfrm>
                <a:off x="2851375" y="4013400"/>
                <a:ext cx="966250" cy="143700"/>
              </a:xfrm>
              <a:custGeom>
                <a:rect b="b" l="l" r="r" t="t"/>
                <a:pathLst>
                  <a:path extrusionOk="0" h="5748" w="38650">
                    <a:moveTo>
                      <a:pt x="19325" y="1"/>
                    </a:moveTo>
                    <a:cubicBezTo>
                      <a:pt x="8705" y="1"/>
                      <a:pt x="0" y="1244"/>
                      <a:pt x="0" y="2790"/>
                    </a:cubicBezTo>
                    <a:cubicBezTo>
                      <a:pt x="0" y="4470"/>
                      <a:pt x="8705" y="5748"/>
                      <a:pt x="19325" y="5748"/>
                    </a:cubicBezTo>
                    <a:cubicBezTo>
                      <a:pt x="29979" y="5748"/>
                      <a:pt x="38650" y="4470"/>
                      <a:pt x="38650" y="2790"/>
                    </a:cubicBezTo>
                    <a:cubicBezTo>
                      <a:pt x="38650" y="1244"/>
                      <a:pt x="29979" y="1"/>
                      <a:pt x="193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8" name="Google Shape;618;p29"/>
              <p:cNvGrpSpPr/>
              <p:nvPr/>
            </p:nvGrpSpPr>
            <p:grpSpPr>
              <a:xfrm>
                <a:off x="981282" y="3437559"/>
                <a:ext cx="3078623" cy="592869"/>
                <a:chOff x="133649" y="3580487"/>
                <a:chExt cx="3468870" cy="592869"/>
              </a:xfrm>
            </p:grpSpPr>
            <p:sp>
              <p:nvSpPr>
                <p:cNvPr id="619" name="Google Shape;619;p29"/>
                <p:cNvSpPr/>
                <p:nvPr/>
              </p:nvSpPr>
              <p:spPr>
                <a:xfrm>
                  <a:off x="2752694" y="3942026"/>
                  <a:ext cx="136130" cy="231330"/>
                </a:xfrm>
                <a:custGeom>
                  <a:rect b="b" l="l" r="r" t="t"/>
                  <a:pathLst>
                    <a:path extrusionOk="0" h="8167" w="4806">
                      <a:moveTo>
                        <a:pt x="1" y="1"/>
                      </a:moveTo>
                      <a:lnTo>
                        <a:pt x="1" y="8167"/>
                      </a:lnTo>
                      <a:lnTo>
                        <a:pt x="4805" y="8167"/>
                      </a:lnTo>
                      <a:lnTo>
                        <a:pt x="4805"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0" name="Google Shape;620;p29"/>
                <p:cNvGrpSpPr/>
                <p:nvPr/>
              </p:nvGrpSpPr>
              <p:grpSpPr>
                <a:xfrm flipH="1">
                  <a:off x="133649" y="3580487"/>
                  <a:ext cx="3468870" cy="583832"/>
                  <a:chOff x="929285" y="5051507"/>
                  <a:chExt cx="7315206" cy="1231195"/>
                </a:xfrm>
              </p:grpSpPr>
              <p:sp>
                <p:nvSpPr>
                  <p:cNvPr id="621" name="Google Shape;621;p29"/>
                  <p:cNvSpPr/>
                  <p:nvPr/>
                </p:nvSpPr>
                <p:spPr>
                  <a:xfrm>
                    <a:off x="929285" y="5051507"/>
                    <a:ext cx="7315206" cy="420715"/>
                  </a:xfrm>
                  <a:custGeom>
                    <a:rect b="b" l="l" r="r" t="t"/>
                    <a:pathLst>
                      <a:path extrusionOk="0" h="7612" w="132354">
                        <a:moveTo>
                          <a:pt x="1" y="1"/>
                        </a:moveTo>
                        <a:lnTo>
                          <a:pt x="1" y="7611"/>
                        </a:lnTo>
                        <a:lnTo>
                          <a:pt x="132353" y="7611"/>
                        </a:lnTo>
                        <a:lnTo>
                          <a:pt x="132353" y="1"/>
                        </a:lnTo>
                        <a:close/>
                      </a:path>
                    </a:pathLst>
                  </a:custGeom>
                  <a:solidFill>
                    <a:srgbClr val="EFED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9"/>
                  <p:cNvSpPr/>
                  <p:nvPr/>
                </p:nvSpPr>
                <p:spPr>
                  <a:xfrm>
                    <a:off x="929285" y="5051507"/>
                    <a:ext cx="7315206" cy="133919"/>
                  </a:xfrm>
                  <a:custGeom>
                    <a:rect b="b" l="l" r="r" t="t"/>
                    <a:pathLst>
                      <a:path extrusionOk="0" h="2423" w="132354">
                        <a:moveTo>
                          <a:pt x="1" y="1"/>
                        </a:moveTo>
                        <a:lnTo>
                          <a:pt x="1" y="2423"/>
                        </a:lnTo>
                        <a:lnTo>
                          <a:pt x="132353" y="2423"/>
                        </a:lnTo>
                        <a:lnTo>
                          <a:pt x="132353" y="1"/>
                        </a:lnTo>
                        <a:close/>
                      </a:path>
                    </a:pathLst>
                  </a:custGeom>
                  <a:solidFill>
                    <a:srgbClr val="FFF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9"/>
                  <p:cNvSpPr/>
                  <p:nvPr/>
                </p:nvSpPr>
                <p:spPr>
                  <a:xfrm>
                    <a:off x="6510315" y="5831311"/>
                    <a:ext cx="264854" cy="451390"/>
                  </a:xfrm>
                  <a:custGeom>
                    <a:rect b="b" l="l" r="r" t="t"/>
                    <a:pathLst>
                      <a:path extrusionOk="0" h="8167" w="4792">
                        <a:moveTo>
                          <a:pt x="1" y="1"/>
                        </a:moveTo>
                        <a:lnTo>
                          <a:pt x="1" y="8167"/>
                        </a:lnTo>
                        <a:lnTo>
                          <a:pt x="4792" y="8167"/>
                        </a:lnTo>
                        <a:lnTo>
                          <a:pt x="4792"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9"/>
                  <p:cNvSpPr/>
                  <p:nvPr/>
                </p:nvSpPr>
                <p:spPr>
                  <a:xfrm>
                    <a:off x="6510315" y="5831311"/>
                    <a:ext cx="264854" cy="164649"/>
                  </a:xfrm>
                  <a:custGeom>
                    <a:rect b="b" l="l" r="r" t="t"/>
                    <a:pathLst>
                      <a:path extrusionOk="0" h="2979" w="4792">
                        <a:moveTo>
                          <a:pt x="1" y="1"/>
                        </a:moveTo>
                        <a:lnTo>
                          <a:pt x="1" y="2978"/>
                        </a:lnTo>
                        <a:lnTo>
                          <a:pt x="4792" y="2978"/>
                        </a:lnTo>
                        <a:lnTo>
                          <a:pt x="4792"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9"/>
                  <p:cNvSpPr/>
                  <p:nvPr/>
                </p:nvSpPr>
                <p:spPr>
                  <a:xfrm>
                    <a:off x="1654207" y="5472167"/>
                    <a:ext cx="5864644" cy="359200"/>
                  </a:xfrm>
                  <a:custGeom>
                    <a:rect b="b" l="l" r="r" t="t"/>
                    <a:pathLst>
                      <a:path extrusionOk="0" h="6499" w="106109">
                        <a:moveTo>
                          <a:pt x="1" y="0"/>
                        </a:moveTo>
                        <a:lnTo>
                          <a:pt x="1" y="6499"/>
                        </a:lnTo>
                        <a:lnTo>
                          <a:pt x="106108" y="6499"/>
                        </a:lnTo>
                        <a:lnTo>
                          <a:pt x="106108" y="0"/>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9"/>
                  <p:cNvSpPr/>
                  <p:nvPr/>
                </p:nvSpPr>
                <p:spPr>
                  <a:xfrm>
                    <a:off x="1654207" y="5472167"/>
                    <a:ext cx="5864644" cy="176311"/>
                  </a:xfrm>
                  <a:custGeom>
                    <a:rect b="b" l="l" r="r" t="t"/>
                    <a:pathLst>
                      <a:path extrusionOk="0" h="3190" w="106109">
                        <a:moveTo>
                          <a:pt x="1" y="0"/>
                        </a:moveTo>
                        <a:lnTo>
                          <a:pt x="1" y="3190"/>
                        </a:lnTo>
                        <a:lnTo>
                          <a:pt x="106108" y="3190"/>
                        </a:lnTo>
                        <a:lnTo>
                          <a:pt x="106108" y="0"/>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7" name="Google Shape;627;p29"/>
              <p:cNvGrpSpPr/>
              <p:nvPr/>
            </p:nvGrpSpPr>
            <p:grpSpPr>
              <a:xfrm>
                <a:off x="2614081" y="1614329"/>
                <a:ext cx="1309691" cy="2486166"/>
                <a:chOff x="961250" y="234750"/>
                <a:chExt cx="1222525" cy="2320700"/>
              </a:xfrm>
            </p:grpSpPr>
            <p:sp>
              <p:nvSpPr>
                <p:cNvPr id="628" name="Google Shape;628;p29"/>
                <p:cNvSpPr/>
                <p:nvPr/>
              </p:nvSpPr>
              <p:spPr>
                <a:xfrm>
                  <a:off x="1529225" y="1558100"/>
                  <a:ext cx="189075" cy="241150"/>
                </a:xfrm>
                <a:custGeom>
                  <a:rect b="b" l="l" r="r" t="t"/>
                  <a:pathLst>
                    <a:path extrusionOk="0" h="9646" w="7563">
                      <a:moveTo>
                        <a:pt x="2353" y="0"/>
                      </a:moveTo>
                      <a:cubicBezTo>
                        <a:pt x="1378" y="0"/>
                        <a:pt x="404" y="572"/>
                        <a:pt x="135" y="1681"/>
                      </a:cubicBezTo>
                      <a:cubicBezTo>
                        <a:pt x="0" y="2252"/>
                        <a:pt x="0" y="2790"/>
                        <a:pt x="269" y="3361"/>
                      </a:cubicBezTo>
                      <a:lnTo>
                        <a:pt x="3496" y="9646"/>
                      </a:lnTo>
                      <a:lnTo>
                        <a:pt x="7562" y="7562"/>
                      </a:lnTo>
                      <a:lnTo>
                        <a:pt x="6857" y="4907"/>
                      </a:lnTo>
                      <a:cubicBezTo>
                        <a:pt x="6722" y="3932"/>
                        <a:pt x="6285" y="3092"/>
                        <a:pt x="5580" y="2252"/>
                      </a:cubicBezTo>
                      <a:cubicBezTo>
                        <a:pt x="5042" y="1546"/>
                        <a:pt x="4336" y="840"/>
                        <a:pt x="3496" y="269"/>
                      </a:cubicBezTo>
                      <a:cubicBezTo>
                        <a:pt x="3059" y="135"/>
                        <a:pt x="2790" y="0"/>
                        <a:pt x="2353" y="0"/>
                      </a:cubicBezTo>
                      <a:close/>
                    </a:path>
                  </a:pathLst>
                </a:custGeom>
                <a:solidFill>
                  <a:srgbClr val="D077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9"/>
                <p:cNvSpPr/>
                <p:nvPr/>
              </p:nvSpPr>
              <p:spPr>
                <a:xfrm>
                  <a:off x="1647700" y="1816875"/>
                  <a:ext cx="206725" cy="252400"/>
                </a:xfrm>
                <a:custGeom>
                  <a:rect b="b" l="l" r="r" t="t"/>
                  <a:pathLst>
                    <a:path extrusionOk="0" h="10096" w="8269">
                      <a:moveTo>
                        <a:pt x="3361" y="1"/>
                      </a:moveTo>
                      <a:lnTo>
                        <a:pt x="0" y="1816"/>
                      </a:lnTo>
                      <a:lnTo>
                        <a:pt x="3664" y="8840"/>
                      </a:lnTo>
                      <a:cubicBezTo>
                        <a:pt x="3933" y="9377"/>
                        <a:pt x="4336" y="9814"/>
                        <a:pt x="5042" y="9949"/>
                      </a:cubicBezTo>
                      <a:cubicBezTo>
                        <a:pt x="5363" y="10052"/>
                        <a:pt x="5703" y="10095"/>
                        <a:pt x="6048" y="10095"/>
                      </a:cubicBezTo>
                      <a:cubicBezTo>
                        <a:pt x="6607" y="10095"/>
                        <a:pt x="7177" y="9981"/>
                        <a:pt x="7697" y="9814"/>
                      </a:cubicBezTo>
                      <a:cubicBezTo>
                        <a:pt x="8134" y="9680"/>
                        <a:pt x="8268" y="9109"/>
                        <a:pt x="7865" y="8974"/>
                      </a:cubicBezTo>
                      <a:lnTo>
                        <a:pt x="5176" y="7697"/>
                      </a:lnTo>
                      <a:lnTo>
                        <a:pt x="3361" y="1"/>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9"/>
                <p:cNvSpPr/>
                <p:nvPr/>
              </p:nvSpPr>
              <p:spPr>
                <a:xfrm>
                  <a:off x="1598975" y="1737350"/>
                  <a:ext cx="164700" cy="132500"/>
                </a:xfrm>
                <a:custGeom>
                  <a:rect b="b" l="l" r="r" t="t"/>
                  <a:pathLst>
                    <a:path extrusionOk="0" h="5300" w="6588">
                      <a:moveTo>
                        <a:pt x="5457" y="0"/>
                      </a:moveTo>
                      <a:cubicBezTo>
                        <a:pt x="5352" y="0"/>
                        <a:pt x="5252" y="38"/>
                        <a:pt x="5176" y="123"/>
                      </a:cubicBezTo>
                      <a:lnTo>
                        <a:pt x="4772" y="392"/>
                      </a:lnTo>
                      <a:lnTo>
                        <a:pt x="706" y="2476"/>
                      </a:lnTo>
                      <a:lnTo>
                        <a:pt x="0" y="2778"/>
                      </a:lnTo>
                      <a:lnTo>
                        <a:pt x="1412" y="5299"/>
                      </a:lnTo>
                      <a:lnTo>
                        <a:pt x="1949" y="4997"/>
                      </a:lnTo>
                      <a:lnTo>
                        <a:pt x="5310" y="3182"/>
                      </a:lnTo>
                      <a:lnTo>
                        <a:pt x="6150" y="2778"/>
                      </a:lnTo>
                      <a:cubicBezTo>
                        <a:pt x="6453" y="2644"/>
                        <a:pt x="6587" y="2341"/>
                        <a:pt x="6453" y="2073"/>
                      </a:cubicBezTo>
                      <a:lnTo>
                        <a:pt x="6016" y="527"/>
                      </a:lnTo>
                      <a:cubicBezTo>
                        <a:pt x="6016" y="238"/>
                        <a:pt x="5723" y="0"/>
                        <a:pt x="54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9"/>
                <p:cNvSpPr/>
                <p:nvPr/>
              </p:nvSpPr>
              <p:spPr>
                <a:xfrm>
                  <a:off x="1287250" y="1496000"/>
                  <a:ext cx="392400" cy="420700"/>
                </a:xfrm>
                <a:custGeom>
                  <a:rect b="b" l="l" r="r" t="t"/>
                  <a:pathLst>
                    <a:path extrusionOk="0" h="16828" w="15696">
                      <a:moveTo>
                        <a:pt x="8715" y="0"/>
                      </a:moveTo>
                      <a:cubicBezTo>
                        <a:pt x="8144" y="0"/>
                        <a:pt x="7563" y="77"/>
                        <a:pt x="6991" y="232"/>
                      </a:cubicBezTo>
                      <a:cubicBezTo>
                        <a:pt x="4201" y="1207"/>
                        <a:pt x="2118" y="4030"/>
                        <a:pt x="840" y="9475"/>
                      </a:cubicBezTo>
                      <a:cubicBezTo>
                        <a:pt x="437" y="11155"/>
                        <a:pt x="135" y="12836"/>
                        <a:pt x="0" y="14516"/>
                      </a:cubicBezTo>
                      <a:lnTo>
                        <a:pt x="0" y="15087"/>
                      </a:lnTo>
                      <a:cubicBezTo>
                        <a:pt x="1465" y="15986"/>
                        <a:pt x="3690" y="16828"/>
                        <a:pt x="6887" y="16828"/>
                      </a:cubicBezTo>
                      <a:cubicBezTo>
                        <a:pt x="9191" y="16828"/>
                        <a:pt x="12000" y="16390"/>
                        <a:pt x="15393" y="15222"/>
                      </a:cubicBezTo>
                      <a:cubicBezTo>
                        <a:pt x="15259" y="14382"/>
                        <a:pt x="15259" y="13407"/>
                        <a:pt x="15259" y="12432"/>
                      </a:cubicBezTo>
                      <a:cubicBezTo>
                        <a:pt x="15695" y="7660"/>
                        <a:pt x="15259" y="3593"/>
                        <a:pt x="12469" y="1375"/>
                      </a:cubicBezTo>
                      <a:cubicBezTo>
                        <a:pt x="11465" y="467"/>
                        <a:pt x="10121" y="0"/>
                        <a:pt x="87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9"/>
                <p:cNvSpPr/>
                <p:nvPr/>
              </p:nvSpPr>
              <p:spPr>
                <a:xfrm>
                  <a:off x="1567025" y="1904250"/>
                  <a:ext cx="4225" cy="25"/>
                </a:xfrm>
                <a:custGeom>
                  <a:rect b="b" l="l" r="r" t="t"/>
                  <a:pathLst>
                    <a:path extrusionOk="0" h="1" w="169">
                      <a:moveTo>
                        <a:pt x="169" y="1"/>
                      </a:moveTo>
                      <a:lnTo>
                        <a:pt x="1" y="1"/>
                      </a:lnTo>
                      <a:lnTo>
                        <a:pt x="1" y="1"/>
                      </a:lnTo>
                      <a:lnTo>
                        <a:pt x="169" y="1"/>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9"/>
                <p:cNvSpPr/>
                <p:nvPr/>
              </p:nvSpPr>
              <p:spPr>
                <a:xfrm>
                  <a:off x="1567025" y="1575725"/>
                  <a:ext cx="7600" cy="328550"/>
                </a:xfrm>
                <a:custGeom>
                  <a:rect b="b" l="l" r="r" t="t"/>
                  <a:pathLst>
                    <a:path extrusionOk="0" h="13142" w="304">
                      <a:moveTo>
                        <a:pt x="303" y="1"/>
                      </a:moveTo>
                      <a:lnTo>
                        <a:pt x="301" y="241"/>
                      </a:lnTo>
                      <a:lnTo>
                        <a:pt x="303" y="135"/>
                      </a:lnTo>
                      <a:lnTo>
                        <a:pt x="303" y="1"/>
                      </a:lnTo>
                      <a:close/>
                      <a:moveTo>
                        <a:pt x="301" y="241"/>
                      </a:moveTo>
                      <a:lnTo>
                        <a:pt x="1" y="13142"/>
                      </a:lnTo>
                      <a:lnTo>
                        <a:pt x="169" y="13142"/>
                      </a:lnTo>
                      <a:lnTo>
                        <a:pt x="301" y="241"/>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9"/>
                <p:cNvSpPr/>
                <p:nvPr/>
              </p:nvSpPr>
              <p:spPr>
                <a:xfrm>
                  <a:off x="1462000" y="1915175"/>
                  <a:ext cx="49600" cy="3400"/>
                </a:xfrm>
                <a:custGeom>
                  <a:rect b="b" l="l" r="r" t="t"/>
                  <a:pathLst>
                    <a:path extrusionOk="0" h="136" w="1984">
                      <a:moveTo>
                        <a:pt x="1" y="135"/>
                      </a:moveTo>
                      <a:lnTo>
                        <a:pt x="1" y="135"/>
                      </a:lnTo>
                      <a:lnTo>
                        <a:pt x="1" y="135"/>
                      </a:lnTo>
                      <a:lnTo>
                        <a:pt x="1" y="135"/>
                      </a:lnTo>
                      <a:close/>
                      <a:moveTo>
                        <a:pt x="1984" y="1"/>
                      </a:moveTo>
                      <a:cubicBezTo>
                        <a:pt x="1278" y="1"/>
                        <a:pt x="707" y="135"/>
                        <a:pt x="1" y="135"/>
                      </a:cubicBezTo>
                      <a:cubicBezTo>
                        <a:pt x="707" y="135"/>
                        <a:pt x="1278" y="1"/>
                        <a:pt x="1984" y="1"/>
                      </a:cubicBez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9"/>
                <p:cNvSpPr/>
                <p:nvPr/>
              </p:nvSpPr>
              <p:spPr>
                <a:xfrm>
                  <a:off x="1462000" y="1533725"/>
                  <a:ext cx="73975" cy="384850"/>
                </a:xfrm>
                <a:custGeom>
                  <a:rect b="b" l="l" r="r" t="t"/>
                  <a:pathLst>
                    <a:path extrusionOk="0" h="15394" w="2959">
                      <a:moveTo>
                        <a:pt x="1681" y="1"/>
                      </a:moveTo>
                      <a:cubicBezTo>
                        <a:pt x="1547" y="404"/>
                        <a:pt x="1547" y="841"/>
                        <a:pt x="1412" y="1244"/>
                      </a:cubicBezTo>
                      <a:cubicBezTo>
                        <a:pt x="841" y="4605"/>
                        <a:pt x="169" y="10083"/>
                        <a:pt x="1" y="15393"/>
                      </a:cubicBezTo>
                      <a:cubicBezTo>
                        <a:pt x="707" y="15393"/>
                        <a:pt x="1278" y="15259"/>
                        <a:pt x="1984" y="15259"/>
                      </a:cubicBezTo>
                      <a:cubicBezTo>
                        <a:pt x="2253" y="10923"/>
                        <a:pt x="2521" y="5445"/>
                        <a:pt x="2958" y="1815"/>
                      </a:cubicBezTo>
                      <a:cubicBezTo>
                        <a:pt x="2118" y="1547"/>
                        <a:pt x="1681" y="706"/>
                        <a:pt x="1681" y="1"/>
                      </a:cubicBez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9"/>
                <p:cNvSpPr/>
                <p:nvPr/>
              </p:nvSpPr>
              <p:spPr>
                <a:xfrm>
                  <a:off x="1602325" y="1519450"/>
                  <a:ext cx="3375" cy="14300"/>
                </a:xfrm>
                <a:custGeom>
                  <a:rect b="b" l="l" r="r" t="t"/>
                  <a:pathLst>
                    <a:path extrusionOk="0" h="572" w="135">
                      <a:moveTo>
                        <a:pt x="135" y="0"/>
                      </a:moveTo>
                      <a:lnTo>
                        <a:pt x="0" y="572"/>
                      </a:lnTo>
                      <a:lnTo>
                        <a:pt x="135" y="572"/>
                      </a:lnTo>
                      <a:lnTo>
                        <a:pt x="135" y="0"/>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9"/>
                <p:cNvSpPr/>
                <p:nvPr/>
              </p:nvSpPr>
              <p:spPr>
                <a:xfrm>
                  <a:off x="1571225" y="1533725"/>
                  <a:ext cx="34475" cy="370550"/>
                </a:xfrm>
                <a:custGeom>
                  <a:rect b="b" l="l" r="r" t="t"/>
                  <a:pathLst>
                    <a:path extrusionOk="0" h="14822" w="1379">
                      <a:moveTo>
                        <a:pt x="1244" y="1"/>
                      </a:moveTo>
                      <a:cubicBezTo>
                        <a:pt x="1244" y="841"/>
                        <a:pt x="841" y="1379"/>
                        <a:pt x="135" y="1681"/>
                      </a:cubicBezTo>
                      <a:lnTo>
                        <a:pt x="1" y="14822"/>
                      </a:lnTo>
                      <a:cubicBezTo>
                        <a:pt x="404" y="14822"/>
                        <a:pt x="841" y="14688"/>
                        <a:pt x="1379" y="14553"/>
                      </a:cubicBezTo>
                      <a:lnTo>
                        <a:pt x="1379" y="1"/>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9"/>
                <p:cNvSpPr/>
                <p:nvPr/>
              </p:nvSpPr>
              <p:spPr>
                <a:xfrm>
                  <a:off x="1518300" y="1953825"/>
                  <a:ext cx="252100" cy="447225"/>
                </a:xfrm>
                <a:custGeom>
                  <a:rect b="b" l="l" r="r" t="t"/>
                  <a:pathLst>
                    <a:path extrusionOk="0" h="17889" w="10084">
                      <a:moveTo>
                        <a:pt x="6588" y="1"/>
                      </a:moveTo>
                      <a:lnTo>
                        <a:pt x="4639" y="1547"/>
                      </a:lnTo>
                      <a:lnTo>
                        <a:pt x="2118" y="3496"/>
                      </a:lnTo>
                      <a:lnTo>
                        <a:pt x="1110" y="4202"/>
                      </a:lnTo>
                      <a:lnTo>
                        <a:pt x="975" y="4336"/>
                      </a:lnTo>
                      <a:lnTo>
                        <a:pt x="1110" y="4336"/>
                      </a:lnTo>
                      <a:lnTo>
                        <a:pt x="1950" y="5580"/>
                      </a:lnTo>
                      <a:lnTo>
                        <a:pt x="4773" y="9378"/>
                      </a:lnTo>
                      <a:lnTo>
                        <a:pt x="1681" y="12739"/>
                      </a:lnTo>
                      <a:lnTo>
                        <a:pt x="572" y="13982"/>
                      </a:lnTo>
                      <a:cubicBezTo>
                        <a:pt x="135" y="14553"/>
                        <a:pt x="1" y="15394"/>
                        <a:pt x="437" y="15965"/>
                      </a:cubicBezTo>
                      <a:lnTo>
                        <a:pt x="1547" y="17645"/>
                      </a:lnTo>
                      <a:cubicBezTo>
                        <a:pt x="1659" y="17814"/>
                        <a:pt x="1848" y="17889"/>
                        <a:pt x="2040" y="17889"/>
                      </a:cubicBezTo>
                      <a:cubicBezTo>
                        <a:pt x="2306" y="17889"/>
                        <a:pt x="2578" y="17745"/>
                        <a:pt x="2656" y="17511"/>
                      </a:cubicBezTo>
                      <a:lnTo>
                        <a:pt x="3227" y="15394"/>
                      </a:lnTo>
                      <a:lnTo>
                        <a:pt x="3361" y="15394"/>
                      </a:lnTo>
                      <a:lnTo>
                        <a:pt x="8840" y="12302"/>
                      </a:lnTo>
                      <a:cubicBezTo>
                        <a:pt x="9680" y="11764"/>
                        <a:pt x="10083" y="10789"/>
                        <a:pt x="9814" y="9781"/>
                      </a:cubicBezTo>
                      <a:lnTo>
                        <a:pt x="67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9"/>
                <p:cNvSpPr/>
                <p:nvPr/>
              </p:nvSpPr>
              <p:spPr>
                <a:xfrm>
                  <a:off x="1518300" y="2272275"/>
                  <a:ext cx="84050" cy="128775"/>
                </a:xfrm>
                <a:custGeom>
                  <a:rect b="b" l="l" r="r" t="t"/>
                  <a:pathLst>
                    <a:path extrusionOk="0" h="5151" w="3362">
                      <a:moveTo>
                        <a:pt x="1681" y="1"/>
                      </a:moveTo>
                      <a:lnTo>
                        <a:pt x="572" y="1244"/>
                      </a:lnTo>
                      <a:cubicBezTo>
                        <a:pt x="135" y="1815"/>
                        <a:pt x="1" y="2656"/>
                        <a:pt x="437" y="3227"/>
                      </a:cubicBezTo>
                      <a:lnTo>
                        <a:pt x="1547" y="4907"/>
                      </a:lnTo>
                      <a:cubicBezTo>
                        <a:pt x="1659" y="5076"/>
                        <a:pt x="1848" y="5151"/>
                        <a:pt x="2040" y="5151"/>
                      </a:cubicBezTo>
                      <a:cubicBezTo>
                        <a:pt x="2306" y="5151"/>
                        <a:pt x="2578" y="5007"/>
                        <a:pt x="2656" y="4773"/>
                      </a:cubicBezTo>
                      <a:lnTo>
                        <a:pt x="3227" y="2656"/>
                      </a:lnTo>
                      <a:lnTo>
                        <a:pt x="3361" y="2656"/>
                      </a:lnTo>
                      <a:cubicBezTo>
                        <a:pt x="2790" y="1815"/>
                        <a:pt x="2252" y="841"/>
                        <a:pt x="16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9"/>
                <p:cNvSpPr/>
                <p:nvPr/>
              </p:nvSpPr>
              <p:spPr>
                <a:xfrm>
                  <a:off x="1266250" y="1990050"/>
                  <a:ext cx="357100" cy="513300"/>
                </a:xfrm>
                <a:custGeom>
                  <a:rect b="b" l="l" r="r" t="t"/>
                  <a:pathLst>
                    <a:path extrusionOk="0" h="20532" w="14284">
                      <a:moveTo>
                        <a:pt x="1295" y="1"/>
                      </a:moveTo>
                      <a:cubicBezTo>
                        <a:pt x="838" y="1"/>
                        <a:pt x="400" y="388"/>
                        <a:pt x="269" y="938"/>
                      </a:cubicBezTo>
                      <a:cubicBezTo>
                        <a:pt x="0" y="5542"/>
                        <a:pt x="3932" y="12399"/>
                        <a:pt x="10519" y="20532"/>
                      </a:cubicBezTo>
                      <a:lnTo>
                        <a:pt x="14284" y="19961"/>
                      </a:lnTo>
                      <a:lnTo>
                        <a:pt x="14015" y="19826"/>
                      </a:lnTo>
                      <a:lnTo>
                        <a:pt x="8839" y="3862"/>
                      </a:lnTo>
                      <a:cubicBezTo>
                        <a:pt x="8839" y="3593"/>
                        <a:pt x="8537" y="3291"/>
                        <a:pt x="8402" y="3156"/>
                      </a:cubicBezTo>
                      <a:lnTo>
                        <a:pt x="1680" y="98"/>
                      </a:lnTo>
                      <a:cubicBezTo>
                        <a:pt x="1555" y="31"/>
                        <a:pt x="1424" y="1"/>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9"/>
                <p:cNvSpPr/>
                <p:nvPr/>
              </p:nvSpPr>
              <p:spPr>
                <a:xfrm>
                  <a:off x="1272950" y="1873175"/>
                  <a:ext cx="420150" cy="227725"/>
                </a:xfrm>
                <a:custGeom>
                  <a:rect b="b" l="l" r="r" t="t"/>
                  <a:pathLst>
                    <a:path extrusionOk="0" h="9109" w="16806">
                      <a:moveTo>
                        <a:pt x="572" y="0"/>
                      </a:moveTo>
                      <a:lnTo>
                        <a:pt x="169" y="2790"/>
                      </a:lnTo>
                      <a:cubicBezTo>
                        <a:pt x="1" y="3933"/>
                        <a:pt x="1" y="5042"/>
                        <a:pt x="1" y="6285"/>
                      </a:cubicBezTo>
                      <a:lnTo>
                        <a:pt x="1" y="6857"/>
                      </a:lnTo>
                      <a:lnTo>
                        <a:pt x="8403" y="8974"/>
                      </a:lnTo>
                      <a:cubicBezTo>
                        <a:pt x="8571" y="9108"/>
                        <a:pt x="8705" y="9108"/>
                        <a:pt x="8974" y="9108"/>
                      </a:cubicBezTo>
                      <a:lnTo>
                        <a:pt x="11764" y="8806"/>
                      </a:lnTo>
                      <a:lnTo>
                        <a:pt x="12470" y="8671"/>
                      </a:lnTo>
                      <a:lnTo>
                        <a:pt x="14856" y="6453"/>
                      </a:lnTo>
                      <a:lnTo>
                        <a:pt x="16402" y="5042"/>
                      </a:lnTo>
                      <a:cubicBezTo>
                        <a:pt x="16671" y="4773"/>
                        <a:pt x="16805" y="4336"/>
                        <a:pt x="16671" y="4067"/>
                      </a:cubicBezTo>
                      <a:lnTo>
                        <a:pt x="16536" y="3227"/>
                      </a:lnTo>
                      <a:lnTo>
                        <a:pt x="16133" y="1110"/>
                      </a:lnTo>
                      <a:cubicBezTo>
                        <a:pt x="15965" y="841"/>
                        <a:pt x="15965" y="572"/>
                        <a:pt x="15965" y="135"/>
                      </a:cubicBezTo>
                      <a:cubicBezTo>
                        <a:pt x="12572" y="1303"/>
                        <a:pt x="9763" y="1741"/>
                        <a:pt x="7459" y="1741"/>
                      </a:cubicBezTo>
                      <a:cubicBezTo>
                        <a:pt x="4262" y="1741"/>
                        <a:pt x="2037" y="899"/>
                        <a:pt x="5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9"/>
                <p:cNvSpPr/>
                <p:nvPr/>
              </p:nvSpPr>
              <p:spPr>
                <a:xfrm>
                  <a:off x="1560325" y="2072300"/>
                  <a:ext cx="119325" cy="200000"/>
                </a:xfrm>
                <a:custGeom>
                  <a:rect b="b" l="l" r="r" t="t"/>
                  <a:pathLst>
                    <a:path extrusionOk="0" h="8000" w="4773">
                      <a:moveTo>
                        <a:pt x="1815" y="1"/>
                      </a:moveTo>
                      <a:lnTo>
                        <a:pt x="975" y="706"/>
                      </a:lnTo>
                      <a:lnTo>
                        <a:pt x="269" y="841"/>
                      </a:lnTo>
                      <a:lnTo>
                        <a:pt x="1815" y="2824"/>
                      </a:lnTo>
                      <a:lnTo>
                        <a:pt x="1815" y="1"/>
                      </a:lnTo>
                      <a:close/>
                      <a:moveTo>
                        <a:pt x="3932" y="1412"/>
                      </a:moveTo>
                      <a:cubicBezTo>
                        <a:pt x="3226" y="2118"/>
                        <a:pt x="2655" y="2689"/>
                        <a:pt x="2252" y="3227"/>
                      </a:cubicBezTo>
                      <a:lnTo>
                        <a:pt x="2117" y="3362"/>
                      </a:lnTo>
                      <a:lnTo>
                        <a:pt x="3092" y="4639"/>
                      </a:lnTo>
                      <a:lnTo>
                        <a:pt x="0" y="8000"/>
                      </a:lnTo>
                      <a:lnTo>
                        <a:pt x="0" y="8000"/>
                      </a:lnTo>
                      <a:lnTo>
                        <a:pt x="3798" y="5479"/>
                      </a:lnTo>
                      <a:cubicBezTo>
                        <a:pt x="4470" y="5042"/>
                        <a:pt x="4772" y="4202"/>
                        <a:pt x="4638" y="3530"/>
                      </a:cubicBezTo>
                      <a:lnTo>
                        <a:pt x="4067" y="1412"/>
                      </a:lnTo>
                      <a:cubicBezTo>
                        <a:pt x="4067" y="1412"/>
                        <a:pt x="4067" y="1547"/>
                        <a:pt x="3932" y="1547"/>
                      </a:cubicBezTo>
                      <a:lnTo>
                        <a:pt x="3932" y="1412"/>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9"/>
                <p:cNvSpPr/>
                <p:nvPr/>
              </p:nvSpPr>
              <p:spPr>
                <a:xfrm>
                  <a:off x="1493925" y="1994601"/>
                  <a:ext cx="111775" cy="108425"/>
                </a:xfrm>
                <a:custGeom>
                  <a:rect b="b" l="l" r="r" t="t"/>
                  <a:pathLst>
                    <a:path extrusionOk="0" h="4337" w="4471">
                      <a:moveTo>
                        <a:pt x="4471" y="1"/>
                      </a:moveTo>
                      <a:cubicBezTo>
                        <a:pt x="4068" y="841"/>
                        <a:pt x="3496" y="1379"/>
                        <a:pt x="3093" y="1950"/>
                      </a:cubicBezTo>
                      <a:cubicBezTo>
                        <a:pt x="2656" y="2219"/>
                        <a:pt x="2387" y="2522"/>
                        <a:pt x="2085" y="2790"/>
                      </a:cubicBezTo>
                      <a:cubicBezTo>
                        <a:pt x="707" y="3765"/>
                        <a:pt x="1" y="4336"/>
                        <a:pt x="135" y="4336"/>
                      </a:cubicBezTo>
                      <a:lnTo>
                        <a:pt x="2925" y="4034"/>
                      </a:lnTo>
                      <a:lnTo>
                        <a:pt x="3631" y="3899"/>
                      </a:lnTo>
                      <a:lnTo>
                        <a:pt x="4471" y="3194"/>
                      </a:lnTo>
                      <a:lnTo>
                        <a:pt x="447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9"/>
                <p:cNvSpPr/>
                <p:nvPr/>
              </p:nvSpPr>
              <p:spPr>
                <a:xfrm>
                  <a:off x="1529225" y="2489050"/>
                  <a:ext cx="153775" cy="66400"/>
                </a:xfrm>
                <a:custGeom>
                  <a:rect b="b" l="l" r="r" t="t"/>
                  <a:pathLst>
                    <a:path extrusionOk="0" h="2656" w="6151">
                      <a:moveTo>
                        <a:pt x="3765" y="1"/>
                      </a:moveTo>
                      <a:lnTo>
                        <a:pt x="0" y="572"/>
                      </a:lnTo>
                      <a:cubicBezTo>
                        <a:pt x="538" y="1278"/>
                        <a:pt x="1110" y="1815"/>
                        <a:pt x="1681" y="2521"/>
                      </a:cubicBezTo>
                      <a:lnTo>
                        <a:pt x="5311" y="2656"/>
                      </a:lnTo>
                      <a:cubicBezTo>
                        <a:pt x="5882" y="2656"/>
                        <a:pt x="6151" y="1984"/>
                        <a:pt x="5714" y="1547"/>
                      </a:cubicBezTo>
                      <a:lnTo>
                        <a:pt x="376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9"/>
                <p:cNvSpPr/>
                <p:nvPr/>
              </p:nvSpPr>
              <p:spPr>
                <a:xfrm>
                  <a:off x="1500650" y="1379125"/>
                  <a:ext cx="112625" cy="203350"/>
                </a:xfrm>
                <a:custGeom>
                  <a:rect b="b" l="l" r="r" t="t"/>
                  <a:pathLst>
                    <a:path extrusionOk="0" h="8134" w="4505">
                      <a:moveTo>
                        <a:pt x="572" y="1"/>
                      </a:moveTo>
                      <a:lnTo>
                        <a:pt x="303" y="3933"/>
                      </a:lnTo>
                      <a:lnTo>
                        <a:pt x="135" y="5882"/>
                      </a:lnTo>
                      <a:cubicBezTo>
                        <a:pt x="1" y="7025"/>
                        <a:pt x="841" y="7999"/>
                        <a:pt x="1984" y="8134"/>
                      </a:cubicBezTo>
                      <a:cubicBezTo>
                        <a:pt x="3093" y="8134"/>
                        <a:pt x="4067" y="7294"/>
                        <a:pt x="4067" y="6185"/>
                      </a:cubicBezTo>
                      <a:lnTo>
                        <a:pt x="4202" y="5042"/>
                      </a:lnTo>
                      <a:lnTo>
                        <a:pt x="4504" y="303"/>
                      </a:lnTo>
                      <a:lnTo>
                        <a:pt x="572" y="1"/>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9"/>
                <p:cNvSpPr/>
                <p:nvPr/>
              </p:nvSpPr>
              <p:spPr>
                <a:xfrm>
                  <a:off x="1059550" y="406000"/>
                  <a:ext cx="1015850" cy="1068100"/>
                </a:xfrm>
                <a:custGeom>
                  <a:rect b="b" l="l" r="r" t="t"/>
                  <a:pathLst>
                    <a:path extrusionOk="0" h="42724" w="40634">
                      <a:moveTo>
                        <a:pt x="20385" y="1"/>
                      </a:moveTo>
                      <a:cubicBezTo>
                        <a:pt x="20223" y="1"/>
                        <a:pt x="20060" y="3"/>
                        <a:pt x="19897" y="7"/>
                      </a:cubicBezTo>
                      <a:cubicBezTo>
                        <a:pt x="9545" y="276"/>
                        <a:pt x="1681" y="8846"/>
                        <a:pt x="437" y="19197"/>
                      </a:cubicBezTo>
                      <a:cubicBezTo>
                        <a:pt x="0" y="22424"/>
                        <a:pt x="303" y="25650"/>
                        <a:pt x="1277" y="28574"/>
                      </a:cubicBezTo>
                      <a:cubicBezTo>
                        <a:pt x="841" y="29414"/>
                        <a:pt x="572" y="30523"/>
                        <a:pt x="841" y="31532"/>
                      </a:cubicBezTo>
                      <a:cubicBezTo>
                        <a:pt x="1143" y="33884"/>
                        <a:pt x="3092" y="35565"/>
                        <a:pt x="5478" y="35733"/>
                      </a:cubicBezTo>
                      <a:cubicBezTo>
                        <a:pt x="9377" y="39934"/>
                        <a:pt x="15696" y="42723"/>
                        <a:pt x="24098" y="42723"/>
                      </a:cubicBezTo>
                      <a:cubicBezTo>
                        <a:pt x="30382" y="42723"/>
                        <a:pt x="35592" y="39766"/>
                        <a:pt x="36835" y="36002"/>
                      </a:cubicBezTo>
                      <a:cubicBezTo>
                        <a:pt x="37104" y="35430"/>
                        <a:pt x="37272" y="34893"/>
                        <a:pt x="37272" y="34187"/>
                      </a:cubicBezTo>
                      <a:lnTo>
                        <a:pt x="37272" y="32641"/>
                      </a:lnTo>
                      <a:cubicBezTo>
                        <a:pt x="37407" y="31532"/>
                        <a:pt x="37810" y="30389"/>
                        <a:pt x="38381" y="29280"/>
                      </a:cubicBezTo>
                      <a:cubicBezTo>
                        <a:pt x="39793" y="26490"/>
                        <a:pt x="40633" y="23398"/>
                        <a:pt x="40633" y="20037"/>
                      </a:cubicBezTo>
                      <a:cubicBezTo>
                        <a:pt x="40633" y="9007"/>
                        <a:pt x="31492" y="1"/>
                        <a:pt x="20385" y="1"/>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9"/>
                <p:cNvSpPr/>
                <p:nvPr/>
              </p:nvSpPr>
              <p:spPr>
                <a:xfrm>
                  <a:off x="1077200" y="1176625"/>
                  <a:ext cx="651175" cy="297475"/>
                </a:xfrm>
                <a:custGeom>
                  <a:rect b="b" l="l" r="r" t="t"/>
                  <a:pathLst>
                    <a:path extrusionOk="0" h="11899" w="26047">
                      <a:moveTo>
                        <a:pt x="26047" y="11764"/>
                      </a:moveTo>
                      <a:cubicBezTo>
                        <a:pt x="25207" y="11764"/>
                        <a:pt x="24366" y="11898"/>
                        <a:pt x="23392" y="11898"/>
                      </a:cubicBezTo>
                      <a:cubicBezTo>
                        <a:pt x="22686" y="11898"/>
                        <a:pt x="21980" y="11898"/>
                        <a:pt x="21274" y="11764"/>
                      </a:cubicBezTo>
                      <a:lnTo>
                        <a:pt x="21274" y="11764"/>
                      </a:lnTo>
                      <a:cubicBezTo>
                        <a:pt x="21980" y="11898"/>
                        <a:pt x="22686" y="11898"/>
                        <a:pt x="23392" y="11898"/>
                      </a:cubicBezTo>
                      <a:cubicBezTo>
                        <a:pt x="24366" y="11898"/>
                        <a:pt x="25207" y="11764"/>
                        <a:pt x="26047" y="11764"/>
                      </a:cubicBezTo>
                      <a:lnTo>
                        <a:pt x="26047" y="11764"/>
                      </a:lnTo>
                      <a:close/>
                      <a:moveTo>
                        <a:pt x="0" y="1"/>
                      </a:moveTo>
                      <a:cubicBezTo>
                        <a:pt x="0" y="135"/>
                        <a:pt x="0" y="404"/>
                        <a:pt x="135" y="707"/>
                      </a:cubicBezTo>
                      <a:cubicBezTo>
                        <a:pt x="269" y="2219"/>
                        <a:pt x="1109" y="3362"/>
                        <a:pt x="2386" y="4068"/>
                      </a:cubicBezTo>
                      <a:cubicBezTo>
                        <a:pt x="1109" y="3362"/>
                        <a:pt x="269" y="2219"/>
                        <a:pt x="135" y="707"/>
                      </a:cubicBezTo>
                      <a:cubicBezTo>
                        <a:pt x="0" y="404"/>
                        <a:pt x="0" y="135"/>
                        <a:pt x="0" y="1"/>
                      </a:cubicBezTo>
                      <a:close/>
                    </a:path>
                  </a:pathLst>
                </a:custGeom>
                <a:solidFill>
                  <a:srgbClr val="E4D7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9"/>
                <p:cNvSpPr/>
                <p:nvPr/>
              </p:nvSpPr>
              <p:spPr>
                <a:xfrm>
                  <a:off x="1560325" y="1467350"/>
                  <a:ext cx="48750" cy="3375"/>
                </a:xfrm>
                <a:custGeom>
                  <a:rect b="b" l="l" r="r" t="t"/>
                  <a:pathLst>
                    <a:path extrusionOk="0" h="135" w="1950">
                      <a:moveTo>
                        <a:pt x="0" y="0"/>
                      </a:moveTo>
                      <a:cubicBezTo>
                        <a:pt x="571" y="135"/>
                        <a:pt x="1277" y="135"/>
                        <a:pt x="1949" y="135"/>
                      </a:cubicBezTo>
                      <a:lnTo>
                        <a:pt x="1949" y="135"/>
                      </a:lnTo>
                      <a:cubicBezTo>
                        <a:pt x="1277" y="135"/>
                        <a:pt x="571" y="135"/>
                        <a:pt x="0" y="0"/>
                      </a:cubicBezTo>
                      <a:close/>
                    </a:path>
                  </a:pathLst>
                </a:custGeom>
                <a:solidFill>
                  <a:srgbClr val="845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9"/>
                <p:cNvSpPr/>
                <p:nvPr/>
              </p:nvSpPr>
              <p:spPr>
                <a:xfrm>
                  <a:off x="1077200" y="1078325"/>
                  <a:ext cx="651175" cy="395775"/>
                </a:xfrm>
                <a:custGeom>
                  <a:rect b="b" l="l" r="r" t="t"/>
                  <a:pathLst>
                    <a:path extrusionOk="0" h="15831" w="26047">
                      <a:moveTo>
                        <a:pt x="3798" y="1"/>
                      </a:moveTo>
                      <a:cubicBezTo>
                        <a:pt x="2521" y="1"/>
                        <a:pt x="1681" y="572"/>
                        <a:pt x="1109" y="1278"/>
                      </a:cubicBezTo>
                      <a:cubicBezTo>
                        <a:pt x="437" y="2252"/>
                        <a:pt x="135" y="3362"/>
                        <a:pt x="0" y="3798"/>
                      </a:cubicBezTo>
                      <a:lnTo>
                        <a:pt x="0" y="3933"/>
                      </a:lnTo>
                      <a:cubicBezTo>
                        <a:pt x="0" y="4067"/>
                        <a:pt x="0" y="4336"/>
                        <a:pt x="135" y="4639"/>
                      </a:cubicBezTo>
                      <a:cubicBezTo>
                        <a:pt x="269" y="6151"/>
                        <a:pt x="1109" y="7294"/>
                        <a:pt x="2386" y="8000"/>
                      </a:cubicBezTo>
                      <a:cubicBezTo>
                        <a:pt x="3092" y="8403"/>
                        <a:pt x="3932" y="8672"/>
                        <a:pt x="4772" y="8840"/>
                      </a:cubicBezTo>
                      <a:cubicBezTo>
                        <a:pt x="7999" y="12335"/>
                        <a:pt x="12872" y="14856"/>
                        <a:pt x="19325" y="15561"/>
                      </a:cubicBezTo>
                      <a:cubicBezTo>
                        <a:pt x="19896" y="15696"/>
                        <a:pt x="20602" y="15696"/>
                        <a:pt x="21274" y="15696"/>
                      </a:cubicBezTo>
                      <a:cubicBezTo>
                        <a:pt x="21980" y="15830"/>
                        <a:pt x="22686" y="15830"/>
                        <a:pt x="23392" y="15830"/>
                      </a:cubicBezTo>
                      <a:cubicBezTo>
                        <a:pt x="24366" y="15830"/>
                        <a:pt x="25207" y="15696"/>
                        <a:pt x="26047" y="15696"/>
                      </a:cubicBezTo>
                      <a:lnTo>
                        <a:pt x="25912" y="15561"/>
                      </a:lnTo>
                      <a:cubicBezTo>
                        <a:pt x="18922" y="14856"/>
                        <a:pt x="12872" y="10655"/>
                        <a:pt x="9377" y="4639"/>
                      </a:cubicBezTo>
                      <a:lnTo>
                        <a:pt x="8402" y="2958"/>
                      </a:lnTo>
                      <a:lnTo>
                        <a:pt x="8402" y="4202"/>
                      </a:lnTo>
                      <a:cubicBezTo>
                        <a:pt x="7428" y="2387"/>
                        <a:pt x="6722" y="270"/>
                        <a:pt x="4336" y="1"/>
                      </a:cubicBezTo>
                      <a:close/>
                    </a:path>
                  </a:pathLst>
                </a:custGeom>
                <a:solidFill>
                  <a:srgbClr val="9469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9"/>
                <p:cNvSpPr/>
                <p:nvPr/>
              </p:nvSpPr>
              <p:spPr>
                <a:xfrm>
                  <a:off x="1230950" y="1480775"/>
                  <a:ext cx="280650" cy="704150"/>
                </a:xfrm>
                <a:custGeom>
                  <a:rect b="b" l="l" r="r" t="t"/>
                  <a:pathLst>
                    <a:path extrusionOk="0" h="28166" w="11226">
                      <a:moveTo>
                        <a:pt x="11107" y="0"/>
                      </a:moveTo>
                      <a:cubicBezTo>
                        <a:pt x="2938" y="0"/>
                        <a:pt x="838" y="13777"/>
                        <a:pt x="303" y="19898"/>
                      </a:cubicBezTo>
                      <a:cubicBezTo>
                        <a:pt x="0" y="22687"/>
                        <a:pt x="1546" y="25645"/>
                        <a:pt x="4202" y="26888"/>
                      </a:cubicBezTo>
                      <a:cubicBezTo>
                        <a:pt x="4907" y="27191"/>
                        <a:pt x="5613" y="27459"/>
                        <a:pt x="6319" y="27594"/>
                      </a:cubicBezTo>
                      <a:cubicBezTo>
                        <a:pt x="7159" y="27863"/>
                        <a:pt x="8134" y="28031"/>
                        <a:pt x="8705" y="28165"/>
                      </a:cubicBezTo>
                      <a:cubicBezTo>
                        <a:pt x="9411" y="28165"/>
                        <a:pt x="9949" y="27594"/>
                        <a:pt x="9814" y="26888"/>
                      </a:cubicBezTo>
                      <a:cubicBezTo>
                        <a:pt x="8403" y="19898"/>
                        <a:pt x="9814" y="8975"/>
                        <a:pt x="10654" y="3362"/>
                      </a:cubicBezTo>
                      <a:cubicBezTo>
                        <a:pt x="10923" y="1413"/>
                        <a:pt x="11226" y="1"/>
                        <a:pt x="11226" y="1"/>
                      </a:cubicBezTo>
                      <a:cubicBezTo>
                        <a:pt x="11186" y="1"/>
                        <a:pt x="11146" y="0"/>
                        <a:pt x="1110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9"/>
                <p:cNvSpPr/>
                <p:nvPr/>
              </p:nvSpPr>
              <p:spPr>
                <a:xfrm>
                  <a:off x="1235312" y="1480800"/>
                  <a:ext cx="273100" cy="689825"/>
                </a:xfrm>
                <a:custGeom>
                  <a:rect b="b" l="l" r="r" t="t"/>
                  <a:pathLst>
                    <a:path extrusionOk="0" h="27593" w="10924">
                      <a:moveTo>
                        <a:pt x="10789" y="0"/>
                      </a:moveTo>
                      <a:cubicBezTo>
                        <a:pt x="8806" y="0"/>
                        <a:pt x="7126" y="840"/>
                        <a:pt x="5882" y="2252"/>
                      </a:cubicBezTo>
                      <a:cubicBezTo>
                        <a:pt x="6017" y="2118"/>
                        <a:pt x="6151" y="2118"/>
                        <a:pt x="6420" y="1983"/>
                      </a:cubicBezTo>
                      <a:cubicBezTo>
                        <a:pt x="6723" y="1983"/>
                        <a:pt x="6857" y="1815"/>
                        <a:pt x="7126" y="1815"/>
                      </a:cubicBezTo>
                      <a:cubicBezTo>
                        <a:pt x="8269" y="1815"/>
                        <a:pt x="9243" y="2655"/>
                        <a:pt x="9378" y="3932"/>
                      </a:cubicBezTo>
                      <a:lnTo>
                        <a:pt x="9378" y="4201"/>
                      </a:lnTo>
                      <a:cubicBezTo>
                        <a:pt x="9378" y="4638"/>
                        <a:pt x="9243" y="5176"/>
                        <a:pt x="8941" y="5613"/>
                      </a:cubicBezTo>
                      <a:lnTo>
                        <a:pt x="4740" y="10789"/>
                      </a:lnTo>
                      <a:lnTo>
                        <a:pt x="2219" y="8402"/>
                      </a:lnTo>
                      <a:cubicBezTo>
                        <a:pt x="841" y="12469"/>
                        <a:pt x="270" y="16939"/>
                        <a:pt x="1" y="19897"/>
                      </a:cubicBezTo>
                      <a:lnTo>
                        <a:pt x="1" y="20468"/>
                      </a:lnTo>
                      <a:cubicBezTo>
                        <a:pt x="1" y="23123"/>
                        <a:pt x="1379" y="25644"/>
                        <a:pt x="3900" y="26887"/>
                      </a:cubicBezTo>
                      <a:cubicBezTo>
                        <a:pt x="4605" y="27190"/>
                        <a:pt x="5311" y="27458"/>
                        <a:pt x="6017" y="27593"/>
                      </a:cubicBezTo>
                      <a:cubicBezTo>
                        <a:pt x="6588" y="15964"/>
                        <a:pt x="8672" y="8134"/>
                        <a:pt x="10352" y="3361"/>
                      </a:cubicBezTo>
                      <a:cubicBezTo>
                        <a:pt x="10621" y="1412"/>
                        <a:pt x="10924" y="0"/>
                        <a:pt x="10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9"/>
                <p:cNvSpPr/>
                <p:nvPr/>
              </p:nvSpPr>
              <p:spPr>
                <a:xfrm>
                  <a:off x="1605675" y="1516075"/>
                  <a:ext cx="158000" cy="639125"/>
                </a:xfrm>
                <a:custGeom>
                  <a:rect b="b" l="l" r="r" t="t"/>
                  <a:pathLst>
                    <a:path extrusionOk="0" h="25565" w="6320">
                      <a:moveTo>
                        <a:pt x="1" y="1"/>
                      </a:moveTo>
                      <a:lnTo>
                        <a:pt x="1" y="25342"/>
                      </a:lnTo>
                      <a:cubicBezTo>
                        <a:pt x="1" y="25499"/>
                        <a:pt x="105" y="25564"/>
                        <a:pt x="218" y="25564"/>
                      </a:cubicBezTo>
                      <a:cubicBezTo>
                        <a:pt x="298" y="25564"/>
                        <a:pt x="382" y="25532"/>
                        <a:pt x="438" y="25476"/>
                      </a:cubicBezTo>
                      <a:cubicBezTo>
                        <a:pt x="841" y="24938"/>
                        <a:pt x="1412" y="24367"/>
                        <a:pt x="2118" y="23661"/>
                      </a:cubicBezTo>
                      <a:cubicBezTo>
                        <a:pt x="3093" y="22821"/>
                        <a:pt x="4202" y="21981"/>
                        <a:pt x="5479" y="21578"/>
                      </a:cubicBezTo>
                      <a:cubicBezTo>
                        <a:pt x="5479" y="21578"/>
                        <a:pt x="6319" y="2656"/>
                        <a:pt x="303" y="135"/>
                      </a:cubicBezTo>
                      <a:cubicBezTo>
                        <a:pt x="135" y="1"/>
                        <a:pt x="135"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9"/>
                <p:cNvSpPr/>
                <p:nvPr/>
              </p:nvSpPr>
              <p:spPr>
                <a:xfrm>
                  <a:off x="1742650" y="1988275"/>
                  <a:ext cx="25" cy="56325"/>
                </a:xfrm>
                <a:custGeom>
                  <a:rect b="b" l="l" r="r" t="t"/>
                  <a:pathLst>
                    <a:path extrusionOk="0" h="2253" w="1">
                      <a:moveTo>
                        <a:pt x="0" y="1"/>
                      </a:moveTo>
                      <a:lnTo>
                        <a:pt x="0" y="2253"/>
                      </a:lnTo>
                      <a:lnTo>
                        <a:pt x="0" y="2253"/>
                      </a:lnTo>
                      <a:close/>
                    </a:path>
                  </a:pathLst>
                </a:custGeom>
                <a:solidFill>
                  <a:srgbClr val="9D68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9"/>
                <p:cNvSpPr/>
                <p:nvPr/>
              </p:nvSpPr>
              <p:spPr>
                <a:xfrm>
                  <a:off x="1612719" y="1526520"/>
                  <a:ext cx="129425" cy="584825"/>
                </a:xfrm>
                <a:custGeom>
                  <a:rect b="b" l="l" r="r" t="t"/>
                  <a:pathLst>
                    <a:path extrusionOk="0" h="23393" w="5177">
                      <a:moveTo>
                        <a:pt x="0" y="1"/>
                      </a:moveTo>
                      <a:lnTo>
                        <a:pt x="0" y="1"/>
                      </a:lnTo>
                      <a:cubicBezTo>
                        <a:pt x="975" y="4067"/>
                        <a:pt x="2924" y="14587"/>
                        <a:pt x="1815" y="23392"/>
                      </a:cubicBezTo>
                      <a:cubicBezTo>
                        <a:pt x="1950" y="23392"/>
                        <a:pt x="1950" y="23392"/>
                        <a:pt x="1950" y="23258"/>
                      </a:cubicBezTo>
                      <a:cubicBezTo>
                        <a:pt x="2655" y="22686"/>
                        <a:pt x="3361" y="22149"/>
                        <a:pt x="4336" y="21712"/>
                      </a:cubicBezTo>
                      <a:cubicBezTo>
                        <a:pt x="4605" y="21577"/>
                        <a:pt x="4874" y="21443"/>
                        <a:pt x="5176" y="21309"/>
                      </a:cubicBezTo>
                      <a:lnTo>
                        <a:pt x="5176" y="20872"/>
                      </a:lnTo>
                      <a:lnTo>
                        <a:pt x="5176" y="18620"/>
                      </a:lnTo>
                      <a:cubicBezTo>
                        <a:pt x="5176" y="13310"/>
                        <a:pt x="4605" y="1984"/>
                        <a:pt x="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9"/>
                <p:cNvSpPr/>
                <p:nvPr/>
              </p:nvSpPr>
              <p:spPr>
                <a:xfrm>
                  <a:off x="1672050" y="1203050"/>
                  <a:ext cx="133625" cy="120650"/>
                </a:xfrm>
                <a:custGeom>
                  <a:rect b="b" l="l" r="r" t="t"/>
                  <a:pathLst>
                    <a:path extrusionOk="0" h="4826" w="5345">
                      <a:moveTo>
                        <a:pt x="910" y="0"/>
                      </a:moveTo>
                      <a:cubicBezTo>
                        <a:pt x="707" y="0"/>
                        <a:pt x="536" y="125"/>
                        <a:pt x="438" y="322"/>
                      </a:cubicBezTo>
                      <a:cubicBezTo>
                        <a:pt x="1" y="2170"/>
                        <a:pt x="841" y="3851"/>
                        <a:pt x="2522" y="4523"/>
                      </a:cubicBezTo>
                      <a:cubicBezTo>
                        <a:pt x="2959" y="4691"/>
                        <a:pt x="3362" y="4825"/>
                        <a:pt x="3799" y="4825"/>
                      </a:cubicBezTo>
                      <a:cubicBezTo>
                        <a:pt x="4202" y="4825"/>
                        <a:pt x="4505" y="4825"/>
                        <a:pt x="4908" y="4691"/>
                      </a:cubicBezTo>
                      <a:cubicBezTo>
                        <a:pt x="5210" y="4523"/>
                        <a:pt x="5345" y="4254"/>
                        <a:pt x="5210" y="3985"/>
                      </a:cubicBezTo>
                      <a:cubicBezTo>
                        <a:pt x="5072" y="3874"/>
                        <a:pt x="4864" y="3649"/>
                        <a:pt x="4721" y="3649"/>
                      </a:cubicBezTo>
                      <a:cubicBezTo>
                        <a:pt x="4690" y="3649"/>
                        <a:pt x="4662" y="3659"/>
                        <a:pt x="4639" y="3683"/>
                      </a:cubicBezTo>
                      <a:cubicBezTo>
                        <a:pt x="4353" y="3767"/>
                        <a:pt x="4034" y="3809"/>
                        <a:pt x="3719" y="3809"/>
                      </a:cubicBezTo>
                      <a:cubicBezTo>
                        <a:pt x="3404" y="3809"/>
                        <a:pt x="3093" y="3767"/>
                        <a:pt x="2824" y="3683"/>
                      </a:cubicBezTo>
                      <a:cubicBezTo>
                        <a:pt x="1681" y="3145"/>
                        <a:pt x="1144" y="1868"/>
                        <a:pt x="1413" y="624"/>
                      </a:cubicBezTo>
                      <a:cubicBezTo>
                        <a:pt x="1547" y="322"/>
                        <a:pt x="1278" y="53"/>
                        <a:pt x="1144" y="53"/>
                      </a:cubicBezTo>
                      <a:cubicBezTo>
                        <a:pt x="1063" y="17"/>
                        <a:pt x="984" y="0"/>
                        <a:pt x="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9"/>
                <p:cNvSpPr/>
                <p:nvPr/>
              </p:nvSpPr>
              <p:spPr>
                <a:xfrm>
                  <a:off x="1511575" y="981325"/>
                  <a:ext cx="189075" cy="169625"/>
                </a:xfrm>
                <a:custGeom>
                  <a:rect b="b" l="l" r="r" t="t"/>
                  <a:pathLst>
                    <a:path extrusionOk="0" h="6785" w="7563">
                      <a:moveTo>
                        <a:pt x="3765" y="0"/>
                      </a:moveTo>
                      <a:cubicBezTo>
                        <a:pt x="3349" y="0"/>
                        <a:pt x="2927" y="80"/>
                        <a:pt x="2521" y="251"/>
                      </a:cubicBezTo>
                      <a:cubicBezTo>
                        <a:pt x="841" y="957"/>
                        <a:pt x="1" y="2906"/>
                        <a:pt x="706" y="4586"/>
                      </a:cubicBezTo>
                      <a:cubicBezTo>
                        <a:pt x="1218" y="5968"/>
                        <a:pt x="2489" y="6785"/>
                        <a:pt x="3808" y="6785"/>
                      </a:cubicBezTo>
                      <a:cubicBezTo>
                        <a:pt x="4222" y="6785"/>
                        <a:pt x="4641" y="6704"/>
                        <a:pt x="5042" y="6536"/>
                      </a:cubicBezTo>
                      <a:cubicBezTo>
                        <a:pt x="6722" y="5830"/>
                        <a:pt x="7563" y="3881"/>
                        <a:pt x="6857" y="2066"/>
                      </a:cubicBezTo>
                      <a:cubicBezTo>
                        <a:pt x="6322" y="791"/>
                        <a:pt x="5071" y="0"/>
                        <a:pt x="3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9"/>
                <p:cNvSpPr/>
                <p:nvPr/>
              </p:nvSpPr>
              <p:spPr>
                <a:xfrm>
                  <a:off x="1416625" y="1104875"/>
                  <a:ext cx="217650" cy="119550"/>
                </a:xfrm>
                <a:custGeom>
                  <a:rect b="b" l="l" r="r" t="t"/>
                  <a:pathLst>
                    <a:path extrusionOk="0" h="4782" w="8706">
                      <a:moveTo>
                        <a:pt x="2895" y="0"/>
                      </a:moveTo>
                      <a:cubicBezTo>
                        <a:pt x="1591" y="0"/>
                        <a:pt x="571" y="433"/>
                        <a:pt x="303" y="1190"/>
                      </a:cubicBezTo>
                      <a:cubicBezTo>
                        <a:pt x="1" y="2300"/>
                        <a:pt x="1413" y="3711"/>
                        <a:pt x="3664" y="4417"/>
                      </a:cubicBezTo>
                      <a:cubicBezTo>
                        <a:pt x="4472" y="4662"/>
                        <a:pt x="5267" y="4782"/>
                        <a:pt x="5964" y="4782"/>
                      </a:cubicBezTo>
                      <a:cubicBezTo>
                        <a:pt x="7180" y="4782"/>
                        <a:pt x="8098" y="4416"/>
                        <a:pt x="8269" y="3711"/>
                      </a:cubicBezTo>
                      <a:cubicBezTo>
                        <a:pt x="8706" y="2568"/>
                        <a:pt x="7160" y="1056"/>
                        <a:pt x="5042" y="350"/>
                      </a:cubicBezTo>
                      <a:cubicBezTo>
                        <a:pt x="4294" y="112"/>
                        <a:pt x="3558" y="0"/>
                        <a:pt x="289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9"/>
                <p:cNvSpPr/>
                <p:nvPr/>
              </p:nvSpPr>
              <p:spPr>
                <a:xfrm>
                  <a:off x="1851025" y="1079925"/>
                  <a:ext cx="161350" cy="143875"/>
                </a:xfrm>
                <a:custGeom>
                  <a:rect b="b" l="l" r="r" t="t"/>
                  <a:pathLst>
                    <a:path extrusionOk="0" h="5755" w="6454">
                      <a:moveTo>
                        <a:pt x="3263" y="0"/>
                      </a:moveTo>
                      <a:cubicBezTo>
                        <a:pt x="2615" y="0"/>
                        <a:pt x="1959" y="214"/>
                        <a:pt x="1412" y="642"/>
                      </a:cubicBezTo>
                      <a:cubicBezTo>
                        <a:pt x="135" y="1617"/>
                        <a:pt x="1" y="3432"/>
                        <a:pt x="975" y="4709"/>
                      </a:cubicBezTo>
                      <a:cubicBezTo>
                        <a:pt x="1597" y="5406"/>
                        <a:pt x="2451" y="5755"/>
                        <a:pt x="3277" y="5755"/>
                      </a:cubicBezTo>
                      <a:cubicBezTo>
                        <a:pt x="3924" y="5755"/>
                        <a:pt x="4555" y="5541"/>
                        <a:pt x="5042" y="5112"/>
                      </a:cubicBezTo>
                      <a:cubicBezTo>
                        <a:pt x="6285" y="4003"/>
                        <a:pt x="6453" y="2188"/>
                        <a:pt x="5445" y="1046"/>
                      </a:cubicBezTo>
                      <a:cubicBezTo>
                        <a:pt x="4899" y="349"/>
                        <a:pt x="4088" y="0"/>
                        <a:pt x="3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9"/>
                <p:cNvSpPr/>
                <p:nvPr/>
              </p:nvSpPr>
              <p:spPr>
                <a:xfrm>
                  <a:off x="1861100" y="1212125"/>
                  <a:ext cx="130275" cy="93925"/>
                </a:xfrm>
                <a:custGeom>
                  <a:rect b="b" l="l" r="r" t="t"/>
                  <a:pathLst>
                    <a:path extrusionOk="0" h="3757" w="5211">
                      <a:moveTo>
                        <a:pt x="2706" y="1"/>
                      </a:moveTo>
                      <a:cubicBezTo>
                        <a:pt x="2286" y="1"/>
                        <a:pt x="1900" y="43"/>
                        <a:pt x="1547" y="127"/>
                      </a:cubicBezTo>
                      <a:cubicBezTo>
                        <a:pt x="841" y="396"/>
                        <a:pt x="303" y="665"/>
                        <a:pt x="169" y="1236"/>
                      </a:cubicBezTo>
                      <a:cubicBezTo>
                        <a:pt x="1" y="2211"/>
                        <a:pt x="1412" y="3320"/>
                        <a:pt x="3362" y="3757"/>
                      </a:cubicBezTo>
                      <a:lnTo>
                        <a:pt x="4773" y="3757"/>
                      </a:lnTo>
                      <a:cubicBezTo>
                        <a:pt x="5042" y="3185"/>
                        <a:pt x="5210" y="2648"/>
                        <a:pt x="5210" y="1942"/>
                      </a:cubicBezTo>
                      <a:lnTo>
                        <a:pt x="5210" y="396"/>
                      </a:lnTo>
                      <a:cubicBezTo>
                        <a:pt x="4908" y="261"/>
                        <a:pt x="4639" y="261"/>
                        <a:pt x="4202" y="127"/>
                      </a:cubicBezTo>
                      <a:lnTo>
                        <a:pt x="4068" y="127"/>
                      </a:lnTo>
                      <a:cubicBezTo>
                        <a:pt x="3580" y="43"/>
                        <a:pt x="3126" y="1"/>
                        <a:pt x="27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9"/>
                <p:cNvSpPr/>
                <p:nvPr/>
              </p:nvSpPr>
              <p:spPr>
                <a:xfrm>
                  <a:off x="1609050" y="1010500"/>
                  <a:ext cx="70600" cy="61000"/>
                </a:xfrm>
                <a:custGeom>
                  <a:rect b="b" l="l" r="r" t="t"/>
                  <a:pathLst>
                    <a:path extrusionOk="0" h="2440" w="2824">
                      <a:moveTo>
                        <a:pt x="1429" y="0"/>
                      </a:moveTo>
                      <a:cubicBezTo>
                        <a:pt x="1232" y="0"/>
                        <a:pt x="1029" y="60"/>
                        <a:pt x="841" y="193"/>
                      </a:cubicBezTo>
                      <a:cubicBezTo>
                        <a:pt x="168" y="462"/>
                        <a:pt x="0" y="1168"/>
                        <a:pt x="303" y="1739"/>
                      </a:cubicBezTo>
                      <a:cubicBezTo>
                        <a:pt x="580" y="2224"/>
                        <a:pt x="1000" y="2439"/>
                        <a:pt x="1421" y="2439"/>
                      </a:cubicBezTo>
                      <a:cubicBezTo>
                        <a:pt x="1612" y="2439"/>
                        <a:pt x="1804" y="2394"/>
                        <a:pt x="1983" y="2310"/>
                      </a:cubicBezTo>
                      <a:cubicBezTo>
                        <a:pt x="2521" y="1873"/>
                        <a:pt x="2823" y="1168"/>
                        <a:pt x="2387" y="630"/>
                      </a:cubicBezTo>
                      <a:cubicBezTo>
                        <a:pt x="2206" y="247"/>
                        <a:pt x="1830" y="0"/>
                        <a:pt x="14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9"/>
                <p:cNvSpPr/>
                <p:nvPr/>
              </p:nvSpPr>
              <p:spPr>
                <a:xfrm>
                  <a:off x="1920775" y="1096000"/>
                  <a:ext cx="70600" cy="61125"/>
                </a:xfrm>
                <a:custGeom>
                  <a:rect b="b" l="l" r="r" t="t"/>
                  <a:pathLst>
                    <a:path extrusionOk="0" h="2445" w="2824">
                      <a:moveTo>
                        <a:pt x="1432" y="1"/>
                      </a:moveTo>
                      <a:cubicBezTo>
                        <a:pt x="1231" y="1"/>
                        <a:pt x="1028" y="45"/>
                        <a:pt x="840" y="134"/>
                      </a:cubicBezTo>
                      <a:cubicBezTo>
                        <a:pt x="303" y="571"/>
                        <a:pt x="0" y="1243"/>
                        <a:pt x="437" y="1814"/>
                      </a:cubicBezTo>
                      <a:cubicBezTo>
                        <a:pt x="617" y="2197"/>
                        <a:pt x="1054" y="2444"/>
                        <a:pt x="1494" y="2444"/>
                      </a:cubicBezTo>
                      <a:cubicBezTo>
                        <a:pt x="1711" y="2444"/>
                        <a:pt x="1929" y="2384"/>
                        <a:pt x="2117" y="2251"/>
                      </a:cubicBezTo>
                      <a:cubicBezTo>
                        <a:pt x="2655" y="1949"/>
                        <a:pt x="2823" y="1109"/>
                        <a:pt x="2521" y="571"/>
                      </a:cubicBezTo>
                      <a:cubicBezTo>
                        <a:pt x="2250" y="187"/>
                        <a:pt x="1843" y="1"/>
                        <a:pt x="14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9"/>
                <p:cNvSpPr/>
                <p:nvPr/>
              </p:nvSpPr>
              <p:spPr>
                <a:xfrm>
                  <a:off x="961250" y="236825"/>
                  <a:ext cx="1222525" cy="946550"/>
                </a:xfrm>
                <a:custGeom>
                  <a:rect b="b" l="l" r="r" t="t"/>
                  <a:pathLst>
                    <a:path extrusionOk="0" h="37862" w="48901">
                      <a:moveTo>
                        <a:pt x="22449" y="0"/>
                      </a:moveTo>
                      <a:cubicBezTo>
                        <a:pt x="20136" y="0"/>
                        <a:pt x="17807" y="494"/>
                        <a:pt x="15561" y="1329"/>
                      </a:cubicBezTo>
                      <a:cubicBezTo>
                        <a:pt x="13309" y="2169"/>
                        <a:pt x="11360" y="3547"/>
                        <a:pt x="9679" y="5228"/>
                      </a:cubicBezTo>
                      <a:cubicBezTo>
                        <a:pt x="8839" y="5934"/>
                        <a:pt x="8133" y="6639"/>
                        <a:pt x="7428" y="7480"/>
                      </a:cubicBezTo>
                      <a:lnTo>
                        <a:pt x="7428" y="7614"/>
                      </a:lnTo>
                      <a:cubicBezTo>
                        <a:pt x="6184" y="8891"/>
                        <a:pt x="5209" y="10269"/>
                        <a:pt x="4235" y="11815"/>
                      </a:cubicBezTo>
                      <a:cubicBezTo>
                        <a:pt x="3663" y="12521"/>
                        <a:pt x="3092" y="13361"/>
                        <a:pt x="3092" y="14201"/>
                      </a:cubicBezTo>
                      <a:cubicBezTo>
                        <a:pt x="3798" y="13932"/>
                        <a:pt x="4369" y="13227"/>
                        <a:pt x="5075" y="12924"/>
                      </a:cubicBezTo>
                      <a:lnTo>
                        <a:pt x="5075" y="12924"/>
                      </a:lnTo>
                      <a:cubicBezTo>
                        <a:pt x="2823" y="16016"/>
                        <a:pt x="1849" y="20083"/>
                        <a:pt x="1277" y="23847"/>
                      </a:cubicBezTo>
                      <a:cubicBezTo>
                        <a:pt x="0" y="32417"/>
                        <a:pt x="4638" y="37593"/>
                        <a:pt x="4638" y="37593"/>
                      </a:cubicBezTo>
                      <a:lnTo>
                        <a:pt x="4638" y="37458"/>
                      </a:lnTo>
                      <a:cubicBezTo>
                        <a:pt x="4773" y="37022"/>
                        <a:pt x="5075" y="35912"/>
                        <a:pt x="5747" y="34938"/>
                      </a:cubicBezTo>
                      <a:cubicBezTo>
                        <a:pt x="6349" y="34221"/>
                        <a:pt x="7146" y="33603"/>
                        <a:pt x="8327" y="33603"/>
                      </a:cubicBezTo>
                      <a:cubicBezTo>
                        <a:pt x="8531" y="33603"/>
                        <a:pt x="8746" y="33621"/>
                        <a:pt x="8974" y="33661"/>
                      </a:cubicBezTo>
                      <a:cubicBezTo>
                        <a:pt x="11360" y="33930"/>
                        <a:pt x="12066" y="36047"/>
                        <a:pt x="13040" y="37862"/>
                      </a:cubicBezTo>
                      <a:cubicBezTo>
                        <a:pt x="13175" y="34938"/>
                        <a:pt x="13175" y="31980"/>
                        <a:pt x="14317" y="29191"/>
                      </a:cubicBezTo>
                      <a:cubicBezTo>
                        <a:pt x="14721" y="27779"/>
                        <a:pt x="15695" y="26368"/>
                        <a:pt x="16536" y="25124"/>
                      </a:cubicBezTo>
                      <a:cubicBezTo>
                        <a:pt x="17376" y="24149"/>
                        <a:pt x="18922" y="22603"/>
                        <a:pt x="20031" y="22032"/>
                      </a:cubicBezTo>
                      <a:lnTo>
                        <a:pt x="20031" y="22032"/>
                      </a:lnTo>
                      <a:cubicBezTo>
                        <a:pt x="20031" y="22603"/>
                        <a:pt x="19762" y="23175"/>
                        <a:pt x="19628" y="23847"/>
                      </a:cubicBezTo>
                      <a:cubicBezTo>
                        <a:pt x="19493" y="24553"/>
                        <a:pt x="19493" y="25258"/>
                        <a:pt x="19493" y="25964"/>
                      </a:cubicBezTo>
                      <a:cubicBezTo>
                        <a:pt x="19493" y="27376"/>
                        <a:pt x="19493" y="28619"/>
                        <a:pt x="19896" y="29896"/>
                      </a:cubicBezTo>
                      <a:cubicBezTo>
                        <a:pt x="22283" y="28888"/>
                        <a:pt x="25240" y="27914"/>
                        <a:pt x="27458" y="26368"/>
                      </a:cubicBezTo>
                      <a:cubicBezTo>
                        <a:pt x="29273" y="25124"/>
                        <a:pt x="32231" y="22469"/>
                        <a:pt x="32365" y="19948"/>
                      </a:cubicBezTo>
                      <a:lnTo>
                        <a:pt x="32365" y="19948"/>
                      </a:lnTo>
                      <a:cubicBezTo>
                        <a:pt x="32365" y="22032"/>
                        <a:pt x="32500" y="24284"/>
                        <a:pt x="31962" y="26368"/>
                      </a:cubicBezTo>
                      <a:cubicBezTo>
                        <a:pt x="31525" y="28048"/>
                        <a:pt x="30550" y="29594"/>
                        <a:pt x="29710" y="31140"/>
                      </a:cubicBezTo>
                      <a:cubicBezTo>
                        <a:pt x="30083" y="31267"/>
                        <a:pt x="30516" y="31324"/>
                        <a:pt x="30981" y="31324"/>
                      </a:cubicBezTo>
                      <a:cubicBezTo>
                        <a:pt x="32613" y="31324"/>
                        <a:pt x="34627" y="30618"/>
                        <a:pt x="35726" y="29728"/>
                      </a:cubicBezTo>
                      <a:cubicBezTo>
                        <a:pt x="37272" y="28216"/>
                        <a:pt x="38247" y="26233"/>
                        <a:pt x="39356" y="24553"/>
                      </a:cubicBezTo>
                      <a:lnTo>
                        <a:pt x="39356" y="24553"/>
                      </a:lnTo>
                      <a:cubicBezTo>
                        <a:pt x="38684" y="26536"/>
                        <a:pt x="38818" y="28619"/>
                        <a:pt x="37675" y="30569"/>
                      </a:cubicBezTo>
                      <a:cubicBezTo>
                        <a:pt x="36566" y="32552"/>
                        <a:pt x="34617" y="33795"/>
                        <a:pt x="32802" y="34938"/>
                      </a:cubicBezTo>
                      <a:cubicBezTo>
                        <a:pt x="33065" y="34955"/>
                        <a:pt x="33332" y="34963"/>
                        <a:pt x="33603" y="34963"/>
                      </a:cubicBezTo>
                      <a:cubicBezTo>
                        <a:pt x="35483" y="34963"/>
                        <a:pt x="37535" y="34584"/>
                        <a:pt x="39356" y="34232"/>
                      </a:cubicBezTo>
                      <a:cubicBezTo>
                        <a:pt x="41608" y="33930"/>
                        <a:pt x="43994" y="32955"/>
                        <a:pt x="45674" y="31409"/>
                      </a:cubicBezTo>
                      <a:cubicBezTo>
                        <a:pt x="48195" y="29325"/>
                        <a:pt x="48195" y="27208"/>
                        <a:pt x="48464" y="26099"/>
                      </a:cubicBezTo>
                      <a:cubicBezTo>
                        <a:pt x="48766" y="24284"/>
                        <a:pt x="48598" y="22469"/>
                        <a:pt x="48060" y="20789"/>
                      </a:cubicBezTo>
                      <a:cubicBezTo>
                        <a:pt x="47355" y="18806"/>
                        <a:pt x="46783" y="16856"/>
                        <a:pt x="45674" y="15176"/>
                      </a:cubicBezTo>
                      <a:lnTo>
                        <a:pt x="45674" y="15176"/>
                      </a:lnTo>
                      <a:lnTo>
                        <a:pt x="45809" y="15310"/>
                      </a:lnTo>
                      <a:cubicBezTo>
                        <a:pt x="46514" y="15445"/>
                        <a:pt x="46918" y="15747"/>
                        <a:pt x="47355" y="16151"/>
                      </a:cubicBezTo>
                      <a:cubicBezTo>
                        <a:pt x="47926" y="16587"/>
                        <a:pt x="48329" y="17125"/>
                        <a:pt x="48901" y="17697"/>
                      </a:cubicBezTo>
                      <a:lnTo>
                        <a:pt x="48901" y="17562"/>
                      </a:lnTo>
                      <a:cubicBezTo>
                        <a:pt x="48901" y="16453"/>
                        <a:pt x="48060" y="14605"/>
                        <a:pt x="47623" y="13630"/>
                      </a:cubicBezTo>
                      <a:cubicBezTo>
                        <a:pt x="46918" y="12084"/>
                        <a:pt x="45674" y="11109"/>
                        <a:pt x="44700" y="9866"/>
                      </a:cubicBezTo>
                      <a:cubicBezTo>
                        <a:pt x="42523" y="7007"/>
                        <a:pt x="39718" y="4682"/>
                        <a:pt x="35981" y="4682"/>
                      </a:cubicBezTo>
                      <a:cubicBezTo>
                        <a:pt x="35853" y="4682"/>
                        <a:pt x="35723" y="4684"/>
                        <a:pt x="35592" y="4690"/>
                      </a:cubicBezTo>
                      <a:cubicBezTo>
                        <a:pt x="35020" y="4690"/>
                        <a:pt x="34180" y="4690"/>
                        <a:pt x="33642" y="4388"/>
                      </a:cubicBezTo>
                      <a:cubicBezTo>
                        <a:pt x="32802" y="4119"/>
                        <a:pt x="32096" y="3278"/>
                        <a:pt x="31525" y="2707"/>
                      </a:cubicBezTo>
                      <a:cubicBezTo>
                        <a:pt x="30113" y="1867"/>
                        <a:pt x="28735" y="1161"/>
                        <a:pt x="27189" y="758"/>
                      </a:cubicBezTo>
                      <a:cubicBezTo>
                        <a:pt x="25638" y="236"/>
                        <a:pt x="24047" y="0"/>
                        <a:pt x="224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9"/>
                <p:cNvSpPr/>
                <p:nvPr/>
              </p:nvSpPr>
              <p:spPr>
                <a:xfrm>
                  <a:off x="989800" y="234750"/>
                  <a:ext cx="1193975" cy="706225"/>
                </a:xfrm>
                <a:custGeom>
                  <a:rect b="b" l="l" r="r" t="t"/>
                  <a:pathLst>
                    <a:path extrusionOk="0" h="28249" w="47759">
                      <a:moveTo>
                        <a:pt x="21409" y="1"/>
                      </a:moveTo>
                      <a:cubicBezTo>
                        <a:pt x="19588" y="1"/>
                        <a:pt x="17826" y="343"/>
                        <a:pt x="16079" y="888"/>
                      </a:cubicBezTo>
                      <a:lnTo>
                        <a:pt x="16079" y="888"/>
                      </a:lnTo>
                      <a:cubicBezTo>
                        <a:pt x="17867" y="391"/>
                        <a:pt x="19609" y="135"/>
                        <a:pt x="21409" y="135"/>
                      </a:cubicBezTo>
                      <a:cubicBezTo>
                        <a:pt x="22955" y="135"/>
                        <a:pt x="24501" y="269"/>
                        <a:pt x="26047" y="841"/>
                      </a:cubicBezTo>
                      <a:cubicBezTo>
                        <a:pt x="24501" y="269"/>
                        <a:pt x="22955" y="1"/>
                        <a:pt x="21409" y="1"/>
                      </a:cubicBezTo>
                      <a:close/>
                      <a:moveTo>
                        <a:pt x="26048" y="841"/>
                      </a:moveTo>
                      <a:cubicBezTo>
                        <a:pt x="27594" y="1244"/>
                        <a:pt x="28971" y="1950"/>
                        <a:pt x="30383" y="2790"/>
                      </a:cubicBezTo>
                      <a:cubicBezTo>
                        <a:pt x="28971" y="1815"/>
                        <a:pt x="27594" y="1244"/>
                        <a:pt x="26048" y="841"/>
                      </a:cubicBezTo>
                      <a:close/>
                      <a:moveTo>
                        <a:pt x="16079" y="888"/>
                      </a:moveTo>
                      <a:cubicBezTo>
                        <a:pt x="15531" y="1040"/>
                        <a:pt x="14978" y="1215"/>
                        <a:pt x="14419" y="1412"/>
                      </a:cubicBezTo>
                      <a:cubicBezTo>
                        <a:pt x="13293" y="1832"/>
                        <a:pt x="12243" y="2387"/>
                        <a:pt x="11264" y="3046"/>
                      </a:cubicBezTo>
                      <a:lnTo>
                        <a:pt x="11264" y="3046"/>
                      </a:lnTo>
                      <a:cubicBezTo>
                        <a:pt x="12276" y="2387"/>
                        <a:pt x="13360" y="1832"/>
                        <a:pt x="14553" y="1412"/>
                      </a:cubicBezTo>
                      <a:cubicBezTo>
                        <a:pt x="15061" y="1223"/>
                        <a:pt x="15569" y="1047"/>
                        <a:pt x="16079" y="888"/>
                      </a:cubicBezTo>
                      <a:close/>
                      <a:moveTo>
                        <a:pt x="30383" y="2790"/>
                      </a:moveTo>
                      <a:lnTo>
                        <a:pt x="30383" y="2790"/>
                      </a:lnTo>
                      <a:cubicBezTo>
                        <a:pt x="30954" y="3361"/>
                        <a:pt x="31660" y="4202"/>
                        <a:pt x="32500" y="4471"/>
                      </a:cubicBezTo>
                      <a:cubicBezTo>
                        <a:pt x="31660" y="4202"/>
                        <a:pt x="30954" y="3227"/>
                        <a:pt x="30383" y="2790"/>
                      </a:cubicBezTo>
                      <a:close/>
                      <a:moveTo>
                        <a:pt x="11264" y="3046"/>
                      </a:moveTo>
                      <a:lnTo>
                        <a:pt x="11264" y="3046"/>
                      </a:lnTo>
                      <a:cubicBezTo>
                        <a:pt x="10251" y="3706"/>
                        <a:pt x="9310" y="4471"/>
                        <a:pt x="8403" y="5311"/>
                      </a:cubicBezTo>
                      <a:cubicBezTo>
                        <a:pt x="8148" y="5565"/>
                        <a:pt x="7894" y="5837"/>
                        <a:pt x="7640" y="6114"/>
                      </a:cubicBezTo>
                      <a:lnTo>
                        <a:pt x="7640" y="6114"/>
                      </a:lnTo>
                      <a:cubicBezTo>
                        <a:pt x="7925" y="5841"/>
                        <a:pt x="8222" y="5576"/>
                        <a:pt x="8537" y="5311"/>
                      </a:cubicBezTo>
                      <a:cubicBezTo>
                        <a:pt x="9378" y="4471"/>
                        <a:pt x="10285" y="3706"/>
                        <a:pt x="11264" y="3046"/>
                      </a:cubicBezTo>
                      <a:close/>
                      <a:moveTo>
                        <a:pt x="7640" y="6114"/>
                      </a:moveTo>
                      <a:cubicBezTo>
                        <a:pt x="7166" y="6566"/>
                        <a:pt x="6726" y="7038"/>
                        <a:pt x="6286" y="7563"/>
                      </a:cubicBezTo>
                      <a:cubicBezTo>
                        <a:pt x="6737" y="7111"/>
                        <a:pt x="7188" y="6605"/>
                        <a:pt x="7640" y="6114"/>
                      </a:cubicBezTo>
                      <a:close/>
                      <a:moveTo>
                        <a:pt x="32500" y="4471"/>
                      </a:moveTo>
                      <a:lnTo>
                        <a:pt x="32500" y="4471"/>
                      </a:lnTo>
                      <a:cubicBezTo>
                        <a:pt x="32769" y="4605"/>
                        <a:pt x="33173" y="4773"/>
                        <a:pt x="33744" y="4773"/>
                      </a:cubicBezTo>
                      <a:lnTo>
                        <a:pt x="34584" y="4773"/>
                      </a:lnTo>
                      <a:cubicBezTo>
                        <a:pt x="38382" y="4773"/>
                        <a:pt x="41306" y="6991"/>
                        <a:pt x="43558" y="9949"/>
                      </a:cubicBezTo>
                      <a:cubicBezTo>
                        <a:pt x="41306" y="6991"/>
                        <a:pt x="38382" y="4605"/>
                        <a:pt x="34584" y="4605"/>
                      </a:cubicBezTo>
                      <a:lnTo>
                        <a:pt x="33744" y="4605"/>
                      </a:lnTo>
                      <a:cubicBezTo>
                        <a:pt x="33173" y="4605"/>
                        <a:pt x="32769" y="4605"/>
                        <a:pt x="32500" y="4471"/>
                      </a:cubicBezTo>
                      <a:close/>
                      <a:moveTo>
                        <a:pt x="6286" y="7563"/>
                      </a:moveTo>
                      <a:cubicBezTo>
                        <a:pt x="5042" y="8974"/>
                        <a:pt x="4067" y="10352"/>
                        <a:pt x="3093" y="11898"/>
                      </a:cubicBezTo>
                      <a:cubicBezTo>
                        <a:pt x="4067" y="10352"/>
                        <a:pt x="5042" y="8974"/>
                        <a:pt x="6286" y="7697"/>
                      </a:cubicBezTo>
                      <a:lnTo>
                        <a:pt x="6286" y="7563"/>
                      </a:lnTo>
                      <a:close/>
                      <a:moveTo>
                        <a:pt x="46482" y="13714"/>
                      </a:moveTo>
                      <a:lnTo>
                        <a:pt x="46482" y="13714"/>
                      </a:lnTo>
                      <a:cubicBezTo>
                        <a:pt x="46919" y="14688"/>
                        <a:pt x="47759" y="16671"/>
                        <a:pt x="47759" y="17780"/>
                      </a:cubicBezTo>
                      <a:lnTo>
                        <a:pt x="47759" y="17645"/>
                      </a:lnTo>
                      <a:cubicBezTo>
                        <a:pt x="47759" y="16536"/>
                        <a:pt x="46919" y="14688"/>
                        <a:pt x="46482" y="13714"/>
                      </a:cubicBezTo>
                      <a:close/>
                      <a:moveTo>
                        <a:pt x="3909" y="13040"/>
                      </a:moveTo>
                      <a:lnTo>
                        <a:pt x="3909" y="13040"/>
                      </a:lnTo>
                      <a:cubicBezTo>
                        <a:pt x="1674" y="16128"/>
                        <a:pt x="705" y="20179"/>
                        <a:pt x="135" y="23795"/>
                      </a:cubicBezTo>
                      <a:cubicBezTo>
                        <a:pt x="2" y="25456"/>
                        <a:pt x="1" y="26854"/>
                        <a:pt x="1" y="28248"/>
                      </a:cubicBezTo>
                      <a:lnTo>
                        <a:pt x="1" y="28248"/>
                      </a:lnTo>
                      <a:cubicBezTo>
                        <a:pt x="1" y="26854"/>
                        <a:pt x="2" y="25457"/>
                        <a:pt x="135" y="23930"/>
                      </a:cubicBezTo>
                      <a:cubicBezTo>
                        <a:pt x="705" y="20179"/>
                        <a:pt x="1674" y="16128"/>
                        <a:pt x="3909" y="13040"/>
                      </a:cubicBezTo>
                      <a:close/>
                    </a:path>
                  </a:pathLst>
                </a:custGeom>
                <a:solidFill>
                  <a:srgbClr val="FAF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9"/>
                <p:cNvSpPr/>
                <p:nvPr/>
              </p:nvSpPr>
              <p:spPr>
                <a:xfrm>
                  <a:off x="989800" y="238125"/>
                  <a:ext cx="1193975" cy="935175"/>
                </a:xfrm>
                <a:custGeom>
                  <a:rect b="b" l="l" r="r" t="t"/>
                  <a:pathLst>
                    <a:path extrusionOk="0" h="37407" w="47759">
                      <a:moveTo>
                        <a:pt x="21409" y="0"/>
                      </a:moveTo>
                      <a:cubicBezTo>
                        <a:pt x="19057" y="0"/>
                        <a:pt x="16805" y="437"/>
                        <a:pt x="14419" y="1277"/>
                      </a:cubicBezTo>
                      <a:cubicBezTo>
                        <a:pt x="12167" y="2117"/>
                        <a:pt x="10218" y="3495"/>
                        <a:pt x="8537" y="5176"/>
                      </a:cubicBezTo>
                      <a:cubicBezTo>
                        <a:pt x="7697" y="5882"/>
                        <a:pt x="6991" y="6587"/>
                        <a:pt x="6286" y="7428"/>
                      </a:cubicBezTo>
                      <a:lnTo>
                        <a:pt x="6286" y="7562"/>
                      </a:lnTo>
                      <a:cubicBezTo>
                        <a:pt x="5042" y="8839"/>
                        <a:pt x="4067" y="10217"/>
                        <a:pt x="3093" y="11763"/>
                      </a:cubicBezTo>
                      <a:cubicBezTo>
                        <a:pt x="2521" y="12469"/>
                        <a:pt x="1950" y="13309"/>
                        <a:pt x="1950" y="14149"/>
                      </a:cubicBezTo>
                      <a:cubicBezTo>
                        <a:pt x="2656" y="13880"/>
                        <a:pt x="3227" y="13175"/>
                        <a:pt x="3933" y="12872"/>
                      </a:cubicBezTo>
                      <a:lnTo>
                        <a:pt x="3933" y="12872"/>
                      </a:lnTo>
                      <a:cubicBezTo>
                        <a:pt x="1681" y="15964"/>
                        <a:pt x="707" y="20031"/>
                        <a:pt x="135" y="23795"/>
                      </a:cubicBezTo>
                      <a:cubicBezTo>
                        <a:pt x="1" y="25341"/>
                        <a:pt x="1" y="26752"/>
                        <a:pt x="1" y="28164"/>
                      </a:cubicBezTo>
                      <a:cubicBezTo>
                        <a:pt x="404" y="33609"/>
                        <a:pt x="3093" y="36970"/>
                        <a:pt x="3496" y="37406"/>
                      </a:cubicBezTo>
                      <a:cubicBezTo>
                        <a:pt x="3496" y="37406"/>
                        <a:pt x="3765" y="36129"/>
                        <a:pt x="4471" y="35020"/>
                      </a:cubicBezTo>
                      <a:cubicBezTo>
                        <a:pt x="4202" y="33205"/>
                        <a:pt x="4202" y="31222"/>
                        <a:pt x="4471" y="28836"/>
                      </a:cubicBezTo>
                      <a:cubicBezTo>
                        <a:pt x="5042" y="25341"/>
                        <a:pt x="5882" y="21577"/>
                        <a:pt x="8134" y="18619"/>
                      </a:cubicBezTo>
                      <a:lnTo>
                        <a:pt x="8134" y="18619"/>
                      </a:lnTo>
                      <a:cubicBezTo>
                        <a:pt x="7294" y="18922"/>
                        <a:pt x="6857" y="19459"/>
                        <a:pt x="6151" y="19896"/>
                      </a:cubicBezTo>
                      <a:cubicBezTo>
                        <a:pt x="6151" y="19056"/>
                        <a:pt x="6722" y="18216"/>
                        <a:pt x="7126" y="17510"/>
                      </a:cubicBezTo>
                      <a:cubicBezTo>
                        <a:pt x="8134" y="16099"/>
                        <a:pt x="9109" y="14721"/>
                        <a:pt x="10218" y="13443"/>
                      </a:cubicBezTo>
                      <a:cubicBezTo>
                        <a:pt x="12470" y="10923"/>
                        <a:pt x="14856" y="8671"/>
                        <a:pt x="18049" y="7562"/>
                      </a:cubicBezTo>
                      <a:cubicBezTo>
                        <a:pt x="20166" y="6722"/>
                        <a:pt x="22418" y="6318"/>
                        <a:pt x="24636" y="6318"/>
                      </a:cubicBezTo>
                      <a:cubicBezTo>
                        <a:pt x="26182" y="6318"/>
                        <a:pt x="27593" y="6453"/>
                        <a:pt x="28971" y="6991"/>
                      </a:cubicBezTo>
                      <a:cubicBezTo>
                        <a:pt x="30517" y="7428"/>
                        <a:pt x="31929" y="7999"/>
                        <a:pt x="33172" y="8839"/>
                      </a:cubicBezTo>
                      <a:cubicBezTo>
                        <a:pt x="33744" y="9377"/>
                        <a:pt x="34450" y="10217"/>
                        <a:pt x="35155" y="10520"/>
                      </a:cubicBezTo>
                      <a:cubicBezTo>
                        <a:pt x="35424" y="10654"/>
                        <a:pt x="35861" y="10654"/>
                        <a:pt x="36264" y="10654"/>
                      </a:cubicBezTo>
                      <a:lnTo>
                        <a:pt x="37105" y="10654"/>
                      </a:lnTo>
                      <a:cubicBezTo>
                        <a:pt x="38920" y="10654"/>
                        <a:pt x="41037" y="11897"/>
                        <a:pt x="42717" y="13175"/>
                      </a:cubicBezTo>
                      <a:cubicBezTo>
                        <a:pt x="44398" y="14418"/>
                        <a:pt x="45641" y="15695"/>
                        <a:pt x="45641" y="15695"/>
                      </a:cubicBezTo>
                      <a:cubicBezTo>
                        <a:pt x="46481" y="16099"/>
                        <a:pt x="46918" y="16804"/>
                        <a:pt x="47624" y="17510"/>
                      </a:cubicBezTo>
                      <a:lnTo>
                        <a:pt x="47759" y="17645"/>
                      </a:lnTo>
                      <a:lnTo>
                        <a:pt x="47759" y="17510"/>
                      </a:lnTo>
                      <a:cubicBezTo>
                        <a:pt x="47759" y="16401"/>
                        <a:pt x="46918" y="14553"/>
                        <a:pt x="46481" y="13578"/>
                      </a:cubicBezTo>
                      <a:cubicBezTo>
                        <a:pt x="45776" y="12032"/>
                        <a:pt x="44532" y="11057"/>
                        <a:pt x="43558" y="9814"/>
                      </a:cubicBezTo>
                      <a:cubicBezTo>
                        <a:pt x="41306" y="6856"/>
                        <a:pt x="38382" y="4638"/>
                        <a:pt x="34584" y="4638"/>
                      </a:cubicBezTo>
                      <a:lnTo>
                        <a:pt x="33744" y="4638"/>
                      </a:lnTo>
                      <a:cubicBezTo>
                        <a:pt x="33172" y="4638"/>
                        <a:pt x="32769" y="4470"/>
                        <a:pt x="32500" y="4336"/>
                      </a:cubicBezTo>
                      <a:cubicBezTo>
                        <a:pt x="31660" y="4067"/>
                        <a:pt x="30954" y="3226"/>
                        <a:pt x="30383" y="2655"/>
                      </a:cubicBezTo>
                      <a:cubicBezTo>
                        <a:pt x="28971" y="1815"/>
                        <a:pt x="27593" y="1109"/>
                        <a:pt x="26047" y="706"/>
                      </a:cubicBezTo>
                      <a:cubicBezTo>
                        <a:pt x="24501" y="134"/>
                        <a:pt x="22955" y="0"/>
                        <a:pt x="214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9"/>
                <p:cNvSpPr/>
                <p:nvPr/>
              </p:nvSpPr>
              <p:spPr>
                <a:xfrm>
                  <a:off x="1070475" y="1736225"/>
                  <a:ext cx="244525" cy="252075"/>
                </a:xfrm>
                <a:custGeom>
                  <a:rect b="b" l="l" r="r" t="t"/>
                  <a:pathLst>
                    <a:path extrusionOk="0" h="10083" w="9781">
                      <a:moveTo>
                        <a:pt x="6856" y="0"/>
                      </a:moveTo>
                      <a:lnTo>
                        <a:pt x="3227" y="7865"/>
                      </a:lnTo>
                      <a:lnTo>
                        <a:pt x="404" y="8570"/>
                      </a:lnTo>
                      <a:cubicBezTo>
                        <a:pt x="0" y="8705"/>
                        <a:pt x="0" y="9243"/>
                        <a:pt x="269" y="9411"/>
                      </a:cubicBezTo>
                      <a:cubicBezTo>
                        <a:pt x="1109" y="9814"/>
                        <a:pt x="2084" y="10083"/>
                        <a:pt x="3059" y="10083"/>
                      </a:cubicBezTo>
                      <a:cubicBezTo>
                        <a:pt x="3630" y="10083"/>
                        <a:pt x="4201" y="9814"/>
                        <a:pt x="4605" y="9411"/>
                      </a:cubicBezTo>
                      <a:lnTo>
                        <a:pt x="9780" y="2823"/>
                      </a:lnTo>
                      <a:lnTo>
                        <a:pt x="6856" y="0"/>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9"/>
                <p:cNvSpPr/>
                <p:nvPr/>
              </p:nvSpPr>
              <p:spPr>
                <a:xfrm>
                  <a:off x="1272950" y="1526175"/>
                  <a:ext cx="203375" cy="224350"/>
                </a:xfrm>
                <a:custGeom>
                  <a:rect b="b" l="l" r="r" t="t"/>
                  <a:pathLst>
                    <a:path extrusionOk="0" h="8974" w="8135">
                      <a:moveTo>
                        <a:pt x="5748" y="0"/>
                      </a:moveTo>
                      <a:cubicBezTo>
                        <a:pt x="5479" y="0"/>
                        <a:pt x="5345" y="168"/>
                        <a:pt x="5042" y="168"/>
                      </a:cubicBezTo>
                      <a:cubicBezTo>
                        <a:pt x="4068" y="571"/>
                        <a:pt x="3227" y="1008"/>
                        <a:pt x="2522" y="1681"/>
                      </a:cubicBezTo>
                      <a:cubicBezTo>
                        <a:pt x="1849" y="2386"/>
                        <a:pt x="1278" y="3092"/>
                        <a:pt x="841" y="4067"/>
                      </a:cubicBezTo>
                      <a:lnTo>
                        <a:pt x="1" y="5747"/>
                      </a:lnTo>
                      <a:lnTo>
                        <a:pt x="3362" y="8974"/>
                      </a:lnTo>
                      <a:lnTo>
                        <a:pt x="7563" y="3798"/>
                      </a:lnTo>
                      <a:cubicBezTo>
                        <a:pt x="7865" y="3227"/>
                        <a:pt x="8134" y="2689"/>
                        <a:pt x="8000" y="2117"/>
                      </a:cubicBezTo>
                      <a:cubicBezTo>
                        <a:pt x="7865" y="840"/>
                        <a:pt x="6891" y="0"/>
                        <a:pt x="5748" y="0"/>
                      </a:cubicBezTo>
                      <a:close/>
                    </a:path>
                  </a:pathLst>
                </a:custGeom>
                <a:solidFill>
                  <a:srgbClr val="D077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9"/>
                <p:cNvSpPr/>
                <p:nvPr/>
              </p:nvSpPr>
              <p:spPr>
                <a:xfrm>
                  <a:off x="1272950" y="1526175"/>
                  <a:ext cx="200000" cy="224350"/>
                </a:xfrm>
                <a:custGeom>
                  <a:rect b="b" l="l" r="r" t="t"/>
                  <a:pathLst>
                    <a:path extrusionOk="0" h="8974" w="8000">
                      <a:moveTo>
                        <a:pt x="5748" y="0"/>
                      </a:moveTo>
                      <a:cubicBezTo>
                        <a:pt x="5479" y="0"/>
                        <a:pt x="5345" y="168"/>
                        <a:pt x="5042" y="168"/>
                      </a:cubicBezTo>
                      <a:cubicBezTo>
                        <a:pt x="4068" y="571"/>
                        <a:pt x="3227" y="1008"/>
                        <a:pt x="2522" y="1681"/>
                      </a:cubicBezTo>
                      <a:cubicBezTo>
                        <a:pt x="1849" y="2386"/>
                        <a:pt x="1278" y="3092"/>
                        <a:pt x="841" y="4067"/>
                      </a:cubicBezTo>
                      <a:lnTo>
                        <a:pt x="1" y="5747"/>
                      </a:lnTo>
                      <a:lnTo>
                        <a:pt x="3362" y="8974"/>
                      </a:lnTo>
                      <a:lnTo>
                        <a:pt x="7563" y="3798"/>
                      </a:lnTo>
                      <a:cubicBezTo>
                        <a:pt x="7865" y="3361"/>
                        <a:pt x="8000" y="2823"/>
                        <a:pt x="8000" y="2386"/>
                      </a:cubicBezTo>
                      <a:lnTo>
                        <a:pt x="8000" y="2117"/>
                      </a:lnTo>
                      <a:cubicBezTo>
                        <a:pt x="7865" y="840"/>
                        <a:pt x="6891" y="0"/>
                        <a:pt x="574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9"/>
                <p:cNvSpPr/>
                <p:nvPr/>
              </p:nvSpPr>
              <p:spPr>
                <a:xfrm>
                  <a:off x="1220875" y="1659450"/>
                  <a:ext cx="153775" cy="156625"/>
                </a:xfrm>
                <a:custGeom>
                  <a:rect b="b" l="l" r="r" t="t"/>
                  <a:pathLst>
                    <a:path extrusionOk="0" h="6265" w="6151">
                      <a:moveTo>
                        <a:pt x="1484" y="1"/>
                      </a:moveTo>
                      <a:cubicBezTo>
                        <a:pt x="1237" y="1"/>
                        <a:pt x="1007" y="116"/>
                        <a:pt x="840" y="282"/>
                      </a:cubicBezTo>
                      <a:lnTo>
                        <a:pt x="135" y="1693"/>
                      </a:lnTo>
                      <a:cubicBezTo>
                        <a:pt x="0" y="1962"/>
                        <a:pt x="0" y="2231"/>
                        <a:pt x="269" y="2534"/>
                      </a:cubicBezTo>
                      <a:lnTo>
                        <a:pt x="840" y="3071"/>
                      </a:lnTo>
                      <a:lnTo>
                        <a:pt x="4067" y="6163"/>
                      </a:lnTo>
                      <a:cubicBezTo>
                        <a:pt x="4134" y="6230"/>
                        <a:pt x="4235" y="6264"/>
                        <a:pt x="4357" y="6264"/>
                      </a:cubicBezTo>
                      <a:cubicBezTo>
                        <a:pt x="4478" y="6264"/>
                        <a:pt x="4621" y="6230"/>
                        <a:pt x="4773" y="6163"/>
                      </a:cubicBezTo>
                      <a:lnTo>
                        <a:pt x="6016" y="4920"/>
                      </a:lnTo>
                      <a:cubicBezTo>
                        <a:pt x="6151" y="4617"/>
                        <a:pt x="6151" y="4348"/>
                        <a:pt x="6016" y="4080"/>
                      </a:cubicBezTo>
                      <a:lnTo>
                        <a:pt x="2084" y="416"/>
                      </a:lnTo>
                      <a:lnTo>
                        <a:pt x="1949" y="147"/>
                      </a:lnTo>
                      <a:cubicBezTo>
                        <a:pt x="1795" y="45"/>
                        <a:pt x="1636" y="1"/>
                        <a:pt x="14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9" name="Google Shape;669;p29"/>
            <p:cNvGrpSpPr/>
            <p:nvPr/>
          </p:nvGrpSpPr>
          <p:grpSpPr>
            <a:xfrm>
              <a:off x="1448240" y="2404457"/>
              <a:ext cx="1130240" cy="1034376"/>
              <a:chOff x="1143440" y="2537807"/>
              <a:chExt cx="1130240" cy="1034376"/>
            </a:xfrm>
          </p:grpSpPr>
          <p:sp>
            <p:nvSpPr>
              <p:cNvPr id="670" name="Google Shape;670;p29"/>
              <p:cNvSpPr/>
              <p:nvPr/>
            </p:nvSpPr>
            <p:spPr>
              <a:xfrm>
                <a:off x="1566493" y="3482928"/>
                <a:ext cx="62627" cy="640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1" name="Google Shape;671;p29"/>
              <p:cNvGrpSpPr/>
              <p:nvPr/>
            </p:nvGrpSpPr>
            <p:grpSpPr>
              <a:xfrm>
                <a:off x="1143440" y="2537807"/>
                <a:ext cx="1130240" cy="1034376"/>
                <a:chOff x="381440" y="2537807"/>
                <a:chExt cx="1130240" cy="1034376"/>
              </a:xfrm>
            </p:grpSpPr>
            <p:grpSp>
              <p:nvGrpSpPr>
                <p:cNvPr id="672" name="Google Shape;672;p29"/>
                <p:cNvGrpSpPr/>
                <p:nvPr/>
              </p:nvGrpSpPr>
              <p:grpSpPr>
                <a:xfrm>
                  <a:off x="381440" y="2928449"/>
                  <a:ext cx="445967" cy="643734"/>
                  <a:chOff x="3234643" y="3795496"/>
                  <a:chExt cx="870180" cy="1256066"/>
                </a:xfrm>
              </p:grpSpPr>
              <p:sp>
                <p:nvSpPr>
                  <p:cNvPr id="673" name="Google Shape;673;p29"/>
                  <p:cNvSpPr/>
                  <p:nvPr/>
                </p:nvSpPr>
                <p:spPr>
                  <a:xfrm>
                    <a:off x="3236476" y="3795496"/>
                    <a:ext cx="868347" cy="1256066"/>
                  </a:xfrm>
                  <a:custGeom>
                    <a:rect b="b" l="l" r="r" t="t"/>
                    <a:pathLst>
                      <a:path extrusionOk="0" h="22726" w="15711">
                        <a:moveTo>
                          <a:pt x="1099" y="1"/>
                        </a:moveTo>
                        <a:cubicBezTo>
                          <a:pt x="490" y="1"/>
                          <a:pt x="1" y="491"/>
                          <a:pt x="1" y="1099"/>
                        </a:cubicBezTo>
                        <a:lnTo>
                          <a:pt x="1" y="21614"/>
                        </a:lnTo>
                        <a:cubicBezTo>
                          <a:pt x="1" y="22223"/>
                          <a:pt x="490" y="22726"/>
                          <a:pt x="1099" y="22726"/>
                        </a:cubicBezTo>
                        <a:lnTo>
                          <a:pt x="14612" y="22726"/>
                        </a:lnTo>
                        <a:cubicBezTo>
                          <a:pt x="15221" y="22726"/>
                          <a:pt x="15711" y="22223"/>
                          <a:pt x="15711" y="21614"/>
                        </a:cubicBezTo>
                        <a:lnTo>
                          <a:pt x="15711" y="1099"/>
                        </a:lnTo>
                        <a:cubicBezTo>
                          <a:pt x="15711" y="491"/>
                          <a:pt x="15221" y="1"/>
                          <a:pt x="146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4" name="Google Shape;674;p29"/>
                  <p:cNvGrpSpPr/>
                  <p:nvPr/>
                </p:nvGrpSpPr>
                <p:grpSpPr>
                  <a:xfrm>
                    <a:off x="3234643" y="3795496"/>
                    <a:ext cx="865418" cy="1256066"/>
                    <a:chOff x="3234643" y="3795496"/>
                    <a:chExt cx="865418" cy="1256066"/>
                  </a:xfrm>
                </p:grpSpPr>
                <p:sp>
                  <p:nvSpPr>
                    <p:cNvPr id="675" name="Google Shape;675;p29"/>
                    <p:cNvSpPr/>
                    <p:nvPr/>
                  </p:nvSpPr>
                  <p:spPr>
                    <a:xfrm>
                      <a:off x="3234643" y="3795496"/>
                      <a:ext cx="865418" cy="389985"/>
                    </a:xfrm>
                    <a:custGeom>
                      <a:rect b="b" l="l" r="r" t="t"/>
                      <a:pathLst>
                        <a:path extrusionOk="0" h="7056" w="15658">
                          <a:moveTo>
                            <a:pt x="1046" y="1"/>
                          </a:moveTo>
                          <a:cubicBezTo>
                            <a:pt x="437" y="1"/>
                            <a:pt x="1" y="491"/>
                            <a:pt x="1" y="1099"/>
                          </a:cubicBezTo>
                          <a:lnTo>
                            <a:pt x="1" y="7055"/>
                          </a:lnTo>
                          <a:lnTo>
                            <a:pt x="15658" y="7055"/>
                          </a:lnTo>
                          <a:lnTo>
                            <a:pt x="15658" y="1099"/>
                          </a:lnTo>
                          <a:cubicBezTo>
                            <a:pt x="15658" y="491"/>
                            <a:pt x="15168" y="1"/>
                            <a:pt x="145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9"/>
                    <p:cNvSpPr/>
                    <p:nvPr/>
                  </p:nvSpPr>
                  <p:spPr>
                    <a:xfrm>
                      <a:off x="3306725" y="3905262"/>
                      <a:ext cx="719118" cy="182888"/>
                    </a:xfrm>
                    <a:custGeom>
                      <a:rect b="b" l="l" r="r" t="t"/>
                      <a:pathLst>
                        <a:path extrusionOk="0" h="3309" w="13011">
                          <a:moveTo>
                            <a:pt x="662" y="0"/>
                          </a:moveTo>
                          <a:cubicBezTo>
                            <a:pt x="278" y="0"/>
                            <a:pt x="0" y="278"/>
                            <a:pt x="0" y="662"/>
                          </a:cubicBezTo>
                          <a:lnTo>
                            <a:pt x="0" y="2647"/>
                          </a:lnTo>
                          <a:cubicBezTo>
                            <a:pt x="0" y="3031"/>
                            <a:pt x="278" y="3309"/>
                            <a:pt x="662" y="3309"/>
                          </a:cubicBezTo>
                          <a:lnTo>
                            <a:pt x="12349" y="3309"/>
                          </a:lnTo>
                          <a:cubicBezTo>
                            <a:pt x="12733" y="3309"/>
                            <a:pt x="13011" y="3031"/>
                            <a:pt x="13011" y="2647"/>
                          </a:cubicBezTo>
                          <a:lnTo>
                            <a:pt x="13011" y="662"/>
                          </a:lnTo>
                          <a:cubicBezTo>
                            <a:pt x="13011" y="278"/>
                            <a:pt x="12733" y="0"/>
                            <a:pt x="1234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9"/>
                    <p:cNvSpPr/>
                    <p:nvPr/>
                  </p:nvSpPr>
                  <p:spPr>
                    <a:xfrm>
                      <a:off x="3309654" y="4261478"/>
                      <a:ext cx="146355" cy="143426"/>
                    </a:xfrm>
                    <a:custGeom>
                      <a:rect b="b" l="l" r="r" t="t"/>
                      <a:pathLst>
                        <a:path extrusionOk="0" h="2595" w="2648">
                          <a:moveTo>
                            <a:pt x="556" y="1"/>
                          </a:moveTo>
                          <a:cubicBezTo>
                            <a:pt x="278" y="1"/>
                            <a:pt x="0" y="226"/>
                            <a:pt x="0" y="504"/>
                          </a:cubicBezTo>
                          <a:lnTo>
                            <a:pt x="0" y="2052"/>
                          </a:lnTo>
                          <a:cubicBezTo>
                            <a:pt x="0" y="2383"/>
                            <a:pt x="278" y="2595"/>
                            <a:pt x="556" y="2595"/>
                          </a:cubicBezTo>
                          <a:lnTo>
                            <a:pt x="2091" y="2595"/>
                          </a:lnTo>
                          <a:cubicBezTo>
                            <a:pt x="2369" y="2595"/>
                            <a:pt x="2647" y="2383"/>
                            <a:pt x="2647" y="2052"/>
                          </a:cubicBezTo>
                          <a:lnTo>
                            <a:pt x="2647" y="504"/>
                          </a:lnTo>
                          <a:cubicBezTo>
                            <a:pt x="2647" y="226"/>
                            <a:pt x="2369" y="1"/>
                            <a:pt x="20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9"/>
                    <p:cNvSpPr/>
                    <p:nvPr/>
                  </p:nvSpPr>
                  <p:spPr>
                    <a:xfrm>
                      <a:off x="3501275" y="4261478"/>
                      <a:ext cx="143426" cy="143426"/>
                    </a:xfrm>
                    <a:custGeom>
                      <a:rect b="b" l="l" r="r" t="t"/>
                      <a:pathLst>
                        <a:path extrusionOk="0" h="2595" w="2595">
                          <a:moveTo>
                            <a:pt x="557" y="1"/>
                          </a:moveTo>
                          <a:cubicBezTo>
                            <a:pt x="226" y="1"/>
                            <a:pt x="1" y="226"/>
                            <a:pt x="1" y="504"/>
                          </a:cubicBezTo>
                          <a:lnTo>
                            <a:pt x="1" y="2052"/>
                          </a:lnTo>
                          <a:cubicBezTo>
                            <a:pt x="1" y="2383"/>
                            <a:pt x="226" y="2595"/>
                            <a:pt x="557" y="2595"/>
                          </a:cubicBezTo>
                          <a:lnTo>
                            <a:pt x="2105" y="2595"/>
                          </a:lnTo>
                          <a:cubicBezTo>
                            <a:pt x="2383" y="2595"/>
                            <a:pt x="2595" y="2383"/>
                            <a:pt x="2595" y="2052"/>
                          </a:cubicBezTo>
                          <a:lnTo>
                            <a:pt x="2595" y="504"/>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9"/>
                    <p:cNvSpPr/>
                    <p:nvPr/>
                  </p:nvSpPr>
                  <p:spPr>
                    <a:xfrm>
                      <a:off x="3693670" y="4261478"/>
                      <a:ext cx="143426" cy="143426"/>
                    </a:xfrm>
                    <a:custGeom>
                      <a:rect b="b" l="l" r="r" t="t"/>
                      <a:pathLst>
                        <a:path extrusionOk="0" h="2595" w="2595">
                          <a:moveTo>
                            <a:pt x="490" y="1"/>
                          </a:moveTo>
                          <a:cubicBezTo>
                            <a:pt x="226" y="1"/>
                            <a:pt x="1" y="226"/>
                            <a:pt x="1" y="504"/>
                          </a:cubicBezTo>
                          <a:lnTo>
                            <a:pt x="1" y="2052"/>
                          </a:lnTo>
                          <a:cubicBezTo>
                            <a:pt x="1" y="2383"/>
                            <a:pt x="226" y="2595"/>
                            <a:pt x="490" y="2595"/>
                          </a:cubicBezTo>
                          <a:lnTo>
                            <a:pt x="2092" y="2595"/>
                          </a:lnTo>
                          <a:cubicBezTo>
                            <a:pt x="2370" y="2595"/>
                            <a:pt x="2595" y="2383"/>
                            <a:pt x="2595" y="2052"/>
                          </a:cubicBezTo>
                          <a:lnTo>
                            <a:pt x="2595" y="504"/>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9"/>
                    <p:cNvSpPr/>
                    <p:nvPr/>
                  </p:nvSpPr>
                  <p:spPr>
                    <a:xfrm>
                      <a:off x="3309654" y="4453872"/>
                      <a:ext cx="146355" cy="143426"/>
                    </a:xfrm>
                    <a:custGeom>
                      <a:rect b="b" l="l" r="r" t="t"/>
                      <a:pathLst>
                        <a:path extrusionOk="0" h="2595" w="2648">
                          <a:moveTo>
                            <a:pt x="556" y="1"/>
                          </a:moveTo>
                          <a:cubicBezTo>
                            <a:pt x="278" y="1"/>
                            <a:pt x="0" y="226"/>
                            <a:pt x="0" y="556"/>
                          </a:cubicBezTo>
                          <a:lnTo>
                            <a:pt x="0" y="2092"/>
                          </a:lnTo>
                          <a:cubicBezTo>
                            <a:pt x="0" y="2370"/>
                            <a:pt x="278" y="2595"/>
                            <a:pt x="556" y="2595"/>
                          </a:cubicBezTo>
                          <a:lnTo>
                            <a:pt x="2091" y="2595"/>
                          </a:lnTo>
                          <a:cubicBezTo>
                            <a:pt x="2369" y="2595"/>
                            <a:pt x="2647" y="2370"/>
                            <a:pt x="2647" y="2092"/>
                          </a:cubicBezTo>
                          <a:lnTo>
                            <a:pt x="2647" y="556"/>
                          </a:lnTo>
                          <a:cubicBezTo>
                            <a:pt x="2647" y="226"/>
                            <a:pt x="2369" y="1"/>
                            <a:pt x="2091"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9"/>
                    <p:cNvSpPr/>
                    <p:nvPr/>
                  </p:nvSpPr>
                  <p:spPr>
                    <a:xfrm>
                      <a:off x="3501275" y="4453872"/>
                      <a:ext cx="143426" cy="143426"/>
                    </a:xfrm>
                    <a:custGeom>
                      <a:rect b="b" l="l" r="r" t="t"/>
                      <a:pathLst>
                        <a:path extrusionOk="0" h="2595" w="2595">
                          <a:moveTo>
                            <a:pt x="557" y="1"/>
                          </a:moveTo>
                          <a:cubicBezTo>
                            <a:pt x="226" y="1"/>
                            <a:pt x="1" y="226"/>
                            <a:pt x="1" y="556"/>
                          </a:cubicBezTo>
                          <a:lnTo>
                            <a:pt x="1" y="2092"/>
                          </a:lnTo>
                          <a:cubicBezTo>
                            <a:pt x="1" y="2370"/>
                            <a:pt x="226" y="2595"/>
                            <a:pt x="557" y="2595"/>
                          </a:cubicBezTo>
                          <a:lnTo>
                            <a:pt x="2105" y="2595"/>
                          </a:lnTo>
                          <a:cubicBezTo>
                            <a:pt x="2383" y="2595"/>
                            <a:pt x="2595" y="2370"/>
                            <a:pt x="2595" y="2092"/>
                          </a:cubicBezTo>
                          <a:lnTo>
                            <a:pt x="2595" y="556"/>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9"/>
                    <p:cNvSpPr/>
                    <p:nvPr/>
                  </p:nvSpPr>
                  <p:spPr>
                    <a:xfrm>
                      <a:off x="3693670" y="4453872"/>
                      <a:ext cx="143426" cy="143426"/>
                    </a:xfrm>
                    <a:custGeom>
                      <a:rect b="b" l="l" r="r" t="t"/>
                      <a:pathLst>
                        <a:path extrusionOk="0" h="2595" w="2595">
                          <a:moveTo>
                            <a:pt x="490" y="1"/>
                          </a:moveTo>
                          <a:cubicBezTo>
                            <a:pt x="226" y="1"/>
                            <a:pt x="1" y="226"/>
                            <a:pt x="1" y="556"/>
                          </a:cubicBezTo>
                          <a:lnTo>
                            <a:pt x="1" y="2092"/>
                          </a:lnTo>
                          <a:cubicBezTo>
                            <a:pt x="1" y="2370"/>
                            <a:pt x="226" y="2595"/>
                            <a:pt x="490" y="2595"/>
                          </a:cubicBezTo>
                          <a:lnTo>
                            <a:pt x="2092" y="2595"/>
                          </a:lnTo>
                          <a:cubicBezTo>
                            <a:pt x="2370" y="2595"/>
                            <a:pt x="2595" y="2370"/>
                            <a:pt x="2595" y="2092"/>
                          </a:cubicBezTo>
                          <a:lnTo>
                            <a:pt x="2595" y="556"/>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9"/>
                    <p:cNvSpPr/>
                    <p:nvPr/>
                  </p:nvSpPr>
                  <p:spPr>
                    <a:xfrm>
                      <a:off x="3309654" y="4645549"/>
                      <a:ext cx="146355" cy="146355"/>
                    </a:xfrm>
                    <a:custGeom>
                      <a:rect b="b" l="l" r="r" t="t"/>
                      <a:pathLst>
                        <a:path extrusionOk="0" h="2648" w="2648">
                          <a:moveTo>
                            <a:pt x="556" y="0"/>
                          </a:moveTo>
                          <a:cubicBezTo>
                            <a:pt x="278" y="0"/>
                            <a:pt x="0" y="278"/>
                            <a:pt x="0" y="556"/>
                          </a:cubicBezTo>
                          <a:lnTo>
                            <a:pt x="0" y="2105"/>
                          </a:lnTo>
                          <a:cubicBezTo>
                            <a:pt x="0" y="2383"/>
                            <a:pt x="278" y="2647"/>
                            <a:pt x="556" y="2647"/>
                          </a:cubicBezTo>
                          <a:lnTo>
                            <a:pt x="2091" y="2647"/>
                          </a:lnTo>
                          <a:cubicBezTo>
                            <a:pt x="2369" y="2647"/>
                            <a:pt x="2647" y="2383"/>
                            <a:pt x="2647" y="2105"/>
                          </a:cubicBezTo>
                          <a:lnTo>
                            <a:pt x="2647" y="556"/>
                          </a:lnTo>
                          <a:cubicBezTo>
                            <a:pt x="2647" y="278"/>
                            <a:pt x="2369" y="0"/>
                            <a:pt x="20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9"/>
                    <p:cNvSpPr/>
                    <p:nvPr/>
                  </p:nvSpPr>
                  <p:spPr>
                    <a:xfrm>
                      <a:off x="3501275" y="4645549"/>
                      <a:ext cx="143426" cy="146355"/>
                    </a:xfrm>
                    <a:custGeom>
                      <a:rect b="b" l="l" r="r" t="t"/>
                      <a:pathLst>
                        <a:path extrusionOk="0" h="2648" w="2595">
                          <a:moveTo>
                            <a:pt x="557" y="0"/>
                          </a:moveTo>
                          <a:cubicBezTo>
                            <a:pt x="226" y="0"/>
                            <a:pt x="1" y="278"/>
                            <a:pt x="1" y="556"/>
                          </a:cubicBezTo>
                          <a:lnTo>
                            <a:pt x="1" y="2105"/>
                          </a:lnTo>
                          <a:cubicBezTo>
                            <a:pt x="1" y="2383"/>
                            <a:pt x="226" y="2647"/>
                            <a:pt x="557" y="2647"/>
                          </a:cubicBezTo>
                          <a:lnTo>
                            <a:pt x="2105" y="2647"/>
                          </a:lnTo>
                          <a:cubicBezTo>
                            <a:pt x="2383" y="2647"/>
                            <a:pt x="2595" y="2383"/>
                            <a:pt x="2595" y="2105"/>
                          </a:cubicBezTo>
                          <a:lnTo>
                            <a:pt x="2595" y="556"/>
                          </a:lnTo>
                          <a:cubicBezTo>
                            <a:pt x="2595" y="278"/>
                            <a:pt x="2383" y="0"/>
                            <a:pt x="2105" y="0"/>
                          </a:cubicBez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9"/>
                    <p:cNvSpPr/>
                    <p:nvPr/>
                  </p:nvSpPr>
                  <p:spPr>
                    <a:xfrm>
                      <a:off x="3693670" y="4645549"/>
                      <a:ext cx="143426" cy="146355"/>
                    </a:xfrm>
                    <a:custGeom>
                      <a:rect b="b" l="l" r="r" t="t"/>
                      <a:pathLst>
                        <a:path extrusionOk="0" h="2648" w="2595">
                          <a:moveTo>
                            <a:pt x="490" y="0"/>
                          </a:moveTo>
                          <a:cubicBezTo>
                            <a:pt x="226" y="0"/>
                            <a:pt x="1" y="278"/>
                            <a:pt x="1" y="556"/>
                          </a:cubicBezTo>
                          <a:lnTo>
                            <a:pt x="1" y="2105"/>
                          </a:lnTo>
                          <a:cubicBezTo>
                            <a:pt x="1" y="2383"/>
                            <a:pt x="226" y="2647"/>
                            <a:pt x="490" y="2647"/>
                          </a:cubicBezTo>
                          <a:lnTo>
                            <a:pt x="2092" y="2647"/>
                          </a:lnTo>
                          <a:cubicBezTo>
                            <a:pt x="2370" y="2647"/>
                            <a:pt x="2595" y="2383"/>
                            <a:pt x="2595" y="2105"/>
                          </a:cubicBezTo>
                          <a:lnTo>
                            <a:pt x="2595" y="556"/>
                          </a:lnTo>
                          <a:cubicBezTo>
                            <a:pt x="2595" y="278"/>
                            <a:pt x="2370" y="0"/>
                            <a:pt x="2092"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9"/>
                    <p:cNvSpPr/>
                    <p:nvPr/>
                  </p:nvSpPr>
                  <p:spPr>
                    <a:xfrm>
                      <a:off x="3309654" y="4840873"/>
                      <a:ext cx="146355" cy="143426"/>
                    </a:xfrm>
                    <a:custGeom>
                      <a:rect b="b" l="l" r="r" t="t"/>
                      <a:pathLst>
                        <a:path extrusionOk="0" h="2595" w="2648">
                          <a:moveTo>
                            <a:pt x="556" y="0"/>
                          </a:moveTo>
                          <a:cubicBezTo>
                            <a:pt x="278" y="0"/>
                            <a:pt x="0" y="225"/>
                            <a:pt x="0" y="503"/>
                          </a:cubicBezTo>
                          <a:lnTo>
                            <a:pt x="0" y="2091"/>
                          </a:lnTo>
                          <a:cubicBezTo>
                            <a:pt x="0" y="2369"/>
                            <a:pt x="278" y="2594"/>
                            <a:pt x="556" y="2594"/>
                          </a:cubicBezTo>
                          <a:lnTo>
                            <a:pt x="2091" y="2594"/>
                          </a:lnTo>
                          <a:cubicBezTo>
                            <a:pt x="2369" y="2594"/>
                            <a:pt x="2647" y="2369"/>
                            <a:pt x="2647" y="2091"/>
                          </a:cubicBezTo>
                          <a:lnTo>
                            <a:pt x="2647" y="503"/>
                          </a:lnTo>
                          <a:cubicBezTo>
                            <a:pt x="2647" y="225"/>
                            <a:pt x="2369" y="0"/>
                            <a:pt x="20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9"/>
                    <p:cNvSpPr/>
                    <p:nvPr/>
                  </p:nvSpPr>
                  <p:spPr>
                    <a:xfrm>
                      <a:off x="3501275" y="4840873"/>
                      <a:ext cx="143426" cy="143426"/>
                    </a:xfrm>
                    <a:custGeom>
                      <a:rect b="b" l="l" r="r" t="t"/>
                      <a:pathLst>
                        <a:path extrusionOk="0" h="2595" w="2595">
                          <a:moveTo>
                            <a:pt x="557" y="0"/>
                          </a:moveTo>
                          <a:cubicBezTo>
                            <a:pt x="226" y="0"/>
                            <a:pt x="1" y="225"/>
                            <a:pt x="1" y="503"/>
                          </a:cubicBezTo>
                          <a:lnTo>
                            <a:pt x="1" y="2091"/>
                          </a:lnTo>
                          <a:cubicBezTo>
                            <a:pt x="1" y="2369"/>
                            <a:pt x="226" y="2594"/>
                            <a:pt x="557" y="2594"/>
                          </a:cubicBezTo>
                          <a:lnTo>
                            <a:pt x="2105" y="2594"/>
                          </a:lnTo>
                          <a:cubicBezTo>
                            <a:pt x="2383" y="2594"/>
                            <a:pt x="2595" y="2369"/>
                            <a:pt x="2595" y="2091"/>
                          </a:cubicBezTo>
                          <a:lnTo>
                            <a:pt x="2595" y="503"/>
                          </a:lnTo>
                          <a:cubicBezTo>
                            <a:pt x="2595" y="225"/>
                            <a:pt x="2383" y="0"/>
                            <a:pt x="2105"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9"/>
                    <p:cNvSpPr/>
                    <p:nvPr/>
                  </p:nvSpPr>
                  <p:spPr>
                    <a:xfrm>
                      <a:off x="3693670" y="4840873"/>
                      <a:ext cx="143426" cy="143426"/>
                    </a:xfrm>
                    <a:custGeom>
                      <a:rect b="b" l="l" r="r" t="t"/>
                      <a:pathLst>
                        <a:path extrusionOk="0" h="2595" w="2595">
                          <a:moveTo>
                            <a:pt x="490" y="0"/>
                          </a:moveTo>
                          <a:cubicBezTo>
                            <a:pt x="226" y="0"/>
                            <a:pt x="1" y="225"/>
                            <a:pt x="1" y="503"/>
                          </a:cubicBezTo>
                          <a:lnTo>
                            <a:pt x="1" y="2091"/>
                          </a:lnTo>
                          <a:cubicBezTo>
                            <a:pt x="1" y="2369"/>
                            <a:pt x="226" y="2594"/>
                            <a:pt x="490" y="2594"/>
                          </a:cubicBezTo>
                          <a:lnTo>
                            <a:pt x="2092" y="2594"/>
                          </a:lnTo>
                          <a:cubicBezTo>
                            <a:pt x="2370" y="2594"/>
                            <a:pt x="2595" y="2369"/>
                            <a:pt x="2595" y="2091"/>
                          </a:cubicBezTo>
                          <a:lnTo>
                            <a:pt x="2595" y="503"/>
                          </a:lnTo>
                          <a:cubicBezTo>
                            <a:pt x="2595" y="225"/>
                            <a:pt x="2370" y="0"/>
                            <a:pt x="2092"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9"/>
                    <p:cNvSpPr/>
                    <p:nvPr/>
                  </p:nvSpPr>
                  <p:spPr>
                    <a:xfrm>
                      <a:off x="3855335" y="4185426"/>
                      <a:ext cx="243685" cy="866136"/>
                    </a:xfrm>
                    <a:custGeom>
                      <a:rect b="b" l="l" r="r" t="t"/>
                      <a:pathLst>
                        <a:path extrusionOk="0" h="15671" w="4409">
                          <a:moveTo>
                            <a:pt x="2595" y="1377"/>
                          </a:moveTo>
                          <a:cubicBezTo>
                            <a:pt x="2926" y="1377"/>
                            <a:pt x="3137" y="1602"/>
                            <a:pt x="3137" y="1880"/>
                          </a:cubicBezTo>
                          <a:lnTo>
                            <a:pt x="3137" y="3428"/>
                          </a:lnTo>
                          <a:cubicBezTo>
                            <a:pt x="3137" y="3759"/>
                            <a:pt x="2926" y="3971"/>
                            <a:pt x="2595" y="3971"/>
                          </a:cubicBezTo>
                          <a:lnTo>
                            <a:pt x="1046" y="3971"/>
                          </a:lnTo>
                          <a:cubicBezTo>
                            <a:pt x="768" y="3971"/>
                            <a:pt x="543" y="3759"/>
                            <a:pt x="543" y="3428"/>
                          </a:cubicBezTo>
                          <a:lnTo>
                            <a:pt x="543" y="1880"/>
                          </a:lnTo>
                          <a:cubicBezTo>
                            <a:pt x="543" y="1602"/>
                            <a:pt x="768" y="1377"/>
                            <a:pt x="1046" y="1377"/>
                          </a:cubicBezTo>
                          <a:close/>
                          <a:moveTo>
                            <a:pt x="2595" y="4858"/>
                          </a:moveTo>
                          <a:cubicBezTo>
                            <a:pt x="2926" y="4858"/>
                            <a:pt x="3137" y="5083"/>
                            <a:pt x="3137" y="5413"/>
                          </a:cubicBezTo>
                          <a:lnTo>
                            <a:pt x="3137" y="6949"/>
                          </a:lnTo>
                          <a:cubicBezTo>
                            <a:pt x="3137" y="7227"/>
                            <a:pt x="2926" y="7452"/>
                            <a:pt x="2595" y="7452"/>
                          </a:cubicBezTo>
                          <a:lnTo>
                            <a:pt x="1046" y="7452"/>
                          </a:lnTo>
                          <a:cubicBezTo>
                            <a:pt x="768" y="7452"/>
                            <a:pt x="543" y="7227"/>
                            <a:pt x="543" y="6949"/>
                          </a:cubicBezTo>
                          <a:lnTo>
                            <a:pt x="543" y="5413"/>
                          </a:lnTo>
                          <a:cubicBezTo>
                            <a:pt x="543" y="5083"/>
                            <a:pt x="768" y="4858"/>
                            <a:pt x="1046" y="4858"/>
                          </a:cubicBezTo>
                          <a:close/>
                          <a:moveTo>
                            <a:pt x="2595" y="8325"/>
                          </a:moveTo>
                          <a:cubicBezTo>
                            <a:pt x="2926" y="8325"/>
                            <a:pt x="3137" y="8603"/>
                            <a:pt x="3137" y="8881"/>
                          </a:cubicBezTo>
                          <a:lnTo>
                            <a:pt x="3137" y="13950"/>
                          </a:lnTo>
                          <a:cubicBezTo>
                            <a:pt x="3137" y="14228"/>
                            <a:pt x="2926" y="14453"/>
                            <a:pt x="2595" y="14453"/>
                          </a:cubicBezTo>
                          <a:lnTo>
                            <a:pt x="1046" y="14453"/>
                          </a:lnTo>
                          <a:cubicBezTo>
                            <a:pt x="768" y="14453"/>
                            <a:pt x="543" y="14228"/>
                            <a:pt x="543" y="13950"/>
                          </a:cubicBezTo>
                          <a:lnTo>
                            <a:pt x="543" y="8881"/>
                          </a:lnTo>
                          <a:cubicBezTo>
                            <a:pt x="543" y="8603"/>
                            <a:pt x="768" y="8325"/>
                            <a:pt x="1046" y="8325"/>
                          </a:cubicBezTo>
                          <a:close/>
                          <a:moveTo>
                            <a:pt x="1" y="0"/>
                          </a:moveTo>
                          <a:lnTo>
                            <a:pt x="1" y="15671"/>
                          </a:lnTo>
                          <a:lnTo>
                            <a:pt x="3415" y="15671"/>
                          </a:lnTo>
                          <a:cubicBezTo>
                            <a:pt x="3521" y="15671"/>
                            <a:pt x="3693" y="15605"/>
                            <a:pt x="3799" y="15605"/>
                          </a:cubicBezTo>
                          <a:cubicBezTo>
                            <a:pt x="4183" y="15446"/>
                            <a:pt x="4408" y="15009"/>
                            <a:pt x="4408" y="14559"/>
                          </a:cubicBezTo>
                          <a:lnTo>
                            <a:pt x="4408"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9"/>
                    <p:cNvSpPr/>
                    <p:nvPr/>
                  </p:nvSpPr>
                  <p:spPr>
                    <a:xfrm>
                      <a:off x="3855335" y="3795496"/>
                      <a:ext cx="243685" cy="389985"/>
                    </a:xfrm>
                    <a:custGeom>
                      <a:rect b="b" l="l" r="r" t="t"/>
                      <a:pathLst>
                        <a:path extrusionOk="0" h="7056" w="4409">
                          <a:moveTo>
                            <a:pt x="1" y="1"/>
                          </a:moveTo>
                          <a:lnTo>
                            <a:pt x="1" y="1986"/>
                          </a:lnTo>
                          <a:lnTo>
                            <a:pt x="2423" y="1986"/>
                          </a:lnTo>
                          <a:cubicBezTo>
                            <a:pt x="2807" y="1986"/>
                            <a:pt x="3085" y="2264"/>
                            <a:pt x="3085" y="2648"/>
                          </a:cubicBezTo>
                          <a:lnTo>
                            <a:pt x="3085" y="4633"/>
                          </a:lnTo>
                          <a:cubicBezTo>
                            <a:pt x="3085" y="5017"/>
                            <a:pt x="2807" y="5295"/>
                            <a:pt x="2423" y="5295"/>
                          </a:cubicBezTo>
                          <a:lnTo>
                            <a:pt x="1" y="5295"/>
                          </a:lnTo>
                          <a:lnTo>
                            <a:pt x="1" y="7055"/>
                          </a:lnTo>
                          <a:lnTo>
                            <a:pt x="4408" y="7055"/>
                          </a:lnTo>
                          <a:lnTo>
                            <a:pt x="4408" y="1099"/>
                          </a:lnTo>
                          <a:cubicBezTo>
                            <a:pt x="4408" y="491"/>
                            <a:pt x="4024" y="1"/>
                            <a:pt x="34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9"/>
                    <p:cNvSpPr/>
                    <p:nvPr/>
                  </p:nvSpPr>
                  <p:spPr>
                    <a:xfrm>
                      <a:off x="3855335" y="3905262"/>
                      <a:ext cx="170508" cy="182888"/>
                    </a:xfrm>
                    <a:custGeom>
                      <a:rect b="b" l="l" r="r" t="t"/>
                      <a:pathLst>
                        <a:path extrusionOk="0" h="3309" w="3085">
                          <a:moveTo>
                            <a:pt x="1" y="0"/>
                          </a:moveTo>
                          <a:lnTo>
                            <a:pt x="1" y="768"/>
                          </a:lnTo>
                          <a:lnTo>
                            <a:pt x="1761" y="768"/>
                          </a:lnTo>
                          <a:lnTo>
                            <a:pt x="1761" y="2594"/>
                          </a:lnTo>
                          <a:lnTo>
                            <a:pt x="1" y="2594"/>
                          </a:lnTo>
                          <a:lnTo>
                            <a:pt x="1" y="3309"/>
                          </a:lnTo>
                          <a:lnTo>
                            <a:pt x="2423" y="3309"/>
                          </a:lnTo>
                          <a:cubicBezTo>
                            <a:pt x="2807" y="3309"/>
                            <a:pt x="3085" y="3031"/>
                            <a:pt x="3085" y="2647"/>
                          </a:cubicBezTo>
                          <a:lnTo>
                            <a:pt x="3085" y="662"/>
                          </a:lnTo>
                          <a:cubicBezTo>
                            <a:pt x="3085" y="278"/>
                            <a:pt x="2807" y="0"/>
                            <a:pt x="2423"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9"/>
                    <p:cNvSpPr/>
                    <p:nvPr/>
                  </p:nvSpPr>
                  <p:spPr>
                    <a:xfrm>
                      <a:off x="3723681" y="3945499"/>
                      <a:ext cx="35870" cy="100260"/>
                    </a:xfrm>
                    <a:custGeom>
                      <a:rect b="b" l="l" r="r" t="t"/>
                      <a:pathLst>
                        <a:path extrusionOk="0" h="1814" w="649">
                          <a:moveTo>
                            <a:pt x="80" y="0"/>
                          </a:moveTo>
                          <a:cubicBezTo>
                            <a:pt x="67" y="0"/>
                            <a:pt x="40" y="13"/>
                            <a:pt x="27" y="13"/>
                          </a:cubicBezTo>
                          <a:cubicBezTo>
                            <a:pt x="14" y="27"/>
                            <a:pt x="0" y="40"/>
                            <a:pt x="0" y="66"/>
                          </a:cubicBezTo>
                          <a:cubicBezTo>
                            <a:pt x="0" y="93"/>
                            <a:pt x="14" y="106"/>
                            <a:pt x="27" y="106"/>
                          </a:cubicBezTo>
                          <a:cubicBezTo>
                            <a:pt x="40" y="106"/>
                            <a:pt x="67" y="119"/>
                            <a:pt x="80" y="119"/>
                          </a:cubicBezTo>
                          <a:lnTo>
                            <a:pt x="278" y="119"/>
                          </a:lnTo>
                          <a:cubicBezTo>
                            <a:pt x="278" y="132"/>
                            <a:pt x="292" y="132"/>
                            <a:pt x="292" y="146"/>
                          </a:cubicBezTo>
                          <a:cubicBezTo>
                            <a:pt x="292" y="146"/>
                            <a:pt x="292" y="159"/>
                            <a:pt x="292" y="172"/>
                          </a:cubicBezTo>
                          <a:cubicBezTo>
                            <a:pt x="292" y="172"/>
                            <a:pt x="292" y="185"/>
                            <a:pt x="292" y="185"/>
                          </a:cubicBezTo>
                          <a:cubicBezTo>
                            <a:pt x="292" y="225"/>
                            <a:pt x="292" y="265"/>
                            <a:pt x="292" y="305"/>
                          </a:cubicBezTo>
                          <a:cubicBezTo>
                            <a:pt x="292" y="331"/>
                            <a:pt x="292" y="371"/>
                            <a:pt x="292" y="424"/>
                          </a:cubicBezTo>
                          <a:cubicBezTo>
                            <a:pt x="292" y="463"/>
                            <a:pt x="292" y="516"/>
                            <a:pt x="292" y="582"/>
                          </a:cubicBezTo>
                          <a:cubicBezTo>
                            <a:pt x="292" y="635"/>
                            <a:pt x="292" y="715"/>
                            <a:pt x="292" y="794"/>
                          </a:cubicBezTo>
                          <a:cubicBezTo>
                            <a:pt x="278" y="913"/>
                            <a:pt x="278" y="1006"/>
                            <a:pt x="278" y="1085"/>
                          </a:cubicBezTo>
                          <a:cubicBezTo>
                            <a:pt x="278" y="1165"/>
                            <a:pt x="278" y="1231"/>
                            <a:pt x="278" y="1284"/>
                          </a:cubicBezTo>
                          <a:cubicBezTo>
                            <a:pt x="278" y="1350"/>
                            <a:pt x="278" y="1403"/>
                            <a:pt x="265" y="1443"/>
                          </a:cubicBezTo>
                          <a:cubicBezTo>
                            <a:pt x="265" y="1496"/>
                            <a:pt x="265" y="1549"/>
                            <a:pt x="265" y="1602"/>
                          </a:cubicBezTo>
                          <a:cubicBezTo>
                            <a:pt x="265" y="1628"/>
                            <a:pt x="252" y="1641"/>
                            <a:pt x="239" y="1655"/>
                          </a:cubicBezTo>
                          <a:cubicBezTo>
                            <a:pt x="225" y="1668"/>
                            <a:pt x="212" y="1681"/>
                            <a:pt x="186" y="1694"/>
                          </a:cubicBezTo>
                          <a:lnTo>
                            <a:pt x="133" y="1694"/>
                          </a:lnTo>
                          <a:cubicBezTo>
                            <a:pt x="119" y="1694"/>
                            <a:pt x="93" y="1707"/>
                            <a:pt x="80" y="1707"/>
                          </a:cubicBezTo>
                          <a:lnTo>
                            <a:pt x="27" y="1707"/>
                          </a:lnTo>
                          <a:cubicBezTo>
                            <a:pt x="14" y="1721"/>
                            <a:pt x="0" y="1734"/>
                            <a:pt x="0" y="1760"/>
                          </a:cubicBezTo>
                          <a:cubicBezTo>
                            <a:pt x="0" y="1774"/>
                            <a:pt x="14" y="1787"/>
                            <a:pt x="27" y="1800"/>
                          </a:cubicBezTo>
                          <a:cubicBezTo>
                            <a:pt x="53" y="1800"/>
                            <a:pt x="80" y="1813"/>
                            <a:pt x="106" y="1813"/>
                          </a:cubicBezTo>
                          <a:lnTo>
                            <a:pt x="596" y="1813"/>
                          </a:lnTo>
                          <a:cubicBezTo>
                            <a:pt x="609" y="1813"/>
                            <a:pt x="622" y="1800"/>
                            <a:pt x="622" y="1800"/>
                          </a:cubicBezTo>
                          <a:cubicBezTo>
                            <a:pt x="636" y="1787"/>
                            <a:pt x="649" y="1774"/>
                            <a:pt x="649" y="1760"/>
                          </a:cubicBezTo>
                          <a:cubicBezTo>
                            <a:pt x="649" y="1734"/>
                            <a:pt x="636" y="1721"/>
                            <a:pt x="622" y="1707"/>
                          </a:cubicBezTo>
                          <a:cubicBezTo>
                            <a:pt x="609" y="1694"/>
                            <a:pt x="583" y="1694"/>
                            <a:pt x="569" y="1694"/>
                          </a:cubicBezTo>
                          <a:lnTo>
                            <a:pt x="424" y="1694"/>
                          </a:lnTo>
                          <a:lnTo>
                            <a:pt x="464" y="66"/>
                          </a:lnTo>
                          <a:cubicBezTo>
                            <a:pt x="464" y="40"/>
                            <a:pt x="450" y="27"/>
                            <a:pt x="450" y="13"/>
                          </a:cubicBezTo>
                          <a:cubicBezTo>
                            <a:pt x="450" y="0"/>
                            <a:pt x="437" y="0"/>
                            <a:pt x="41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9"/>
                    <p:cNvSpPr/>
                    <p:nvPr/>
                  </p:nvSpPr>
                  <p:spPr>
                    <a:xfrm>
                      <a:off x="3764636" y="3944007"/>
                      <a:ext cx="63671" cy="102471"/>
                    </a:xfrm>
                    <a:custGeom>
                      <a:rect b="b" l="l" r="r" t="t"/>
                      <a:pathLst>
                        <a:path extrusionOk="0" h="1854" w="1152">
                          <a:moveTo>
                            <a:pt x="596" y="1"/>
                          </a:moveTo>
                          <a:cubicBezTo>
                            <a:pt x="503" y="1"/>
                            <a:pt x="424" y="27"/>
                            <a:pt x="358" y="54"/>
                          </a:cubicBezTo>
                          <a:cubicBezTo>
                            <a:pt x="292" y="93"/>
                            <a:pt x="226" y="133"/>
                            <a:pt x="186" y="186"/>
                          </a:cubicBezTo>
                          <a:cubicBezTo>
                            <a:pt x="133" y="239"/>
                            <a:pt x="106" y="292"/>
                            <a:pt x="80" y="345"/>
                          </a:cubicBezTo>
                          <a:cubicBezTo>
                            <a:pt x="53" y="398"/>
                            <a:pt x="40" y="437"/>
                            <a:pt x="40" y="477"/>
                          </a:cubicBezTo>
                          <a:cubicBezTo>
                            <a:pt x="40" y="477"/>
                            <a:pt x="40" y="490"/>
                            <a:pt x="40" y="504"/>
                          </a:cubicBezTo>
                          <a:cubicBezTo>
                            <a:pt x="40" y="517"/>
                            <a:pt x="53" y="543"/>
                            <a:pt x="53" y="557"/>
                          </a:cubicBezTo>
                          <a:cubicBezTo>
                            <a:pt x="67" y="570"/>
                            <a:pt x="67" y="583"/>
                            <a:pt x="80" y="596"/>
                          </a:cubicBezTo>
                          <a:cubicBezTo>
                            <a:pt x="106" y="609"/>
                            <a:pt x="120" y="609"/>
                            <a:pt x="146" y="609"/>
                          </a:cubicBezTo>
                          <a:cubicBezTo>
                            <a:pt x="186" y="609"/>
                            <a:pt x="212" y="596"/>
                            <a:pt x="239" y="583"/>
                          </a:cubicBezTo>
                          <a:cubicBezTo>
                            <a:pt x="252" y="570"/>
                            <a:pt x="265" y="543"/>
                            <a:pt x="265" y="504"/>
                          </a:cubicBezTo>
                          <a:cubicBezTo>
                            <a:pt x="265" y="490"/>
                            <a:pt x="265" y="477"/>
                            <a:pt x="252" y="477"/>
                          </a:cubicBezTo>
                          <a:cubicBezTo>
                            <a:pt x="252" y="464"/>
                            <a:pt x="252" y="451"/>
                            <a:pt x="239" y="451"/>
                          </a:cubicBezTo>
                          <a:lnTo>
                            <a:pt x="226" y="424"/>
                          </a:lnTo>
                          <a:cubicBezTo>
                            <a:pt x="212" y="424"/>
                            <a:pt x="212" y="411"/>
                            <a:pt x="212" y="398"/>
                          </a:cubicBezTo>
                          <a:cubicBezTo>
                            <a:pt x="212" y="384"/>
                            <a:pt x="226" y="371"/>
                            <a:pt x="239" y="345"/>
                          </a:cubicBezTo>
                          <a:cubicBezTo>
                            <a:pt x="252" y="305"/>
                            <a:pt x="278" y="279"/>
                            <a:pt x="318" y="252"/>
                          </a:cubicBezTo>
                          <a:cubicBezTo>
                            <a:pt x="345" y="226"/>
                            <a:pt x="384" y="199"/>
                            <a:pt x="424" y="173"/>
                          </a:cubicBezTo>
                          <a:cubicBezTo>
                            <a:pt x="464" y="146"/>
                            <a:pt x="517" y="133"/>
                            <a:pt x="570" y="133"/>
                          </a:cubicBezTo>
                          <a:cubicBezTo>
                            <a:pt x="636" y="133"/>
                            <a:pt x="676" y="146"/>
                            <a:pt x="715" y="173"/>
                          </a:cubicBezTo>
                          <a:cubicBezTo>
                            <a:pt x="755" y="186"/>
                            <a:pt x="795" y="212"/>
                            <a:pt x="821" y="239"/>
                          </a:cubicBezTo>
                          <a:cubicBezTo>
                            <a:pt x="848" y="279"/>
                            <a:pt x="861" y="305"/>
                            <a:pt x="874" y="345"/>
                          </a:cubicBezTo>
                          <a:cubicBezTo>
                            <a:pt x="887" y="384"/>
                            <a:pt x="887" y="411"/>
                            <a:pt x="887" y="451"/>
                          </a:cubicBezTo>
                          <a:cubicBezTo>
                            <a:pt x="887" y="530"/>
                            <a:pt x="874" y="596"/>
                            <a:pt x="848" y="676"/>
                          </a:cubicBezTo>
                          <a:cubicBezTo>
                            <a:pt x="821" y="768"/>
                            <a:pt x="781" y="848"/>
                            <a:pt x="742" y="927"/>
                          </a:cubicBezTo>
                          <a:cubicBezTo>
                            <a:pt x="689" y="1007"/>
                            <a:pt x="636" y="1099"/>
                            <a:pt x="583" y="1179"/>
                          </a:cubicBezTo>
                          <a:cubicBezTo>
                            <a:pt x="530" y="1258"/>
                            <a:pt x="464" y="1337"/>
                            <a:pt x="398" y="1404"/>
                          </a:cubicBezTo>
                          <a:cubicBezTo>
                            <a:pt x="345" y="1470"/>
                            <a:pt x="278" y="1536"/>
                            <a:pt x="212" y="1602"/>
                          </a:cubicBezTo>
                          <a:cubicBezTo>
                            <a:pt x="159" y="1655"/>
                            <a:pt x="93" y="1708"/>
                            <a:pt x="53" y="1748"/>
                          </a:cubicBezTo>
                          <a:cubicBezTo>
                            <a:pt x="40" y="1761"/>
                            <a:pt x="27" y="1761"/>
                            <a:pt x="14" y="1774"/>
                          </a:cubicBezTo>
                          <a:cubicBezTo>
                            <a:pt x="1" y="1787"/>
                            <a:pt x="1" y="1787"/>
                            <a:pt x="1" y="1801"/>
                          </a:cubicBezTo>
                          <a:cubicBezTo>
                            <a:pt x="1" y="1814"/>
                            <a:pt x="1" y="1827"/>
                            <a:pt x="14" y="1840"/>
                          </a:cubicBezTo>
                          <a:cubicBezTo>
                            <a:pt x="27" y="1854"/>
                            <a:pt x="40" y="1854"/>
                            <a:pt x="67" y="1854"/>
                          </a:cubicBezTo>
                          <a:cubicBezTo>
                            <a:pt x="80" y="1854"/>
                            <a:pt x="106" y="1854"/>
                            <a:pt x="120" y="1840"/>
                          </a:cubicBezTo>
                          <a:cubicBezTo>
                            <a:pt x="146" y="1840"/>
                            <a:pt x="146" y="1840"/>
                            <a:pt x="159" y="1827"/>
                          </a:cubicBezTo>
                          <a:lnTo>
                            <a:pt x="676" y="1827"/>
                          </a:lnTo>
                          <a:cubicBezTo>
                            <a:pt x="715" y="1827"/>
                            <a:pt x="768" y="1827"/>
                            <a:pt x="808" y="1840"/>
                          </a:cubicBezTo>
                          <a:lnTo>
                            <a:pt x="953" y="1840"/>
                          </a:lnTo>
                          <a:cubicBezTo>
                            <a:pt x="967" y="1840"/>
                            <a:pt x="967" y="1827"/>
                            <a:pt x="980" y="1827"/>
                          </a:cubicBezTo>
                          <a:cubicBezTo>
                            <a:pt x="1006" y="1814"/>
                            <a:pt x="1020" y="1801"/>
                            <a:pt x="1020" y="1787"/>
                          </a:cubicBezTo>
                          <a:cubicBezTo>
                            <a:pt x="1059" y="1721"/>
                            <a:pt x="1099" y="1668"/>
                            <a:pt x="1112" y="1629"/>
                          </a:cubicBezTo>
                          <a:cubicBezTo>
                            <a:pt x="1139" y="1589"/>
                            <a:pt x="1152" y="1576"/>
                            <a:pt x="1152" y="1562"/>
                          </a:cubicBezTo>
                          <a:cubicBezTo>
                            <a:pt x="1152" y="1536"/>
                            <a:pt x="1139" y="1523"/>
                            <a:pt x="1126" y="1523"/>
                          </a:cubicBezTo>
                          <a:cubicBezTo>
                            <a:pt x="1112" y="1509"/>
                            <a:pt x="1099" y="1509"/>
                            <a:pt x="1086" y="1509"/>
                          </a:cubicBezTo>
                          <a:cubicBezTo>
                            <a:pt x="1059" y="1509"/>
                            <a:pt x="1046" y="1509"/>
                            <a:pt x="1033" y="1523"/>
                          </a:cubicBezTo>
                          <a:cubicBezTo>
                            <a:pt x="1020" y="1536"/>
                            <a:pt x="1020" y="1549"/>
                            <a:pt x="1006" y="1562"/>
                          </a:cubicBezTo>
                          <a:lnTo>
                            <a:pt x="953" y="1655"/>
                          </a:lnTo>
                          <a:cubicBezTo>
                            <a:pt x="940" y="1668"/>
                            <a:pt x="927" y="1682"/>
                            <a:pt x="914" y="1682"/>
                          </a:cubicBezTo>
                          <a:cubicBezTo>
                            <a:pt x="914" y="1695"/>
                            <a:pt x="901" y="1695"/>
                            <a:pt x="887" y="1695"/>
                          </a:cubicBezTo>
                          <a:lnTo>
                            <a:pt x="464" y="1695"/>
                          </a:lnTo>
                          <a:cubicBezTo>
                            <a:pt x="398" y="1695"/>
                            <a:pt x="345" y="1682"/>
                            <a:pt x="292" y="1682"/>
                          </a:cubicBezTo>
                          <a:cubicBezTo>
                            <a:pt x="331" y="1642"/>
                            <a:pt x="384" y="1602"/>
                            <a:pt x="437" y="1536"/>
                          </a:cubicBezTo>
                          <a:cubicBezTo>
                            <a:pt x="490" y="1483"/>
                            <a:pt x="543" y="1417"/>
                            <a:pt x="609" y="1351"/>
                          </a:cubicBezTo>
                          <a:cubicBezTo>
                            <a:pt x="662" y="1284"/>
                            <a:pt x="715" y="1218"/>
                            <a:pt x="768" y="1139"/>
                          </a:cubicBezTo>
                          <a:cubicBezTo>
                            <a:pt x="821" y="1073"/>
                            <a:pt x="874" y="993"/>
                            <a:pt x="914" y="914"/>
                          </a:cubicBezTo>
                          <a:cubicBezTo>
                            <a:pt x="953" y="834"/>
                            <a:pt x="993" y="768"/>
                            <a:pt x="1006" y="689"/>
                          </a:cubicBezTo>
                          <a:cubicBezTo>
                            <a:pt x="1033" y="609"/>
                            <a:pt x="1046" y="530"/>
                            <a:pt x="1046" y="451"/>
                          </a:cubicBezTo>
                          <a:cubicBezTo>
                            <a:pt x="1046" y="398"/>
                            <a:pt x="1046" y="332"/>
                            <a:pt x="1033" y="279"/>
                          </a:cubicBezTo>
                          <a:cubicBezTo>
                            <a:pt x="1006" y="226"/>
                            <a:pt x="980" y="173"/>
                            <a:pt x="953" y="133"/>
                          </a:cubicBezTo>
                          <a:cubicBezTo>
                            <a:pt x="914" y="93"/>
                            <a:pt x="861" y="67"/>
                            <a:pt x="808" y="40"/>
                          </a:cubicBezTo>
                          <a:cubicBezTo>
                            <a:pt x="755" y="14"/>
                            <a:pt x="676" y="1"/>
                            <a:pt x="596"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9"/>
                    <p:cNvSpPr/>
                    <p:nvPr/>
                  </p:nvSpPr>
                  <p:spPr>
                    <a:xfrm>
                      <a:off x="3829745" y="3991539"/>
                      <a:ext cx="65882" cy="57149"/>
                    </a:xfrm>
                    <a:custGeom>
                      <a:rect b="b" l="l" r="r" t="t"/>
                      <a:pathLst>
                        <a:path extrusionOk="0" h="1034" w="1192">
                          <a:moveTo>
                            <a:pt x="173" y="1"/>
                          </a:moveTo>
                          <a:cubicBezTo>
                            <a:pt x="93" y="1"/>
                            <a:pt x="53" y="1"/>
                            <a:pt x="27" y="14"/>
                          </a:cubicBezTo>
                          <a:cubicBezTo>
                            <a:pt x="14" y="27"/>
                            <a:pt x="0" y="41"/>
                            <a:pt x="0" y="67"/>
                          </a:cubicBezTo>
                          <a:cubicBezTo>
                            <a:pt x="0" y="80"/>
                            <a:pt x="14" y="107"/>
                            <a:pt x="27" y="107"/>
                          </a:cubicBezTo>
                          <a:cubicBezTo>
                            <a:pt x="53" y="120"/>
                            <a:pt x="80" y="120"/>
                            <a:pt x="120" y="120"/>
                          </a:cubicBezTo>
                          <a:cubicBezTo>
                            <a:pt x="159" y="120"/>
                            <a:pt x="186" y="133"/>
                            <a:pt x="199" y="147"/>
                          </a:cubicBezTo>
                          <a:cubicBezTo>
                            <a:pt x="212" y="147"/>
                            <a:pt x="239" y="173"/>
                            <a:pt x="265" y="199"/>
                          </a:cubicBezTo>
                          <a:lnTo>
                            <a:pt x="490" y="517"/>
                          </a:lnTo>
                          <a:lnTo>
                            <a:pt x="450" y="557"/>
                          </a:lnTo>
                          <a:lnTo>
                            <a:pt x="424" y="610"/>
                          </a:lnTo>
                          <a:lnTo>
                            <a:pt x="371" y="676"/>
                          </a:lnTo>
                          <a:cubicBezTo>
                            <a:pt x="345" y="702"/>
                            <a:pt x="318" y="742"/>
                            <a:pt x="278" y="795"/>
                          </a:cubicBezTo>
                          <a:cubicBezTo>
                            <a:pt x="265" y="808"/>
                            <a:pt x="252" y="822"/>
                            <a:pt x="239" y="835"/>
                          </a:cubicBezTo>
                          <a:cubicBezTo>
                            <a:pt x="225" y="835"/>
                            <a:pt x="199" y="835"/>
                            <a:pt x="186" y="848"/>
                          </a:cubicBezTo>
                          <a:cubicBezTo>
                            <a:pt x="146" y="848"/>
                            <a:pt x="120" y="848"/>
                            <a:pt x="93" y="861"/>
                          </a:cubicBezTo>
                          <a:cubicBezTo>
                            <a:pt x="67" y="874"/>
                            <a:pt x="53" y="888"/>
                            <a:pt x="53" y="914"/>
                          </a:cubicBezTo>
                          <a:cubicBezTo>
                            <a:pt x="53" y="927"/>
                            <a:pt x="53" y="941"/>
                            <a:pt x="53" y="941"/>
                          </a:cubicBezTo>
                          <a:cubicBezTo>
                            <a:pt x="67" y="954"/>
                            <a:pt x="67" y="954"/>
                            <a:pt x="80" y="967"/>
                          </a:cubicBezTo>
                          <a:lnTo>
                            <a:pt x="398" y="967"/>
                          </a:lnTo>
                          <a:cubicBezTo>
                            <a:pt x="398" y="967"/>
                            <a:pt x="411" y="967"/>
                            <a:pt x="424" y="980"/>
                          </a:cubicBezTo>
                          <a:lnTo>
                            <a:pt x="477" y="980"/>
                          </a:lnTo>
                          <a:cubicBezTo>
                            <a:pt x="490" y="980"/>
                            <a:pt x="517" y="967"/>
                            <a:pt x="530" y="967"/>
                          </a:cubicBezTo>
                          <a:cubicBezTo>
                            <a:pt x="556" y="954"/>
                            <a:pt x="570" y="941"/>
                            <a:pt x="570" y="914"/>
                          </a:cubicBezTo>
                          <a:cubicBezTo>
                            <a:pt x="570" y="901"/>
                            <a:pt x="556" y="901"/>
                            <a:pt x="556" y="888"/>
                          </a:cubicBezTo>
                          <a:cubicBezTo>
                            <a:pt x="543" y="861"/>
                            <a:pt x="503" y="861"/>
                            <a:pt x="464" y="861"/>
                          </a:cubicBezTo>
                          <a:cubicBezTo>
                            <a:pt x="450" y="861"/>
                            <a:pt x="437" y="861"/>
                            <a:pt x="424" y="848"/>
                          </a:cubicBezTo>
                          <a:cubicBezTo>
                            <a:pt x="424" y="848"/>
                            <a:pt x="424" y="848"/>
                            <a:pt x="424" y="835"/>
                          </a:cubicBezTo>
                          <a:cubicBezTo>
                            <a:pt x="424" y="835"/>
                            <a:pt x="424" y="822"/>
                            <a:pt x="437" y="808"/>
                          </a:cubicBezTo>
                          <a:cubicBezTo>
                            <a:pt x="450" y="782"/>
                            <a:pt x="464" y="782"/>
                            <a:pt x="464" y="769"/>
                          </a:cubicBezTo>
                          <a:cubicBezTo>
                            <a:pt x="490" y="742"/>
                            <a:pt x="503" y="729"/>
                            <a:pt x="517" y="702"/>
                          </a:cubicBezTo>
                          <a:cubicBezTo>
                            <a:pt x="530" y="689"/>
                            <a:pt x="543" y="663"/>
                            <a:pt x="570" y="636"/>
                          </a:cubicBezTo>
                          <a:cubicBezTo>
                            <a:pt x="583" y="649"/>
                            <a:pt x="609" y="676"/>
                            <a:pt x="623" y="716"/>
                          </a:cubicBezTo>
                          <a:cubicBezTo>
                            <a:pt x="649" y="742"/>
                            <a:pt x="662" y="755"/>
                            <a:pt x="689" y="782"/>
                          </a:cubicBezTo>
                          <a:cubicBezTo>
                            <a:pt x="702" y="808"/>
                            <a:pt x="715" y="835"/>
                            <a:pt x="728" y="848"/>
                          </a:cubicBezTo>
                          <a:cubicBezTo>
                            <a:pt x="728" y="861"/>
                            <a:pt x="742" y="874"/>
                            <a:pt x="742" y="888"/>
                          </a:cubicBezTo>
                          <a:cubicBezTo>
                            <a:pt x="742" y="901"/>
                            <a:pt x="742" y="901"/>
                            <a:pt x="728" y="914"/>
                          </a:cubicBezTo>
                          <a:lnTo>
                            <a:pt x="702" y="914"/>
                          </a:lnTo>
                          <a:cubicBezTo>
                            <a:pt x="689" y="914"/>
                            <a:pt x="675" y="927"/>
                            <a:pt x="675" y="941"/>
                          </a:cubicBezTo>
                          <a:cubicBezTo>
                            <a:pt x="675" y="954"/>
                            <a:pt x="662" y="967"/>
                            <a:pt x="662" y="967"/>
                          </a:cubicBezTo>
                          <a:cubicBezTo>
                            <a:pt x="662" y="980"/>
                            <a:pt x="675" y="994"/>
                            <a:pt x="689" y="1007"/>
                          </a:cubicBezTo>
                          <a:cubicBezTo>
                            <a:pt x="702" y="1033"/>
                            <a:pt x="728" y="1033"/>
                            <a:pt x="768" y="1033"/>
                          </a:cubicBezTo>
                          <a:lnTo>
                            <a:pt x="1086" y="1033"/>
                          </a:lnTo>
                          <a:cubicBezTo>
                            <a:pt x="1112" y="1033"/>
                            <a:pt x="1139" y="1033"/>
                            <a:pt x="1152" y="1020"/>
                          </a:cubicBezTo>
                          <a:cubicBezTo>
                            <a:pt x="1178" y="1020"/>
                            <a:pt x="1192" y="1007"/>
                            <a:pt x="1192" y="980"/>
                          </a:cubicBezTo>
                          <a:cubicBezTo>
                            <a:pt x="1192" y="954"/>
                            <a:pt x="1178" y="941"/>
                            <a:pt x="1165" y="941"/>
                          </a:cubicBezTo>
                          <a:cubicBezTo>
                            <a:pt x="1139" y="927"/>
                            <a:pt x="1125" y="927"/>
                            <a:pt x="1099" y="927"/>
                          </a:cubicBezTo>
                          <a:cubicBezTo>
                            <a:pt x="1073" y="927"/>
                            <a:pt x="1046" y="914"/>
                            <a:pt x="1033" y="914"/>
                          </a:cubicBezTo>
                          <a:cubicBezTo>
                            <a:pt x="1020" y="914"/>
                            <a:pt x="993" y="914"/>
                            <a:pt x="967" y="901"/>
                          </a:cubicBezTo>
                          <a:cubicBezTo>
                            <a:pt x="967" y="901"/>
                            <a:pt x="953" y="888"/>
                            <a:pt x="940" y="888"/>
                          </a:cubicBezTo>
                          <a:cubicBezTo>
                            <a:pt x="927" y="874"/>
                            <a:pt x="914" y="848"/>
                            <a:pt x="887" y="822"/>
                          </a:cubicBezTo>
                          <a:cubicBezTo>
                            <a:pt x="861" y="795"/>
                            <a:pt x="834" y="755"/>
                            <a:pt x="795" y="716"/>
                          </a:cubicBezTo>
                          <a:cubicBezTo>
                            <a:pt x="755" y="663"/>
                            <a:pt x="715" y="597"/>
                            <a:pt x="649" y="517"/>
                          </a:cubicBezTo>
                          <a:cubicBezTo>
                            <a:pt x="689" y="477"/>
                            <a:pt x="715" y="438"/>
                            <a:pt x="742" y="398"/>
                          </a:cubicBezTo>
                          <a:cubicBezTo>
                            <a:pt x="768" y="358"/>
                            <a:pt x="795" y="319"/>
                            <a:pt x="834" y="266"/>
                          </a:cubicBezTo>
                          <a:cubicBezTo>
                            <a:pt x="861" y="239"/>
                            <a:pt x="874" y="226"/>
                            <a:pt x="900" y="213"/>
                          </a:cubicBezTo>
                          <a:cubicBezTo>
                            <a:pt x="927" y="213"/>
                            <a:pt x="940" y="199"/>
                            <a:pt x="980" y="199"/>
                          </a:cubicBezTo>
                          <a:lnTo>
                            <a:pt x="1125" y="199"/>
                          </a:lnTo>
                          <a:cubicBezTo>
                            <a:pt x="1139" y="199"/>
                            <a:pt x="1152" y="186"/>
                            <a:pt x="1165" y="186"/>
                          </a:cubicBezTo>
                          <a:cubicBezTo>
                            <a:pt x="1178" y="173"/>
                            <a:pt x="1178" y="160"/>
                            <a:pt x="1178" y="147"/>
                          </a:cubicBezTo>
                          <a:cubicBezTo>
                            <a:pt x="1178" y="107"/>
                            <a:pt x="1165" y="80"/>
                            <a:pt x="1125" y="80"/>
                          </a:cubicBezTo>
                          <a:lnTo>
                            <a:pt x="728" y="80"/>
                          </a:lnTo>
                          <a:cubicBezTo>
                            <a:pt x="689" y="80"/>
                            <a:pt x="675" y="80"/>
                            <a:pt x="649" y="94"/>
                          </a:cubicBezTo>
                          <a:cubicBezTo>
                            <a:pt x="636" y="107"/>
                            <a:pt x="623" y="120"/>
                            <a:pt x="623" y="147"/>
                          </a:cubicBezTo>
                          <a:cubicBezTo>
                            <a:pt x="623" y="160"/>
                            <a:pt x="636" y="173"/>
                            <a:pt x="649" y="186"/>
                          </a:cubicBezTo>
                          <a:cubicBezTo>
                            <a:pt x="662" y="186"/>
                            <a:pt x="662" y="199"/>
                            <a:pt x="675" y="199"/>
                          </a:cubicBezTo>
                          <a:cubicBezTo>
                            <a:pt x="675" y="199"/>
                            <a:pt x="689" y="199"/>
                            <a:pt x="689" y="213"/>
                          </a:cubicBezTo>
                          <a:cubicBezTo>
                            <a:pt x="689" y="213"/>
                            <a:pt x="675" y="226"/>
                            <a:pt x="662" y="252"/>
                          </a:cubicBezTo>
                          <a:cubicBezTo>
                            <a:pt x="649" y="266"/>
                            <a:pt x="636" y="292"/>
                            <a:pt x="623" y="319"/>
                          </a:cubicBezTo>
                          <a:lnTo>
                            <a:pt x="570" y="398"/>
                          </a:lnTo>
                          <a:cubicBezTo>
                            <a:pt x="543" y="372"/>
                            <a:pt x="517" y="345"/>
                            <a:pt x="503" y="305"/>
                          </a:cubicBezTo>
                          <a:cubicBezTo>
                            <a:pt x="477" y="279"/>
                            <a:pt x="464" y="252"/>
                            <a:pt x="450" y="239"/>
                          </a:cubicBezTo>
                          <a:cubicBezTo>
                            <a:pt x="437" y="213"/>
                            <a:pt x="424" y="199"/>
                            <a:pt x="411" y="173"/>
                          </a:cubicBezTo>
                          <a:cubicBezTo>
                            <a:pt x="411" y="160"/>
                            <a:pt x="398" y="147"/>
                            <a:pt x="398" y="147"/>
                          </a:cubicBezTo>
                          <a:cubicBezTo>
                            <a:pt x="398" y="133"/>
                            <a:pt x="411" y="133"/>
                            <a:pt x="424" y="133"/>
                          </a:cubicBezTo>
                          <a:lnTo>
                            <a:pt x="477" y="133"/>
                          </a:lnTo>
                          <a:cubicBezTo>
                            <a:pt x="490" y="133"/>
                            <a:pt x="517" y="120"/>
                            <a:pt x="530" y="107"/>
                          </a:cubicBezTo>
                          <a:cubicBezTo>
                            <a:pt x="543" y="94"/>
                            <a:pt x="543" y="80"/>
                            <a:pt x="543" y="67"/>
                          </a:cubicBezTo>
                          <a:cubicBezTo>
                            <a:pt x="543" y="54"/>
                            <a:pt x="543" y="54"/>
                            <a:pt x="543" y="41"/>
                          </a:cubicBezTo>
                          <a:cubicBezTo>
                            <a:pt x="543" y="41"/>
                            <a:pt x="530" y="27"/>
                            <a:pt x="530" y="27"/>
                          </a:cubicBezTo>
                          <a:cubicBezTo>
                            <a:pt x="517" y="14"/>
                            <a:pt x="503" y="14"/>
                            <a:pt x="490"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9"/>
                    <p:cNvSpPr/>
                    <p:nvPr/>
                  </p:nvSpPr>
                  <p:spPr>
                    <a:xfrm>
                      <a:off x="3901430" y="3946218"/>
                      <a:ext cx="60023" cy="100260"/>
                    </a:xfrm>
                    <a:custGeom>
                      <a:rect b="b" l="l" r="r" t="t"/>
                      <a:pathLst>
                        <a:path extrusionOk="0" h="1814" w="1086">
                          <a:moveTo>
                            <a:pt x="861" y="0"/>
                          </a:moveTo>
                          <a:cubicBezTo>
                            <a:pt x="834" y="0"/>
                            <a:pt x="781" y="0"/>
                            <a:pt x="728" y="14"/>
                          </a:cubicBezTo>
                          <a:lnTo>
                            <a:pt x="530" y="14"/>
                          </a:lnTo>
                          <a:cubicBezTo>
                            <a:pt x="464" y="14"/>
                            <a:pt x="398" y="27"/>
                            <a:pt x="331" y="27"/>
                          </a:cubicBezTo>
                          <a:cubicBezTo>
                            <a:pt x="265" y="40"/>
                            <a:pt x="212" y="40"/>
                            <a:pt x="173" y="40"/>
                          </a:cubicBezTo>
                          <a:cubicBezTo>
                            <a:pt x="146" y="53"/>
                            <a:pt x="133" y="67"/>
                            <a:pt x="133" y="93"/>
                          </a:cubicBezTo>
                          <a:cubicBezTo>
                            <a:pt x="133" y="159"/>
                            <a:pt x="120" y="212"/>
                            <a:pt x="120" y="265"/>
                          </a:cubicBezTo>
                          <a:cubicBezTo>
                            <a:pt x="120" y="318"/>
                            <a:pt x="106" y="358"/>
                            <a:pt x="106" y="397"/>
                          </a:cubicBezTo>
                          <a:cubicBezTo>
                            <a:pt x="106" y="437"/>
                            <a:pt x="93" y="477"/>
                            <a:pt x="93" y="530"/>
                          </a:cubicBezTo>
                          <a:cubicBezTo>
                            <a:pt x="93" y="569"/>
                            <a:pt x="80" y="622"/>
                            <a:pt x="67" y="675"/>
                          </a:cubicBezTo>
                          <a:cubicBezTo>
                            <a:pt x="67" y="702"/>
                            <a:pt x="67" y="715"/>
                            <a:pt x="67" y="742"/>
                          </a:cubicBezTo>
                          <a:cubicBezTo>
                            <a:pt x="67" y="755"/>
                            <a:pt x="67" y="768"/>
                            <a:pt x="67" y="781"/>
                          </a:cubicBezTo>
                          <a:cubicBezTo>
                            <a:pt x="67" y="821"/>
                            <a:pt x="67" y="861"/>
                            <a:pt x="80" y="887"/>
                          </a:cubicBezTo>
                          <a:cubicBezTo>
                            <a:pt x="93" y="914"/>
                            <a:pt x="106" y="927"/>
                            <a:pt x="146" y="927"/>
                          </a:cubicBezTo>
                          <a:cubicBezTo>
                            <a:pt x="159" y="927"/>
                            <a:pt x="173" y="927"/>
                            <a:pt x="212" y="914"/>
                          </a:cubicBezTo>
                          <a:cubicBezTo>
                            <a:pt x="239" y="914"/>
                            <a:pt x="265" y="900"/>
                            <a:pt x="305" y="900"/>
                          </a:cubicBezTo>
                          <a:cubicBezTo>
                            <a:pt x="345" y="887"/>
                            <a:pt x="384" y="874"/>
                            <a:pt x="424" y="874"/>
                          </a:cubicBezTo>
                          <a:cubicBezTo>
                            <a:pt x="464" y="861"/>
                            <a:pt x="503" y="861"/>
                            <a:pt x="556" y="861"/>
                          </a:cubicBezTo>
                          <a:cubicBezTo>
                            <a:pt x="623" y="861"/>
                            <a:pt x="689" y="874"/>
                            <a:pt x="728" y="887"/>
                          </a:cubicBezTo>
                          <a:cubicBezTo>
                            <a:pt x="781" y="914"/>
                            <a:pt x="821" y="940"/>
                            <a:pt x="848" y="967"/>
                          </a:cubicBezTo>
                          <a:cubicBezTo>
                            <a:pt x="874" y="993"/>
                            <a:pt x="901" y="1033"/>
                            <a:pt x="914" y="1072"/>
                          </a:cubicBezTo>
                          <a:cubicBezTo>
                            <a:pt x="914" y="1112"/>
                            <a:pt x="927" y="1152"/>
                            <a:pt x="927" y="1192"/>
                          </a:cubicBezTo>
                          <a:cubicBezTo>
                            <a:pt x="927" y="1244"/>
                            <a:pt x="914" y="1311"/>
                            <a:pt x="887" y="1364"/>
                          </a:cubicBezTo>
                          <a:cubicBezTo>
                            <a:pt x="874" y="1430"/>
                            <a:pt x="834" y="1483"/>
                            <a:pt x="795" y="1522"/>
                          </a:cubicBezTo>
                          <a:cubicBezTo>
                            <a:pt x="742" y="1575"/>
                            <a:pt x="689" y="1615"/>
                            <a:pt x="623" y="1642"/>
                          </a:cubicBezTo>
                          <a:cubicBezTo>
                            <a:pt x="543" y="1668"/>
                            <a:pt x="464" y="1681"/>
                            <a:pt x="371" y="1681"/>
                          </a:cubicBezTo>
                          <a:lnTo>
                            <a:pt x="292" y="1681"/>
                          </a:lnTo>
                          <a:cubicBezTo>
                            <a:pt x="265" y="1668"/>
                            <a:pt x="239" y="1668"/>
                            <a:pt x="212" y="1655"/>
                          </a:cubicBezTo>
                          <a:cubicBezTo>
                            <a:pt x="199" y="1642"/>
                            <a:pt x="173" y="1642"/>
                            <a:pt x="159" y="1628"/>
                          </a:cubicBezTo>
                          <a:cubicBezTo>
                            <a:pt x="146" y="1615"/>
                            <a:pt x="146" y="1602"/>
                            <a:pt x="146" y="1589"/>
                          </a:cubicBezTo>
                          <a:cubicBezTo>
                            <a:pt x="146" y="1562"/>
                            <a:pt x="146" y="1549"/>
                            <a:pt x="159" y="1549"/>
                          </a:cubicBezTo>
                          <a:cubicBezTo>
                            <a:pt x="173" y="1536"/>
                            <a:pt x="199" y="1536"/>
                            <a:pt x="212" y="1536"/>
                          </a:cubicBezTo>
                          <a:cubicBezTo>
                            <a:pt x="226" y="1522"/>
                            <a:pt x="239" y="1522"/>
                            <a:pt x="252" y="1509"/>
                          </a:cubicBezTo>
                          <a:cubicBezTo>
                            <a:pt x="265" y="1496"/>
                            <a:pt x="278" y="1483"/>
                            <a:pt x="278" y="1456"/>
                          </a:cubicBezTo>
                          <a:cubicBezTo>
                            <a:pt x="278" y="1417"/>
                            <a:pt x="265" y="1390"/>
                            <a:pt x="239" y="1377"/>
                          </a:cubicBezTo>
                          <a:cubicBezTo>
                            <a:pt x="226" y="1364"/>
                            <a:pt x="199" y="1364"/>
                            <a:pt x="173" y="1364"/>
                          </a:cubicBezTo>
                          <a:cubicBezTo>
                            <a:pt x="146" y="1364"/>
                            <a:pt x="133" y="1364"/>
                            <a:pt x="106" y="1377"/>
                          </a:cubicBezTo>
                          <a:cubicBezTo>
                            <a:pt x="93" y="1390"/>
                            <a:pt x="67" y="1403"/>
                            <a:pt x="53" y="1417"/>
                          </a:cubicBezTo>
                          <a:cubicBezTo>
                            <a:pt x="40" y="1443"/>
                            <a:pt x="27" y="1456"/>
                            <a:pt x="14" y="1483"/>
                          </a:cubicBezTo>
                          <a:cubicBezTo>
                            <a:pt x="14" y="1509"/>
                            <a:pt x="1" y="1536"/>
                            <a:pt x="1" y="1562"/>
                          </a:cubicBezTo>
                          <a:cubicBezTo>
                            <a:pt x="1" y="1628"/>
                            <a:pt x="27" y="1681"/>
                            <a:pt x="53" y="1708"/>
                          </a:cubicBezTo>
                          <a:cubicBezTo>
                            <a:pt x="80" y="1747"/>
                            <a:pt x="120" y="1774"/>
                            <a:pt x="159" y="1787"/>
                          </a:cubicBezTo>
                          <a:cubicBezTo>
                            <a:pt x="199" y="1800"/>
                            <a:pt x="239" y="1814"/>
                            <a:pt x="278" y="1814"/>
                          </a:cubicBezTo>
                          <a:lnTo>
                            <a:pt x="371" y="1814"/>
                          </a:lnTo>
                          <a:cubicBezTo>
                            <a:pt x="503" y="1814"/>
                            <a:pt x="609" y="1800"/>
                            <a:pt x="689" y="1761"/>
                          </a:cubicBezTo>
                          <a:cubicBezTo>
                            <a:pt x="781" y="1721"/>
                            <a:pt x="861" y="1681"/>
                            <a:pt x="914" y="1615"/>
                          </a:cubicBezTo>
                          <a:cubicBezTo>
                            <a:pt x="980" y="1562"/>
                            <a:pt x="1020" y="1496"/>
                            <a:pt x="1046" y="1417"/>
                          </a:cubicBezTo>
                          <a:cubicBezTo>
                            <a:pt x="1073" y="1350"/>
                            <a:pt x="1086" y="1271"/>
                            <a:pt x="1086" y="1205"/>
                          </a:cubicBezTo>
                          <a:cubicBezTo>
                            <a:pt x="1086" y="1152"/>
                            <a:pt x="1086" y="1086"/>
                            <a:pt x="1059" y="1033"/>
                          </a:cubicBezTo>
                          <a:cubicBezTo>
                            <a:pt x="1046" y="967"/>
                            <a:pt x="1020" y="914"/>
                            <a:pt x="967" y="874"/>
                          </a:cubicBezTo>
                          <a:cubicBezTo>
                            <a:pt x="940" y="821"/>
                            <a:pt x="887" y="781"/>
                            <a:pt x="821" y="755"/>
                          </a:cubicBezTo>
                          <a:cubicBezTo>
                            <a:pt x="755" y="728"/>
                            <a:pt x="662" y="715"/>
                            <a:pt x="570" y="715"/>
                          </a:cubicBezTo>
                          <a:lnTo>
                            <a:pt x="464" y="715"/>
                          </a:lnTo>
                          <a:cubicBezTo>
                            <a:pt x="424" y="728"/>
                            <a:pt x="384" y="728"/>
                            <a:pt x="358" y="742"/>
                          </a:cubicBezTo>
                          <a:cubicBezTo>
                            <a:pt x="318" y="742"/>
                            <a:pt x="292" y="755"/>
                            <a:pt x="265" y="755"/>
                          </a:cubicBezTo>
                          <a:cubicBezTo>
                            <a:pt x="239" y="768"/>
                            <a:pt x="226" y="768"/>
                            <a:pt x="212" y="768"/>
                          </a:cubicBezTo>
                          <a:lnTo>
                            <a:pt x="292" y="199"/>
                          </a:lnTo>
                          <a:cubicBezTo>
                            <a:pt x="318" y="186"/>
                            <a:pt x="345" y="186"/>
                            <a:pt x="398" y="172"/>
                          </a:cubicBezTo>
                          <a:cubicBezTo>
                            <a:pt x="464" y="172"/>
                            <a:pt x="517" y="172"/>
                            <a:pt x="570" y="159"/>
                          </a:cubicBezTo>
                          <a:lnTo>
                            <a:pt x="874" y="159"/>
                          </a:lnTo>
                          <a:cubicBezTo>
                            <a:pt x="901" y="159"/>
                            <a:pt x="914" y="146"/>
                            <a:pt x="940" y="146"/>
                          </a:cubicBezTo>
                          <a:cubicBezTo>
                            <a:pt x="967" y="133"/>
                            <a:pt x="980" y="106"/>
                            <a:pt x="980" y="80"/>
                          </a:cubicBezTo>
                          <a:cubicBezTo>
                            <a:pt x="980" y="53"/>
                            <a:pt x="967" y="27"/>
                            <a:pt x="940" y="27"/>
                          </a:cubicBezTo>
                          <a:cubicBezTo>
                            <a:pt x="927" y="14"/>
                            <a:pt x="887" y="0"/>
                            <a:pt x="86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9"/>
                    <p:cNvSpPr/>
                    <p:nvPr/>
                  </p:nvSpPr>
                  <p:spPr>
                    <a:xfrm>
                      <a:off x="3885346" y="4261478"/>
                      <a:ext cx="143426" cy="143426"/>
                    </a:xfrm>
                    <a:custGeom>
                      <a:rect b="b" l="l" r="r" t="t"/>
                      <a:pathLst>
                        <a:path extrusionOk="0" h="2595" w="2595">
                          <a:moveTo>
                            <a:pt x="503" y="1"/>
                          </a:moveTo>
                          <a:cubicBezTo>
                            <a:pt x="225" y="1"/>
                            <a:pt x="0" y="226"/>
                            <a:pt x="0" y="504"/>
                          </a:cubicBezTo>
                          <a:lnTo>
                            <a:pt x="0" y="2052"/>
                          </a:lnTo>
                          <a:cubicBezTo>
                            <a:pt x="0" y="2383"/>
                            <a:pt x="225" y="2595"/>
                            <a:pt x="503" y="2595"/>
                          </a:cubicBezTo>
                          <a:lnTo>
                            <a:pt x="2052" y="2595"/>
                          </a:lnTo>
                          <a:cubicBezTo>
                            <a:pt x="2383" y="2595"/>
                            <a:pt x="2594" y="2383"/>
                            <a:pt x="2594" y="2052"/>
                          </a:cubicBezTo>
                          <a:lnTo>
                            <a:pt x="2594" y="504"/>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9"/>
                    <p:cNvSpPr/>
                    <p:nvPr/>
                  </p:nvSpPr>
                  <p:spPr>
                    <a:xfrm>
                      <a:off x="3885346" y="4453872"/>
                      <a:ext cx="143426" cy="143426"/>
                    </a:xfrm>
                    <a:custGeom>
                      <a:rect b="b" l="l" r="r" t="t"/>
                      <a:pathLst>
                        <a:path extrusionOk="0" h="2595" w="2595">
                          <a:moveTo>
                            <a:pt x="503" y="1"/>
                          </a:moveTo>
                          <a:cubicBezTo>
                            <a:pt x="225" y="1"/>
                            <a:pt x="0" y="226"/>
                            <a:pt x="0" y="556"/>
                          </a:cubicBezTo>
                          <a:lnTo>
                            <a:pt x="0" y="2092"/>
                          </a:lnTo>
                          <a:cubicBezTo>
                            <a:pt x="0" y="2370"/>
                            <a:pt x="225" y="2595"/>
                            <a:pt x="503" y="2595"/>
                          </a:cubicBezTo>
                          <a:lnTo>
                            <a:pt x="2052" y="2595"/>
                          </a:lnTo>
                          <a:cubicBezTo>
                            <a:pt x="2383" y="2595"/>
                            <a:pt x="2594" y="2370"/>
                            <a:pt x="2594" y="2092"/>
                          </a:cubicBezTo>
                          <a:lnTo>
                            <a:pt x="2594" y="556"/>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9"/>
                    <p:cNvSpPr/>
                    <p:nvPr/>
                  </p:nvSpPr>
                  <p:spPr>
                    <a:xfrm>
                      <a:off x="3885346" y="4645549"/>
                      <a:ext cx="143426" cy="338750"/>
                    </a:xfrm>
                    <a:custGeom>
                      <a:rect b="b" l="l" r="r" t="t"/>
                      <a:pathLst>
                        <a:path extrusionOk="0" h="6129" w="2595">
                          <a:moveTo>
                            <a:pt x="503" y="0"/>
                          </a:moveTo>
                          <a:cubicBezTo>
                            <a:pt x="225" y="0"/>
                            <a:pt x="0" y="278"/>
                            <a:pt x="0" y="556"/>
                          </a:cubicBezTo>
                          <a:lnTo>
                            <a:pt x="0" y="5625"/>
                          </a:lnTo>
                          <a:cubicBezTo>
                            <a:pt x="0" y="5903"/>
                            <a:pt x="225" y="6128"/>
                            <a:pt x="503" y="6128"/>
                          </a:cubicBezTo>
                          <a:lnTo>
                            <a:pt x="2052" y="6128"/>
                          </a:lnTo>
                          <a:cubicBezTo>
                            <a:pt x="2383" y="6128"/>
                            <a:pt x="2594" y="5903"/>
                            <a:pt x="2594" y="5625"/>
                          </a:cubicBezTo>
                          <a:lnTo>
                            <a:pt x="2594" y="556"/>
                          </a:lnTo>
                          <a:cubicBezTo>
                            <a:pt x="2594" y="278"/>
                            <a:pt x="2383" y="0"/>
                            <a:pt x="2052" y="0"/>
                          </a:cubicBezTo>
                          <a:close/>
                        </a:path>
                      </a:pathLst>
                    </a:cu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9" name="Google Shape;699;p29"/>
                <p:cNvSpPr/>
                <p:nvPr/>
              </p:nvSpPr>
              <p:spPr>
                <a:xfrm>
                  <a:off x="800843" y="2537807"/>
                  <a:ext cx="142479" cy="973277"/>
                </a:xfrm>
                <a:custGeom>
                  <a:rect b="b" l="l" r="r" t="t"/>
                  <a:pathLst>
                    <a:path extrusionOk="0" h="34360" w="5030">
                      <a:moveTo>
                        <a:pt x="1" y="1"/>
                      </a:moveTo>
                      <a:lnTo>
                        <a:pt x="1" y="34359"/>
                      </a:lnTo>
                      <a:lnTo>
                        <a:pt x="5030" y="34359"/>
                      </a:lnTo>
                      <a:lnTo>
                        <a:pt x="503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9"/>
                <p:cNvSpPr/>
                <p:nvPr/>
              </p:nvSpPr>
              <p:spPr>
                <a:xfrm>
                  <a:off x="922701" y="2537807"/>
                  <a:ext cx="20621" cy="973277"/>
                </a:xfrm>
                <a:custGeom>
                  <a:rect b="b" l="l" r="r" t="t"/>
                  <a:pathLst>
                    <a:path extrusionOk="0" h="34360" w="728">
                      <a:moveTo>
                        <a:pt x="0" y="1"/>
                      </a:moveTo>
                      <a:lnTo>
                        <a:pt x="0" y="34359"/>
                      </a:lnTo>
                      <a:lnTo>
                        <a:pt x="728" y="34359"/>
                      </a:lnTo>
                      <a:lnTo>
                        <a:pt x="728"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9"/>
                <p:cNvSpPr/>
                <p:nvPr/>
              </p:nvSpPr>
              <p:spPr>
                <a:xfrm>
                  <a:off x="849591" y="2569306"/>
                  <a:ext cx="93730" cy="4532"/>
                </a:xfrm>
                <a:custGeom>
                  <a:rect b="b" l="l" r="r" t="t"/>
                  <a:pathLst>
                    <a:path extrusionOk="0" h="160" w="3309">
                      <a:moveTo>
                        <a:pt x="0" y="1"/>
                      </a:moveTo>
                      <a:lnTo>
                        <a:pt x="0" y="159"/>
                      </a:lnTo>
                      <a:lnTo>
                        <a:pt x="3309" y="159"/>
                      </a:lnTo>
                      <a:lnTo>
                        <a:pt x="330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9"/>
                <p:cNvSpPr/>
                <p:nvPr/>
              </p:nvSpPr>
              <p:spPr>
                <a:xfrm>
                  <a:off x="880693" y="2608310"/>
                  <a:ext cx="62629" cy="4504"/>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9"/>
                <p:cNvSpPr/>
                <p:nvPr/>
              </p:nvSpPr>
              <p:spPr>
                <a:xfrm>
                  <a:off x="880693" y="2661167"/>
                  <a:ext cx="62629" cy="6402"/>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9"/>
                <p:cNvSpPr/>
                <p:nvPr/>
              </p:nvSpPr>
              <p:spPr>
                <a:xfrm>
                  <a:off x="880693" y="2715892"/>
                  <a:ext cx="62629" cy="4900"/>
                </a:xfrm>
                <a:custGeom>
                  <a:rect b="b" l="l" r="r" t="t"/>
                  <a:pathLst>
                    <a:path extrusionOk="0" h="173" w="2211">
                      <a:moveTo>
                        <a:pt x="1" y="1"/>
                      </a:moveTo>
                      <a:lnTo>
                        <a:pt x="1" y="173"/>
                      </a:lnTo>
                      <a:lnTo>
                        <a:pt x="2211" y="173"/>
                      </a:lnTo>
                      <a:lnTo>
                        <a:pt x="2211"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9"/>
                <p:cNvSpPr/>
                <p:nvPr/>
              </p:nvSpPr>
              <p:spPr>
                <a:xfrm>
                  <a:off x="880693" y="2800247"/>
                  <a:ext cx="62629" cy="4900"/>
                </a:xfrm>
                <a:custGeom>
                  <a:rect b="b" l="l" r="r" t="t"/>
                  <a:pathLst>
                    <a:path extrusionOk="0" h="173" w="2211">
                      <a:moveTo>
                        <a:pt x="1" y="0"/>
                      </a:moveTo>
                      <a:lnTo>
                        <a:pt x="1" y="173"/>
                      </a:lnTo>
                      <a:lnTo>
                        <a:pt x="2211" y="173"/>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9"/>
                <p:cNvSpPr/>
                <p:nvPr/>
              </p:nvSpPr>
              <p:spPr>
                <a:xfrm>
                  <a:off x="880693" y="2854972"/>
                  <a:ext cx="62629" cy="4900"/>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9"/>
                <p:cNvSpPr/>
                <p:nvPr/>
              </p:nvSpPr>
              <p:spPr>
                <a:xfrm>
                  <a:off x="880693" y="2909726"/>
                  <a:ext cx="62629" cy="4504"/>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9"/>
                <p:cNvSpPr/>
                <p:nvPr/>
              </p:nvSpPr>
              <p:spPr>
                <a:xfrm>
                  <a:off x="880693" y="2992579"/>
                  <a:ext cx="62629" cy="4504"/>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9"/>
                <p:cNvSpPr/>
                <p:nvPr/>
              </p:nvSpPr>
              <p:spPr>
                <a:xfrm>
                  <a:off x="880693" y="3045435"/>
                  <a:ext cx="62629" cy="6402"/>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9"/>
                <p:cNvSpPr/>
                <p:nvPr/>
              </p:nvSpPr>
              <p:spPr>
                <a:xfrm>
                  <a:off x="880693" y="3100161"/>
                  <a:ext cx="62629" cy="4900"/>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9"/>
                <p:cNvSpPr/>
                <p:nvPr/>
              </p:nvSpPr>
              <p:spPr>
                <a:xfrm>
                  <a:off x="880693" y="3183014"/>
                  <a:ext cx="62629" cy="6402"/>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9"/>
                <p:cNvSpPr/>
                <p:nvPr/>
              </p:nvSpPr>
              <p:spPr>
                <a:xfrm>
                  <a:off x="880693" y="3237740"/>
                  <a:ext cx="62629" cy="4532"/>
                </a:xfrm>
                <a:custGeom>
                  <a:rect b="b" l="l" r="r" t="t"/>
                  <a:pathLst>
                    <a:path extrusionOk="0" h="160" w="2211">
                      <a:moveTo>
                        <a:pt x="1" y="1"/>
                      </a:moveTo>
                      <a:lnTo>
                        <a:pt x="1" y="160"/>
                      </a:lnTo>
                      <a:lnTo>
                        <a:pt x="2211" y="160"/>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9"/>
                <p:cNvSpPr/>
                <p:nvPr/>
              </p:nvSpPr>
              <p:spPr>
                <a:xfrm>
                  <a:off x="880693" y="3292494"/>
                  <a:ext cx="62629" cy="4532"/>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9"/>
                <p:cNvSpPr/>
                <p:nvPr/>
              </p:nvSpPr>
              <p:spPr>
                <a:xfrm>
                  <a:off x="880693" y="3375347"/>
                  <a:ext cx="62629" cy="4532"/>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9"/>
                <p:cNvSpPr/>
                <p:nvPr/>
              </p:nvSpPr>
              <p:spPr>
                <a:xfrm>
                  <a:off x="880693" y="3429704"/>
                  <a:ext cx="62629" cy="4900"/>
                </a:xfrm>
                <a:custGeom>
                  <a:rect b="b" l="l" r="r" t="t"/>
                  <a:pathLst>
                    <a:path extrusionOk="0" h="173" w="2211">
                      <a:moveTo>
                        <a:pt x="1" y="0"/>
                      </a:moveTo>
                      <a:lnTo>
                        <a:pt x="1" y="172"/>
                      </a:lnTo>
                      <a:lnTo>
                        <a:pt x="2211" y="172"/>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9"/>
                <p:cNvSpPr/>
                <p:nvPr/>
              </p:nvSpPr>
              <p:spPr>
                <a:xfrm>
                  <a:off x="849591" y="2759769"/>
                  <a:ext cx="93730" cy="6402"/>
                </a:xfrm>
                <a:custGeom>
                  <a:rect b="b" l="l" r="r" t="t"/>
                  <a:pathLst>
                    <a:path extrusionOk="0" h="226" w="3309">
                      <a:moveTo>
                        <a:pt x="0" y="0"/>
                      </a:moveTo>
                      <a:lnTo>
                        <a:pt x="0" y="225"/>
                      </a:lnTo>
                      <a:lnTo>
                        <a:pt x="3309" y="225"/>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9"/>
                <p:cNvSpPr/>
                <p:nvPr/>
              </p:nvSpPr>
              <p:spPr>
                <a:xfrm>
                  <a:off x="849591" y="2951705"/>
                  <a:ext cx="93730" cy="4900"/>
                </a:xfrm>
                <a:custGeom>
                  <a:rect b="b" l="l" r="r" t="t"/>
                  <a:pathLst>
                    <a:path extrusionOk="0" h="173" w="3309">
                      <a:moveTo>
                        <a:pt x="0" y="0"/>
                      </a:moveTo>
                      <a:lnTo>
                        <a:pt x="0" y="173"/>
                      </a:lnTo>
                      <a:lnTo>
                        <a:pt x="3309" y="173"/>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9"/>
                <p:cNvSpPr/>
                <p:nvPr/>
              </p:nvSpPr>
              <p:spPr>
                <a:xfrm>
                  <a:off x="849591" y="3142536"/>
                  <a:ext cx="93730" cy="4532"/>
                </a:xfrm>
                <a:custGeom>
                  <a:rect b="b" l="l" r="r" t="t"/>
                  <a:pathLst>
                    <a:path extrusionOk="0" h="160" w="3309">
                      <a:moveTo>
                        <a:pt x="0" y="0"/>
                      </a:moveTo>
                      <a:lnTo>
                        <a:pt x="0" y="159"/>
                      </a:lnTo>
                      <a:lnTo>
                        <a:pt x="3309" y="159"/>
                      </a:lnTo>
                      <a:lnTo>
                        <a:pt x="3309"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9"/>
                <p:cNvSpPr/>
                <p:nvPr/>
              </p:nvSpPr>
              <p:spPr>
                <a:xfrm>
                  <a:off x="849591" y="3334473"/>
                  <a:ext cx="93730" cy="4900"/>
                </a:xfrm>
                <a:custGeom>
                  <a:rect b="b" l="l" r="r" t="t"/>
                  <a:pathLst>
                    <a:path extrusionOk="0" h="173" w="3309">
                      <a:moveTo>
                        <a:pt x="0" y="1"/>
                      </a:moveTo>
                      <a:lnTo>
                        <a:pt x="0" y="173"/>
                      </a:lnTo>
                      <a:lnTo>
                        <a:pt x="3309" y="173"/>
                      </a:lnTo>
                      <a:lnTo>
                        <a:pt x="3309"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9"/>
                <p:cNvSpPr/>
                <p:nvPr/>
              </p:nvSpPr>
              <p:spPr>
                <a:xfrm>
                  <a:off x="894573" y="2893977"/>
                  <a:ext cx="162732" cy="542271"/>
                </a:xfrm>
                <a:custGeom>
                  <a:rect b="b" l="l" r="r" t="t"/>
                  <a:pathLst>
                    <a:path extrusionOk="0" h="19144" w="5745">
                      <a:moveTo>
                        <a:pt x="3097" y="0"/>
                      </a:moveTo>
                      <a:lnTo>
                        <a:pt x="450" y="331"/>
                      </a:lnTo>
                      <a:cubicBezTo>
                        <a:pt x="67" y="2263"/>
                        <a:pt x="0" y="5466"/>
                        <a:pt x="397" y="8987"/>
                      </a:cubicBezTo>
                      <a:cubicBezTo>
                        <a:pt x="1047" y="14626"/>
                        <a:pt x="2590" y="19143"/>
                        <a:pt x="3848" y="19143"/>
                      </a:cubicBezTo>
                      <a:cubicBezTo>
                        <a:pt x="3872" y="19143"/>
                        <a:pt x="3895" y="19142"/>
                        <a:pt x="3918" y="19138"/>
                      </a:cubicBezTo>
                      <a:cubicBezTo>
                        <a:pt x="5242" y="18980"/>
                        <a:pt x="5744" y="14228"/>
                        <a:pt x="5083" y="8497"/>
                      </a:cubicBezTo>
                      <a:cubicBezTo>
                        <a:pt x="4633" y="4911"/>
                        <a:pt x="3918" y="1827"/>
                        <a:pt x="3097"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9"/>
                <p:cNvSpPr/>
                <p:nvPr/>
              </p:nvSpPr>
              <p:spPr>
                <a:xfrm>
                  <a:off x="899445" y="3054811"/>
                  <a:ext cx="146983" cy="381436"/>
                </a:xfrm>
                <a:custGeom>
                  <a:rect b="b" l="l" r="r" t="t"/>
                  <a:pathLst>
                    <a:path extrusionOk="0" h="13466" w="5189">
                      <a:moveTo>
                        <a:pt x="0" y="0"/>
                      </a:moveTo>
                      <a:cubicBezTo>
                        <a:pt x="53" y="1059"/>
                        <a:pt x="106" y="2158"/>
                        <a:pt x="225" y="3309"/>
                      </a:cubicBezTo>
                      <a:cubicBezTo>
                        <a:pt x="875" y="8948"/>
                        <a:pt x="2418" y="13465"/>
                        <a:pt x="3676" y="13465"/>
                      </a:cubicBezTo>
                      <a:cubicBezTo>
                        <a:pt x="3700" y="13465"/>
                        <a:pt x="3723" y="13464"/>
                        <a:pt x="3746" y="13460"/>
                      </a:cubicBezTo>
                      <a:cubicBezTo>
                        <a:pt x="4686" y="13355"/>
                        <a:pt x="5189" y="10919"/>
                        <a:pt x="5189" y="7505"/>
                      </a:cubicBezTo>
                      <a:lnTo>
                        <a:pt x="5189" y="7505"/>
                      </a:lnTo>
                      <a:cubicBezTo>
                        <a:pt x="4695" y="7986"/>
                        <a:pt x="4237" y="8200"/>
                        <a:pt x="3813" y="8200"/>
                      </a:cubicBezTo>
                      <a:cubicBezTo>
                        <a:pt x="1860" y="8200"/>
                        <a:pt x="631" y="3676"/>
                        <a:pt x="0" y="0"/>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9"/>
                <p:cNvSpPr/>
                <p:nvPr/>
              </p:nvSpPr>
              <p:spPr>
                <a:xfrm>
                  <a:off x="958674" y="2951478"/>
                  <a:ext cx="51780" cy="127042"/>
                </a:xfrm>
                <a:custGeom>
                  <a:rect b="b" l="l" r="r" t="t"/>
                  <a:pathLst>
                    <a:path extrusionOk="0" h="4485" w="1828">
                      <a:moveTo>
                        <a:pt x="561" y="1"/>
                      </a:moveTo>
                      <a:cubicBezTo>
                        <a:pt x="542" y="1"/>
                        <a:pt x="522" y="3"/>
                        <a:pt x="504" y="8"/>
                      </a:cubicBezTo>
                      <a:cubicBezTo>
                        <a:pt x="173" y="75"/>
                        <a:pt x="1" y="1120"/>
                        <a:pt x="226" y="2325"/>
                      </a:cubicBezTo>
                      <a:cubicBezTo>
                        <a:pt x="445" y="3561"/>
                        <a:pt x="914" y="4484"/>
                        <a:pt x="1244" y="4484"/>
                      </a:cubicBezTo>
                      <a:cubicBezTo>
                        <a:pt x="1253" y="4484"/>
                        <a:pt x="1262" y="4483"/>
                        <a:pt x="1271" y="4482"/>
                      </a:cubicBezTo>
                      <a:cubicBezTo>
                        <a:pt x="1655" y="4376"/>
                        <a:pt x="1827" y="3317"/>
                        <a:pt x="1602" y="2113"/>
                      </a:cubicBezTo>
                      <a:cubicBezTo>
                        <a:pt x="1388" y="955"/>
                        <a:pt x="935" y="1"/>
                        <a:pt x="561"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9"/>
                <p:cNvSpPr/>
                <p:nvPr/>
              </p:nvSpPr>
              <p:spPr>
                <a:xfrm>
                  <a:off x="857069" y="2695639"/>
                  <a:ext cx="203238" cy="190492"/>
                </a:xfrm>
                <a:custGeom>
                  <a:rect b="b" l="l" r="r" t="t"/>
                  <a:pathLst>
                    <a:path extrusionOk="0" h="6725" w="7175">
                      <a:moveTo>
                        <a:pt x="993" y="1"/>
                      </a:moveTo>
                      <a:cubicBezTo>
                        <a:pt x="2317" y="2489"/>
                        <a:pt x="663" y="2595"/>
                        <a:pt x="332" y="4143"/>
                      </a:cubicBezTo>
                      <a:cubicBezTo>
                        <a:pt x="1" y="5679"/>
                        <a:pt x="1443" y="6724"/>
                        <a:pt x="1443" y="6724"/>
                      </a:cubicBezTo>
                      <a:lnTo>
                        <a:pt x="4580" y="6393"/>
                      </a:lnTo>
                      <a:cubicBezTo>
                        <a:pt x="7174" y="1430"/>
                        <a:pt x="994" y="1"/>
                        <a:pt x="993"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9"/>
                <p:cNvSpPr/>
                <p:nvPr/>
              </p:nvSpPr>
              <p:spPr>
                <a:xfrm>
                  <a:off x="879197" y="2771332"/>
                  <a:ext cx="127345" cy="114800"/>
                </a:xfrm>
                <a:custGeom>
                  <a:rect b="b" l="l" r="r" t="t"/>
                  <a:pathLst>
                    <a:path extrusionOk="0" h="4053" w="4461">
                      <a:moveTo>
                        <a:pt x="3299" y="0"/>
                      </a:moveTo>
                      <a:cubicBezTo>
                        <a:pt x="3169" y="0"/>
                        <a:pt x="3085" y="164"/>
                        <a:pt x="3085" y="585"/>
                      </a:cubicBezTo>
                      <a:cubicBezTo>
                        <a:pt x="3069" y="1166"/>
                        <a:pt x="2954" y="1354"/>
                        <a:pt x="2792" y="1354"/>
                      </a:cubicBezTo>
                      <a:cubicBezTo>
                        <a:pt x="2490" y="1354"/>
                        <a:pt x="2027" y="703"/>
                        <a:pt x="1739" y="703"/>
                      </a:cubicBezTo>
                      <a:cubicBezTo>
                        <a:pt x="1652" y="703"/>
                        <a:pt x="1582" y="762"/>
                        <a:pt x="1536" y="916"/>
                      </a:cubicBezTo>
                      <a:cubicBezTo>
                        <a:pt x="1340" y="1528"/>
                        <a:pt x="1938" y="3037"/>
                        <a:pt x="1419" y="3037"/>
                      </a:cubicBezTo>
                      <a:cubicBezTo>
                        <a:pt x="1377" y="3037"/>
                        <a:pt x="1328" y="3027"/>
                        <a:pt x="1271" y="3007"/>
                      </a:cubicBezTo>
                      <a:cubicBezTo>
                        <a:pt x="708" y="2797"/>
                        <a:pt x="369" y="2411"/>
                        <a:pt x="211" y="2411"/>
                      </a:cubicBezTo>
                      <a:cubicBezTo>
                        <a:pt x="119" y="2411"/>
                        <a:pt x="87" y="2538"/>
                        <a:pt x="107" y="2901"/>
                      </a:cubicBezTo>
                      <a:cubicBezTo>
                        <a:pt x="107" y="3126"/>
                        <a:pt x="54" y="3285"/>
                        <a:pt x="1" y="3391"/>
                      </a:cubicBezTo>
                      <a:cubicBezTo>
                        <a:pt x="332" y="3841"/>
                        <a:pt x="662" y="4052"/>
                        <a:pt x="662" y="4052"/>
                      </a:cubicBezTo>
                      <a:lnTo>
                        <a:pt x="3799" y="3721"/>
                      </a:lnTo>
                      <a:cubicBezTo>
                        <a:pt x="4249" y="2848"/>
                        <a:pt x="4461" y="2067"/>
                        <a:pt x="4408" y="1352"/>
                      </a:cubicBezTo>
                      <a:cubicBezTo>
                        <a:pt x="4074" y="756"/>
                        <a:pt x="3580" y="0"/>
                        <a:pt x="329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9"/>
                <p:cNvSpPr/>
                <p:nvPr/>
              </p:nvSpPr>
              <p:spPr>
                <a:xfrm>
                  <a:off x="888568" y="2871628"/>
                  <a:ext cx="111009" cy="66821"/>
                </a:xfrm>
                <a:custGeom>
                  <a:rect b="b" l="l" r="r" t="t"/>
                  <a:pathLst>
                    <a:path extrusionOk="0" h="2359" w="3919">
                      <a:moveTo>
                        <a:pt x="3604" y="1"/>
                      </a:moveTo>
                      <a:cubicBezTo>
                        <a:pt x="3580" y="1"/>
                        <a:pt x="3553" y="7"/>
                        <a:pt x="3521" y="22"/>
                      </a:cubicBezTo>
                      <a:lnTo>
                        <a:pt x="106" y="405"/>
                      </a:lnTo>
                      <a:cubicBezTo>
                        <a:pt x="54" y="405"/>
                        <a:pt x="1" y="458"/>
                        <a:pt x="1" y="511"/>
                      </a:cubicBezTo>
                      <a:lnTo>
                        <a:pt x="159" y="2232"/>
                      </a:lnTo>
                      <a:cubicBezTo>
                        <a:pt x="159" y="2309"/>
                        <a:pt x="223" y="2359"/>
                        <a:pt x="278" y="2359"/>
                      </a:cubicBezTo>
                      <a:cubicBezTo>
                        <a:pt x="298" y="2359"/>
                        <a:pt x="317" y="2352"/>
                        <a:pt x="331" y="2338"/>
                      </a:cubicBezTo>
                      <a:lnTo>
                        <a:pt x="3799" y="1954"/>
                      </a:lnTo>
                      <a:cubicBezTo>
                        <a:pt x="3852" y="1954"/>
                        <a:pt x="3918" y="1901"/>
                        <a:pt x="3918" y="1782"/>
                      </a:cubicBezTo>
                      <a:lnTo>
                        <a:pt x="3746" y="127"/>
                      </a:lnTo>
                      <a:cubicBezTo>
                        <a:pt x="3707" y="50"/>
                        <a:pt x="3669" y="1"/>
                        <a:pt x="36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9"/>
                <p:cNvSpPr/>
                <p:nvPr/>
              </p:nvSpPr>
              <p:spPr>
                <a:xfrm rot="41991">
                  <a:off x="890069" y="2899460"/>
                  <a:ext cx="110710" cy="39599"/>
                </a:xfrm>
                <a:custGeom>
                  <a:rect b="b" l="l" r="r" t="t"/>
                  <a:pathLst>
                    <a:path extrusionOk="0" h="1398" w="3866">
                      <a:moveTo>
                        <a:pt x="3746" y="0"/>
                      </a:moveTo>
                      <a:lnTo>
                        <a:pt x="1" y="437"/>
                      </a:lnTo>
                      <a:lnTo>
                        <a:pt x="106" y="1271"/>
                      </a:lnTo>
                      <a:cubicBezTo>
                        <a:pt x="106" y="1348"/>
                        <a:pt x="170" y="1398"/>
                        <a:pt x="225" y="1398"/>
                      </a:cubicBezTo>
                      <a:cubicBezTo>
                        <a:pt x="245" y="1398"/>
                        <a:pt x="264" y="1391"/>
                        <a:pt x="278" y="1377"/>
                      </a:cubicBezTo>
                      <a:lnTo>
                        <a:pt x="3746" y="993"/>
                      </a:lnTo>
                      <a:cubicBezTo>
                        <a:pt x="3799" y="993"/>
                        <a:pt x="3865" y="940"/>
                        <a:pt x="3865" y="821"/>
                      </a:cubicBezTo>
                      <a:lnTo>
                        <a:pt x="3746" y="0"/>
                      </a:lnTo>
                      <a:close/>
                    </a:path>
                  </a:pathLst>
                </a:custGeom>
                <a:solidFill>
                  <a:srgbClr val="CCC4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9"/>
                <p:cNvSpPr/>
                <p:nvPr/>
              </p:nvSpPr>
              <p:spPr>
                <a:xfrm>
                  <a:off x="959043" y="3254990"/>
                  <a:ext cx="122991" cy="124096"/>
                </a:xfrm>
                <a:custGeom>
                  <a:rect b="b" l="l" r="r" t="t"/>
                  <a:pathLst>
                    <a:path extrusionOk="0" h="4381" w="4342">
                      <a:moveTo>
                        <a:pt x="2635" y="1"/>
                      </a:moveTo>
                      <a:lnTo>
                        <a:pt x="107" y="3085"/>
                      </a:lnTo>
                      <a:cubicBezTo>
                        <a:pt x="0" y="3839"/>
                        <a:pt x="1571" y="4380"/>
                        <a:pt x="2831" y="4380"/>
                      </a:cubicBezTo>
                      <a:cubicBezTo>
                        <a:pt x="3605" y="4380"/>
                        <a:pt x="4261" y="4177"/>
                        <a:pt x="4342" y="3693"/>
                      </a:cubicBezTo>
                      <a:lnTo>
                        <a:pt x="2635" y="1"/>
                      </a:lnTo>
                      <a:close/>
                    </a:path>
                  </a:pathLst>
                </a:custGeom>
                <a:solidFill>
                  <a:srgbClr val="F9A9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962045" y="2922076"/>
                  <a:ext cx="182617" cy="437550"/>
                </a:xfrm>
                <a:custGeom>
                  <a:rect b="b" l="l" r="r" t="t"/>
                  <a:pathLst>
                    <a:path extrusionOk="0" h="15447" w="6447">
                      <a:moveTo>
                        <a:pt x="2198" y="1"/>
                      </a:moveTo>
                      <a:lnTo>
                        <a:pt x="1" y="14785"/>
                      </a:lnTo>
                      <a:lnTo>
                        <a:pt x="4236" y="15446"/>
                      </a:lnTo>
                      <a:lnTo>
                        <a:pt x="6446" y="610"/>
                      </a:lnTo>
                      <a:lnTo>
                        <a:pt x="2198" y="1"/>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9"/>
                <p:cNvSpPr/>
                <p:nvPr/>
              </p:nvSpPr>
              <p:spPr>
                <a:xfrm>
                  <a:off x="1019773" y="2929951"/>
                  <a:ext cx="124889" cy="429675"/>
                </a:xfrm>
                <a:custGeom>
                  <a:rect b="b" l="l" r="r" t="t"/>
                  <a:pathLst>
                    <a:path extrusionOk="0" h="15169" w="4409">
                      <a:moveTo>
                        <a:pt x="2198" y="1"/>
                      </a:moveTo>
                      <a:lnTo>
                        <a:pt x="1" y="14838"/>
                      </a:lnTo>
                      <a:lnTo>
                        <a:pt x="2198" y="15168"/>
                      </a:lnTo>
                      <a:lnTo>
                        <a:pt x="4408" y="332"/>
                      </a:lnTo>
                      <a:lnTo>
                        <a:pt x="2198" y="1"/>
                      </a:lnTo>
                      <a:close/>
                    </a:path>
                  </a:pathLst>
                </a:custGeom>
                <a:solidFill>
                  <a:srgbClr val="1F8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9"/>
                <p:cNvSpPr/>
                <p:nvPr/>
              </p:nvSpPr>
              <p:spPr>
                <a:xfrm>
                  <a:off x="1021501" y="2834747"/>
                  <a:ext cx="123161" cy="124067"/>
                </a:xfrm>
                <a:custGeom>
                  <a:rect b="b" l="l" r="r" t="t"/>
                  <a:pathLst>
                    <a:path extrusionOk="0" h="4380" w="4348">
                      <a:moveTo>
                        <a:pt x="2587" y="0"/>
                      </a:moveTo>
                      <a:lnTo>
                        <a:pt x="99" y="3084"/>
                      </a:lnTo>
                      <a:cubicBezTo>
                        <a:pt x="0" y="3839"/>
                        <a:pt x="1569" y="4380"/>
                        <a:pt x="2830" y="4380"/>
                      </a:cubicBezTo>
                      <a:cubicBezTo>
                        <a:pt x="3604" y="4380"/>
                        <a:pt x="4262" y="4176"/>
                        <a:pt x="4347" y="3693"/>
                      </a:cubicBezTo>
                      <a:lnTo>
                        <a:pt x="2587" y="0"/>
                      </a:ln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9"/>
                <p:cNvSpPr/>
                <p:nvPr/>
              </p:nvSpPr>
              <p:spPr>
                <a:xfrm>
                  <a:off x="1071156" y="2834137"/>
                  <a:ext cx="40874" cy="39600"/>
                </a:xfrm>
                <a:custGeom>
                  <a:rect b="b" l="l" r="r" t="t"/>
                  <a:pathLst>
                    <a:path extrusionOk="0" h="1398" w="1443">
                      <a:moveTo>
                        <a:pt x="834" y="0"/>
                      </a:moveTo>
                      <a:lnTo>
                        <a:pt x="0" y="1046"/>
                      </a:lnTo>
                      <a:cubicBezTo>
                        <a:pt x="172" y="1218"/>
                        <a:pt x="384" y="1324"/>
                        <a:pt x="662" y="1377"/>
                      </a:cubicBezTo>
                      <a:cubicBezTo>
                        <a:pt x="736" y="1391"/>
                        <a:pt x="811" y="1397"/>
                        <a:pt x="884" y="1397"/>
                      </a:cubicBezTo>
                      <a:cubicBezTo>
                        <a:pt x="1085" y="1397"/>
                        <a:pt x="1278" y="1348"/>
                        <a:pt x="1443" y="1271"/>
                      </a:cubicBezTo>
                      <a:lnTo>
                        <a:pt x="834" y="0"/>
                      </a:ln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9"/>
                <p:cNvSpPr/>
                <p:nvPr/>
              </p:nvSpPr>
              <p:spPr>
                <a:xfrm>
                  <a:off x="761866" y="3078407"/>
                  <a:ext cx="398545" cy="493777"/>
                </a:xfrm>
                <a:custGeom>
                  <a:rect b="b" l="l" r="r" t="t"/>
                  <a:pathLst>
                    <a:path extrusionOk="0" h="17432" w="14070">
                      <a:moveTo>
                        <a:pt x="0" y="1"/>
                      </a:moveTo>
                      <a:lnTo>
                        <a:pt x="0" y="13726"/>
                      </a:lnTo>
                      <a:cubicBezTo>
                        <a:pt x="0" y="15777"/>
                        <a:pt x="1377" y="17432"/>
                        <a:pt x="3097" y="17432"/>
                      </a:cubicBezTo>
                      <a:lnTo>
                        <a:pt x="10972" y="17432"/>
                      </a:lnTo>
                      <a:cubicBezTo>
                        <a:pt x="12693" y="17432"/>
                        <a:pt x="14069" y="15777"/>
                        <a:pt x="14069" y="13726"/>
                      </a:cubicBezTo>
                      <a:lnTo>
                        <a:pt x="14069" y="1"/>
                      </a:ln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9"/>
                <p:cNvSpPr/>
                <p:nvPr/>
              </p:nvSpPr>
              <p:spPr>
                <a:xfrm>
                  <a:off x="780590" y="3078407"/>
                  <a:ext cx="379822" cy="493777"/>
                </a:xfrm>
                <a:custGeom>
                  <a:rect b="b" l="l" r="r" t="t"/>
                  <a:pathLst>
                    <a:path extrusionOk="0" h="17432" w="13409">
                      <a:moveTo>
                        <a:pt x="11701" y="1"/>
                      </a:moveTo>
                      <a:lnTo>
                        <a:pt x="11701" y="12469"/>
                      </a:lnTo>
                      <a:cubicBezTo>
                        <a:pt x="11701" y="14507"/>
                        <a:pt x="10258" y="16161"/>
                        <a:pt x="8551" y="16161"/>
                      </a:cubicBezTo>
                      <a:lnTo>
                        <a:pt x="716" y="16161"/>
                      </a:lnTo>
                      <a:cubicBezTo>
                        <a:pt x="451" y="16161"/>
                        <a:pt x="226" y="16108"/>
                        <a:pt x="1" y="16042"/>
                      </a:cubicBezTo>
                      <a:lnTo>
                        <a:pt x="1" y="16042"/>
                      </a:lnTo>
                      <a:cubicBezTo>
                        <a:pt x="557" y="16876"/>
                        <a:pt x="1443" y="17432"/>
                        <a:pt x="2436" y="17432"/>
                      </a:cubicBezTo>
                      <a:lnTo>
                        <a:pt x="10311" y="17432"/>
                      </a:lnTo>
                      <a:cubicBezTo>
                        <a:pt x="12032" y="17432"/>
                        <a:pt x="13408" y="15777"/>
                        <a:pt x="13408" y="13726"/>
                      </a:cubicBezTo>
                      <a:lnTo>
                        <a:pt x="13408" y="1"/>
                      </a:ln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
                <p:cNvSpPr/>
                <p:nvPr/>
              </p:nvSpPr>
              <p:spPr>
                <a:xfrm>
                  <a:off x="810218" y="3186017"/>
                  <a:ext cx="236209" cy="251590"/>
                </a:xfrm>
                <a:custGeom>
                  <a:rect b="b" l="l" r="r" t="t"/>
                  <a:pathLst>
                    <a:path extrusionOk="0" h="8882" w="8339">
                      <a:moveTo>
                        <a:pt x="4196" y="1"/>
                      </a:moveTo>
                      <a:cubicBezTo>
                        <a:pt x="1880" y="1"/>
                        <a:pt x="0" y="1986"/>
                        <a:pt x="0" y="4421"/>
                      </a:cubicBezTo>
                      <a:cubicBezTo>
                        <a:pt x="0" y="6896"/>
                        <a:pt x="1880" y="8881"/>
                        <a:pt x="4196" y="8881"/>
                      </a:cubicBezTo>
                      <a:cubicBezTo>
                        <a:pt x="6459" y="8881"/>
                        <a:pt x="8339" y="6896"/>
                        <a:pt x="8339" y="4421"/>
                      </a:cubicBezTo>
                      <a:cubicBezTo>
                        <a:pt x="8339" y="1986"/>
                        <a:pt x="6459" y="1"/>
                        <a:pt x="419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9"/>
                <p:cNvSpPr/>
                <p:nvPr/>
              </p:nvSpPr>
              <p:spPr>
                <a:xfrm>
                  <a:off x="1293090" y="3219016"/>
                  <a:ext cx="218591" cy="220092"/>
                </a:xfrm>
                <a:custGeom>
                  <a:rect b="b" l="l" r="r" t="t"/>
                  <a:pathLst>
                    <a:path extrusionOk="0" h="7770" w="7717">
                      <a:moveTo>
                        <a:pt x="3865" y="1430"/>
                      </a:moveTo>
                      <a:cubicBezTo>
                        <a:pt x="5189" y="1430"/>
                        <a:pt x="6287" y="2541"/>
                        <a:pt x="6287" y="3865"/>
                      </a:cubicBezTo>
                      <a:cubicBezTo>
                        <a:pt x="6287" y="5241"/>
                        <a:pt x="5189" y="6287"/>
                        <a:pt x="3865" y="6287"/>
                      </a:cubicBezTo>
                      <a:cubicBezTo>
                        <a:pt x="2542" y="6287"/>
                        <a:pt x="1430" y="5241"/>
                        <a:pt x="1430" y="3865"/>
                      </a:cubicBezTo>
                      <a:cubicBezTo>
                        <a:pt x="1430" y="2541"/>
                        <a:pt x="2542" y="1430"/>
                        <a:pt x="3865" y="1430"/>
                      </a:cubicBezTo>
                      <a:close/>
                      <a:moveTo>
                        <a:pt x="3865" y="0"/>
                      </a:moveTo>
                      <a:cubicBezTo>
                        <a:pt x="1708" y="0"/>
                        <a:pt x="0" y="1708"/>
                        <a:pt x="0" y="3865"/>
                      </a:cubicBezTo>
                      <a:cubicBezTo>
                        <a:pt x="0" y="6009"/>
                        <a:pt x="1708" y="7769"/>
                        <a:pt x="3865" y="7769"/>
                      </a:cubicBezTo>
                      <a:cubicBezTo>
                        <a:pt x="6009" y="7769"/>
                        <a:pt x="7717" y="6009"/>
                        <a:pt x="7717" y="3865"/>
                      </a:cubicBezTo>
                      <a:cubicBezTo>
                        <a:pt x="7717" y="1708"/>
                        <a:pt x="6009" y="0"/>
                        <a:pt x="3865"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9"/>
                <p:cNvSpPr/>
                <p:nvPr/>
              </p:nvSpPr>
              <p:spPr>
                <a:xfrm>
                  <a:off x="1046400" y="3159787"/>
                  <a:ext cx="337446" cy="393673"/>
                </a:xfrm>
                <a:custGeom>
                  <a:rect b="b" l="l" r="r" t="t"/>
                  <a:pathLst>
                    <a:path extrusionOk="0" h="13898" w="11913">
                      <a:moveTo>
                        <a:pt x="1" y="0"/>
                      </a:moveTo>
                      <a:lnTo>
                        <a:pt x="1" y="10853"/>
                      </a:lnTo>
                      <a:cubicBezTo>
                        <a:pt x="1" y="12507"/>
                        <a:pt x="1205" y="13897"/>
                        <a:pt x="2648" y="13897"/>
                      </a:cubicBezTo>
                      <a:lnTo>
                        <a:pt x="9265" y="13897"/>
                      </a:lnTo>
                      <a:cubicBezTo>
                        <a:pt x="10695" y="13897"/>
                        <a:pt x="11912" y="12507"/>
                        <a:pt x="11912" y="10853"/>
                      </a:cubicBezTo>
                      <a:lnTo>
                        <a:pt x="119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9"/>
                <p:cNvSpPr/>
                <p:nvPr/>
              </p:nvSpPr>
              <p:spPr>
                <a:xfrm>
                  <a:off x="1063282" y="3159787"/>
                  <a:ext cx="320564" cy="393673"/>
                </a:xfrm>
                <a:custGeom>
                  <a:rect b="b" l="l" r="r" t="t"/>
                  <a:pathLst>
                    <a:path extrusionOk="0" h="13898" w="11317">
                      <a:moveTo>
                        <a:pt x="9768" y="0"/>
                      </a:moveTo>
                      <a:lnTo>
                        <a:pt x="9768" y="9860"/>
                      </a:lnTo>
                      <a:cubicBezTo>
                        <a:pt x="9768" y="11462"/>
                        <a:pt x="8669" y="12785"/>
                        <a:pt x="7174" y="12785"/>
                      </a:cubicBezTo>
                      <a:lnTo>
                        <a:pt x="609" y="12785"/>
                      </a:lnTo>
                      <a:cubicBezTo>
                        <a:pt x="397" y="12785"/>
                        <a:pt x="172" y="12785"/>
                        <a:pt x="0" y="12732"/>
                      </a:cubicBezTo>
                      <a:lnTo>
                        <a:pt x="0" y="12732"/>
                      </a:lnTo>
                      <a:cubicBezTo>
                        <a:pt x="503" y="13394"/>
                        <a:pt x="1218" y="13897"/>
                        <a:pt x="2052" y="13897"/>
                      </a:cubicBezTo>
                      <a:lnTo>
                        <a:pt x="8669" y="13897"/>
                      </a:lnTo>
                      <a:cubicBezTo>
                        <a:pt x="10099" y="13897"/>
                        <a:pt x="11316" y="12507"/>
                        <a:pt x="11316" y="10853"/>
                      </a:cubicBezTo>
                      <a:lnTo>
                        <a:pt x="113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 name="Google Shape;738;p29"/>
                <p:cNvGrpSpPr/>
                <p:nvPr/>
              </p:nvGrpSpPr>
              <p:grpSpPr>
                <a:xfrm>
                  <a:off x="1121746" y="3308243"/>
                  <a:ext cx="164233" cy="80247"/>
                  <a:chOff x="2774143" y="4536556"/>
                  <a:chExt cx="320455" cy="156580"/>
                </a:xfrm>
              </p:grpSpPr>
              <p:sp>
                <p:nvSpPr>
                  <p:cNvPr id="739" name="Google Shape;739;p29"/>
                  <p:cNvSpPr/>
                  <p:nvPr/>
                </p:nvSpPr>
                <p:spPr>
                  <a:xfrm>
                    <a:off x="2774143" y="4562865"/>
                    <a:ext cx="112751" cy="98104"/>
                  </a:xfrm>
                  <a:custGeom>
                    <a:rect b="b" l="l" r="r" t="t"/>
                    <a:pathLst>
                      <a:path extrusionOk="0" h="1775" w="2040">
                        <a:moveTo>
                          <a:pt x="292" y="1"/>
                        </a:moveTo>
                        <a:cubicBezTo>
                          <a:pt x="173" y="1"/>
                          <a:pt x="94" y="14"/>
                          <a:pt x="67" y="27"/>
                        </a:cubicBezTo>
                        <a:cubicBezTo>
                          <a:pt x="27" y="40"/>
                          <a:pt x="1" y="67"/>
                          <a:pt x="1" y="107"/>
                        </a:cubicBezTo>
                        <a:cubicBezTo>
                          <a:pt x="1" y="146"/>
                          <a:pt x="27" y="173"/>
                          <a:pt x="54" y="186"/>
                        </a:cubicBezTo>
                        <a:cubicBezTo>
                          <a:pt x="94" y="199"/>
                          <a:pt x="147" y="212"/>
                          <a:pt x="226" y="212"/>
                        </a:cubicBezTo>
                        <a:cubicBezTo>
                          <a:pt x="279" y="226"/>
                          <a:pt x="319" y="239"/>
                          <a:pt x="345" y="252"/>
                        </a:cubicBezTo>
                        <a:cubicBezTo>
                          <a:pt x="385" y="265"/>
                          <a:pt x="411" y="292"/>
                          <a:pt x="451" y="358"/>
                        </a:cubicBezTo>
                        <a:lnTo>
                          <a:pt x="835" y="887"/>
                        </a:lnTo>
                        <a:lnTo>
                          <a:pt x="782" y="967"/>
                        </a:lnTo>
                        <a:lnTo>
                          <a:pt x="729" y="1033"/>
                        </a:lnTo>
                        <a:lnTo>
                          <a:pt x="636" y="1165"/>
                        </a:lnTo>
                        <a:cubicBezTo>
                          <a:pt x="597" y="1205"/>
                          <a:pt x="544" y="1271"/>
                          <a:pt x="477" y="1364"/>
                        </a:cubicBezTo>
                        <a:cubicBezTo>
                          <a:pt x="464" y="1390"/>
                          <a:pt x="438" y="1404"/>
                          <a:pt x="411" y="1417"/>
                        </a:cubicBezTo>
                        <a:cubicBezTo>
                          <a:pt x="385" y="1430"/>
                          <a:pt x="358" y="1443"/>
                          <a:pt x="319" y="1443"/>
                        </a:cubicBezTo>
                        <a:cubicBezTo>
                          <a:pt x="266" y="1443"/>
                          <a:pt x="213" y="1457"/>
                          <a:pt x="173" y="1470"/>
                        </a:cubicBezTo>
                        <a:cubicBezTo>
                          <a:pt x="120" y="1483"/>
                          <a:pt x="94" y="1509"/>
                          <a:pt x="94" y="1562"/>
                        </a:cubicBezTo>
                        <a:cubicBezTo>
                          <a:pt x="94" y="1576"/>
                          <a:pt x="94" y="1602"/>
                          <a:pt x="107" y="1615"/>
                        </a:cubicBezTo>
                        <a:cubicBezTo>
                          <a:pt x="120" y="1629"/>
                          <a:pt x="133" y="1642"/>
                          <a:pt x="147" y="1642"/>
                        </a:cubicBezTo>
                        <a:cubicBezTo>
                          <a:pt x="160" y="1655"/>
                          <a:pt x="186" y="1655"/>
                          <a:pt x="199" y="1668"/>
                        </a:cubicBezTo>
                        <a:lnTo>
                          <a:pt x="385" y="1668"/>
                        </a:lnTo>
                        <a:cubicBezTo>
                          <a:pt x="438" y="1655"/>
                          <a:pt x="491" y="1655"/>
                          <a:pt x="544" y="1655"/>
                        </a:cubicBezTo>
                        <a:cubicBezTo>
                          <a:pt x="570" y="1655"/>
                          <a:pt x="597" y="1655"/>
                          <a:pt x="623" y="1668"/>
                        </a:cubicBezTo>
                        <a:lnTo>
                          <a:pt x="822" y="1668"/>
                        </a:lnTo>
                        <a:cubicBezTo>
                          <a:pt x="848" y="1668"/>
                          <a:pt x="888" y="1655"/>
                          <a:pt x="927" y="1655"/>
                        </a:cubicBezTo>
                        <a:cubicBezTo>
                          <a:pt x="954" y="1642"/>
                          <a:pt x="980" y="1615"/>
                          <a:pt x="980" y="1562"/>
                        </a:cubicBezTo>
                        <a:cubicBezTo>
                          <a:pt x="980" y="1549"/>
                          <a:pt x="967" y="1536"/>
                          <a:pt x="954" y="1509"/>
                        </a:cubicBezTo>
                        <a:cubicBezTo>
                          <a:pt x="927" y="1483"/>
                          <a:pt x="874" y="1470"/>
                          <a:pt x="808" y="1470"/>
                        </a:cubicBezTo>
                        <a:cubicBezTo>
                          <a:pt x="769" y="1470"/>
                          <a:pt x="755" y="1470"/>
                          <a:pt x="742" y="1457"/>
                        </a:cubicBezTo>
                        <a:cubicBezTo>
                          <a:pt x="742" y="1457"/>
                          <a:pt x="729" y="1443"/>
                          <a:pt x="729" y="1430"/>
                        </a:cubicBezTo>
                        <a:cubicBezTo>
                          <a:pt x="729" y="1417"/>
                          <a:pt x="742" y="1404"/>
                          <a:pt x="755" y="1377"/>
                        </a:cubicBezTo>
                        <a:cubicBezTo>
                          <a:pt x="782" y="1351"/>
                          <a:pt x="795" y="1324"/>
                          <a:pt x="808" y="1311"/>
                        </a:cubicBezTo>
                        <a:cubicBezTo>
                          <a:pt x="835" y="1271"/>
                          <a:pt x="861" y="1245"/>
                          <a:pt x="888" y="1218"/>
                        </a:cubicBezTo>
                        <a:cubicBezTo>
                          <a:pt x="901" y="1179"/>
                          <a:pt x="941" y="1139"/>
                          <a:pt x="980" y="1086"/>
                        </a:cubicBezTo>
                        <a:cubicBezTo>
                          <a:pt x="1007" y="1126"/>
                          <a:pt x="1047" y="1165"/>
                          <a:pt x="1086" y="1218"/>
                        </a:cubicBezTo>
                        <a:cubicBezTo>
                          <a:pt x="1113" y="1258"/>
                          <a:pt x="1152" y="1298"/>
                          <a:pt x="1179" y="1337"/>
                        </a:cubicBezTo>
                        <a:cubicBezTo>
                          <a:pt x="1205" y="1377"/>
                          <a:pt x="1219" y="1417"/>
                          <a:pt x="1245" y="1457"/>
                        </a:cubicBezTo>
                        <a:cubicBezTo>
                          <a:pt x="1258" y="1483"/>
                          <a:pt x="1272" y="1496"/>
                          <a:pt x="1272" y="1509"/>
                        </a:cubicBezTo>
                        <a:cubicBezTo>
                          <a:pt x="1272" y="1536"/>
                          <a:pt x="1258" y="1549"/>
                          <a:pt x="1258" y="1549"/>
                        </a:cubicBezTo>
                        <a:lnTo>
                          <a:pt x="1205" y="1562"/>
                        </a:lnTo>
                        <a:cubicBezTo>
                          <a:pt x="1179" y="1576"/>
                          <a:pt x="1166" y="1589"/>
                          <a:pt x="1152" y="1602"/>
                        </a:cubicBezTo>
                        <a:cubicBezTo>
                          <a:pt x="1152" y="1629"/>
                          <a:pt x="1152" y="1642"/>
                          <a:pt x="1152" y="1655"/>
                        </a:cubicBezTo>
                        <a:cubicBezTo>
                          <a:pt x="1152" y="1682"/>
                          <a:pt x="1166" y="1708"/>
                          <a:pt x="1179" y="1734"/>
                        </a:cubicBezTo>
                        <a:cubicBezTo>
                          <a:pt x="1219" y="1761"/>
                          <a:pt x="1258" y="1774"/>
                          <a:pt x="1324" y="1774"/>
                        </a:cubicBezTo>
                        <a:cubicBezTo>
                          <a:pt x="1364" y="1774"/>
                          <a:pt x="1404" y="1774"/>
                          <a:pt x="1444" y="1761"/>
                        </a:cubicBezTo>
                        <a:lnTo>
                          <a:pt x="1708" y="1761"/>
                        </a:lnTo>
                        <a:cubicBezTo>
                          <a:pt x="1761" y="1774"/>
                          <a:pt x="1814" y="1774"/>
                          <a:pt x="1867" y="1774"/>
                        </a:cubicBezTo>
                        <a:cubicBezTo>
                          <a:pt x="1907" y="1774"/>
                          <a:pt x="1947" y="1761"/>
                          <a:pt x="1986" y="1761"/>
                        </a:cubicBezTo>
                        <a:cubicBezTo>
                          <a:pt x="2013" y="1748"/>
                          <a:pt x="2039" y="1721"/>
                          <a:pt x="2039" y="1668"/>
                        </a:cubicBezTo>
                        <a:cubicBezTo>
                          <a:pt x="2039" y="1642"/>
                          <a:pt x="2013" y="1615"/>
                          <a:pt x="1986" y="1602"/>
                        </a:cubicBezTo>
                        <a:cubicBezTo>
                          <a:pt x="1960" y="1589"/>
                          <a:pt x="1933" y="1576"/>
                          <a:pt x="1880" y="1576"/>
                        </a:cubicBezTo>
                        <a:lnTo>
                          <a:pt x="1774" y="1576"/>
                        </a:lnTo>
                        <a:cubicBezTo>
                          <a:pt x="1735" y="1562"/>
                          <a:pt x="1708" y="1562"/>
                          <a:pt x="1669" y="1549"/>
                        </a:cubicBezTo>
                        <a:cubicBezTo>
                          <a:pt x="1655" y="1536"/>
                          <a:pt x="1629" y="1536"/>
                          <a:pt x="1602" y="1509"/>
                        </a:cubicBezTo>
                        <a:cubicBezTo>
                          <a:pt x="1589" y="1496"/>
                          <a:pt x="1563" y="1457"/>
                          <a:pt x="1523" y="1417"/>
                        </a:cubicBezTo>
                        <a:cubicBezTo>
                          <a:pt x="1483" y="1364"/>
                          <a:pt x="1430" y="1298"/>
                          <a:pt x="1364" y="1218"/>
                        </a:cubicBezTo>
                        <a:cubicBezTo>
                          <a:pt x="1298" y="1126"/>
                          <a:pt x="1219" y="1020"/>
                          <a:pt x="1126" y="887"/>
                        </a:cubicBezTo>
                        <a:cubicBezTo>
                          <a:pt x="1179" y="808"/>
                          <a:pt x="1219" y="742"/>
                          <a:pt x="1272" y="676"/>
                        </a:cubicBezTo>
                        <a:cubicBezTo>
                          <a:pt x="1311" y="609"/>
                          <a:pt x="1364" y="543"/>
                          <a:pt x="1430" y="464"/>
                        </a:cubicBezTo>
                        <a:cubicBezTo>
                          <a:pt x="1470" y="424"/>
                          <a:pt x="1510" y="384"/>
                          <a:pt x="1549" y="371"/>
                        </a:cubicBezTo>
                        <a:cubicBezTo>
                          <a:pt x="1576" y="358"/>
                          <a:pt x="1629" y="345"/>
                          <a:pt x="1682" y="345"/>
                        </a:cubicBezTo>
                        <a:lnTo>
                          <a:pt x="1933" y="345"/>
                        </a:lnTo>
                        <a:cubicBezTo>
                          <a:pt x="1960" y="345"/>
                          <a:pt x="1986" y="332"/>
                          <a:pt x="1999" y="318"/>
                        </a:cubicBezTo>
                        <a:cubicBezTo>
                          <a:pt x="2013" y="292"/>
                          <a:pt x="2013" y="279"/>
                          <a:pt x="2013" y="252"/>
                        </a:cubicBezTo>
                        <a:cubicBezTo>
                          <a:pt x="2013" y="173"/>
                          <a:pt x="1986" y="133"/>
                          <a:pt x="1933" y="133"/>
                        </a:cubicBezTo>
                        <a:lnTo>
                          <a:pt x="1245" y="133"/>
                        </a:lnTo>
                        <a:cubicBezTo>
                          <a:pt x="1192" y="133"/>
                          <a:pt x="1152" y="146"/>
                          <a:pt x="1126" y="159"/>
                        </a:cubicBezTo>
                        <a:cubicBezTo>
                          <a:pt x="1086" y="186"/>
                          <a:pt x="1073" y="212"/>
                          <a:pt x="1073" y="252"/>
                        </a:cubicBezTo>
                        <a:cubicBezTo>
                          <a:pt x="1073" y="279"/>
                          <a:pt x="1086" y="305"/>
                          <a:pt x="1099" y="318"/>
                        </a:cubicBezTo>
                        <a:cubicBezTo>
                          <a:pt x="1126" y="332"/>
                          <a:pt x="1139" y="332"/>
                          <a:pt x="1152" y="345"/>
                        </a:cubicBezTo>
                        <a:cubicBezTo>
                          <a:pt x="1166" y="345"/>
                          <a:pt x="1179" y="358"/>
                          <a:pt x="1179" y="358"/>
                        </a:cubicBezTo>
                        <a:cubicBezTo>
                          <a:pt x="1179" y="371"/>
                          <a:pt x="1166" y="398"/>
                          <a:pt x="1139" y="437"/>
                        </a:cubicBezTo>
                        <a:cubicBezTo>
                          <a:pt x="1126" y="464"/>
                          <a:pt x="1099" y="504"/>
                          <a:pt x="1073" y="543"/>
                        </a:cubicBezTo>
                        <a:lnTo>
                          <a:pt x="980" y="689"/>
                        </a:lnTo>
                        <a:cubicBezTo>
                          <a:pt x="941" y="636"/>
                          <a:pt x="901" y="583"/>
                          <a:pt x="861" y="530"/>
                        </a:cubicBezTo>
                        <a:cubicBezTo>
                          <a:pt x="835" y="490"/>
                          <a:pt x="808" y="437"/>
                          <a:pt x="782" y="411"/>
                        </a:cubicBezTo>
                        <a:cubicBezTo>
                          <a:pt x="755" y="371"/>
                          <a:pt x="729" y="332"/>
                          <a:pt x="716" y="305"/>
                        </a:cubicBezTo>
                        <a:cubicBezTo>
                          <a:pt x="702" y="279"/>
                          <a:pt x="702" y="265"/>
                          <a:pt x="702" y="252"/>
                        </a:cubicBezTo>
                        <a:cubicBezTo>
                          <a:pt x="702" y="239"/>
                          <a:pt x="702" y="226"/>
                          <a:pt x="729" y="226"/>
                        </a:cubicBezTo>
                        <a:lnTo>
                          <a:pt x="808" y="226"/>
                        </a:lnTo>
                        <a:cubicBezTo>
                          <a:pt x="848" y="226"/>
                          <a:pt x="888" y="212"/>
                          <a:pt x="901" y="186"/>
                        </a:cubicBezTo>
                        <a:cubicBezTo>
                          <a:pt x="927" y="173"/>
                          <a:pt x="941" y="146"/>
                          <a:pt x="941" y="120"/>
                        </a:cubicBezTo>
                        <a:cubicBezTo>
                          <a:pt x="941" y="107"/>
                          <a:pt x="941" y="93"/>
                          <a:pt x="927" y="80"/>
                        </a:cubicBezTo>
                        <a:cubicBezTo>
                          <a:pt x="927" y="67"/>
                          <a:pt x="927" y="54"/>
                          <a:pt x="901" y="40"/>
                        </a:cubicBezTo>
                        <a:cubicBezTo>
                          <a:pt x="901" y="27"/>
                          <a:pt x="874" y="27"/>
                          <a:pt x="848" y="14"/>
                        </a:cubicBezTo>
                        <a:cubicBezTo>
                          <a:pt x="822" y="1"/>
                          <a:pt x="782" y="1"/>
                          <a:pt x="729"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9"/>
                  <p:cNvSpPr/>
                  <p:nvPr/>
                </p:nvSpPr>
                <p:spPr>
                  <a:xfrm>
                    <a:off x="2897782" y="4536556"/>
                    <a:ext cx="65882" cy="66600"/>
                  </a:xfrm>
                  <a:custGeom>
                    <a:rect b="b" l="l" r="r" t="t"/>
                    <a:pathLst>
                      <a:path extrusionOk="0" h="1205" w="1192">
                        <a:moveTo>
                          <a:pt x="596" y="0"/>
                        </a:moveTo>
                        <a:cubicBezTo>
                          <a:pt x="557" y="0"/>
                          <a:pt x="530" y="13"/>
                          <a:pt x="504" y="40"/>
                        </a:cubicBezTo>
                        <a:cubicBezTo>
                          <a:pt x="477" y="53"/>
                          <a:pt x="477" y="80"/>
                          <a:pt x="477" y="106"/>
                        </a:cubicBezTo>
                        <a:cubicBezTo>
                          <a:pt x="477" y="159"/>
                          <a:pt x="477" y="212"/>
                          <a:pt x="477" y="278"/>
                        </a:cubicBezTo>
                        <a:cubicBezTo>
                          <a:pt x="477" y="331"/>
                          <a:pt x="477" y="410"/>
                          <a:pt x="477" y="490"/>
                        </a:cubicBezTo>
                        <a:lnTo>
                          <a:pt x="93" y="490"/>
                        </a:lnTo>
                        <a:cubicBezTo>
                          <a:pt x="67" y="490"/>
                          <a:pt x="54" y="503"/>
                          <a:pt x="27" y="516"/>
                        </a:cubicBezTo>
                        <a:cubicBezTo>
                          <a:pt x="1" y="543"/>
                          <a:pt x="1" y="569"/>
                          <a:pt x="1" y="609"/>
                        </a:cubicBezTo>
                        <a:cubicBezTo>
                          <a:pt x="1" y="649"/>
                          <a:pt x="1" y="688"/>
                          <a:pt x="27" y="702"/>
                        </a:cubicBezTo>
                        <a:cubicBezTo>
                          <a:pt x="54" y="728"/>
                          <a:pt x="80" y="728"/>
                          <a:pt x="93" y="728"/>
                        </a:cubicBezTo>
                        <a:lnTo>
                          <a:pt x="252" y="728"/>
                        </a:lnTo>
                        <a:cubicBezTo>
                          <a:pt x="318" y="728"/>
                          <a:pt x="398" y="728"/>
                          <a:pt x="477" y="715"/>
                        </a:cubicBezTo>
                        <a:lnTo>
                          <a:pt x="477" y="715"/>
                        </a:lnTo>
                        <a:cubicBezTo>
                          <a:pt x="477" y="781"/>
                          <a:pt x="464" y="860"/>
                          <a:pt x="464" y="940"/>
                        </a:cubicBezTo>
                        <a:cubicBezTo>
                          <a:pt x="464" y="1006"/>
                          <a:pt x="464" y="1072"/>
                          <a:pt x="464" y="1112"/>
                        </a:cubicBezTo>
                        <a:cubicBezTo>
                          <a:pt x="464" y="1125"/>
                          <a:pt x="477" y="1152"/>
                          <a:pt x="490" y="1165"/>
                        </a:cubicBezTo>
                        <a:cubicBezTo>
                          <a:pt x="517" y="1191"/>
                          <a:pt x="543" y="1205"/>
                          <a:pt x="583" y="1205"/>
                        </a:cubicBezTo>
                        <a:cubicBezTo>
                          <a:pt x="636" y="1205"/>
                          <a:pt x="662" y="1191"/>
                          <a:pt x="689" y="1165"/>
                        </a:cubicBezTo>
                        <a:cubicBezTo>
                          <a:pt x="702" y="1138"/>
                          <a:pt x="715" y="1125"/>
                          <a:pt x="715" y="1112"/>
                        </a:cubicBezTo>
                        <a:lnTo>
                          <a:pt x="715" y="715"/>
                        </a:lnTo>
                        <a:lnTo>
                          <a:pt x="1086" y="715"/>
                        </a:lnTo>
                        <a:cubicBezTo>
                          <a:pt x="1112" y="715"/>
                          <a:pt x="1139" y="715"/>
                          <a:pt x="1165" y="688"/>
                        </a:cubicBezTo>
                        <a:cubicBezTo>
                          <a:pt x="1179" y="662"/>
                          <a:pt x="1192" y="635"/>
                          <a:pt x="1192" y="596"/>
                        </a:cubicBezTo>
                        <a:cubicBezTo>
                          <a:pt x="1192" y="543"/>
                          <a:pt x="1192" y="516"/>
                          <a:pt x="1165" y="503"/>
                        </a:cubicBezTo>
                        <a:cubicBezTo>
                          <a:pt x="1152" y="477"/>
                          <a:pt x="1139" y="477"/>
                          <a:pt x="1112" y="477"/>
                        </a:cubicBezTo>
                        <a:lnTo>
                          <a:pt x="940" y="477"/>
                        </a:lnTo>
                        <a:cubicBezTo>
                          <a:pt x="874" y="490"/>
                          <a:pt x="808" y="490"/>
                          <a:pt x="715" y="490"/>
                        </a:cubicBezTo>
                        <a:lnTo>
                          <a:pt x="715" y="278"/>
                        </a:lnTo>
                        <a:cubicBezTo>
                          <a:pt x="715" y="212"/>
                          <a:pt x="729" y="159"/>
                          <a:pt x="729" y="106"/>
                        </a:cubicBezTo>
                        <a:cubicBezTo>
                          <a:pt x="729" y="80"/>
                          <a:pt x="715" y="53"/>
                          <a:pt x="689" y="40"/>
                        </a:cubicBezTo>
                        <a:cubicBezTo>
                          <a:pt x="662" y="13"/>
                          <a:pt x="636" y="0"/>
                          <a:pt x="596"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9"/>
                  <p:cNvSpPr/>
                  <p:nvPr/>
                </p:nvSpPr>
                <p:spPr>
                  <a:xfrm>
                    <a:off x="2967311" y="4565794"/>
                    <a:ext cx="127287" cy="127342"/>
                  </a:xfrm>
                  <a:custGeom>
                    <a:rect b="b" l="l" r="r" t="t"/>
                    <a:pathLst>
                      <a:path extrusionOk="0" h="2304" w="2303">
                        <a:moveTo>
                          <a:pt x="225" y="1"/>
                        </a:moveTo>
                        <a:cubicBezTo>
                          <a:pt x="172" y="1"/>
                          <a:pt x="119" y="14"/>
                          <a:pt x="66" y="40"/>
                        </a:cubicBezTo>
                        <a:cubicBezTo>
                          <a:pt x="27" y="54"/>
                          <a:pt x="0" y="80"/>
                          <a:pt x="0" y="133"/>
                        </a:cubicBezTo>
                        <a:cubicBezTo>
                          <a:pt x="0" y="173"/>
                          <a:pt x="27" y="199"/>
                          <a:pt x="79" y="212"/>
                        </a:cubicBezTo>
                        <a:cubicBezTo>
                          <a:pt x="119" y="212"/>
                          <a:pt x="199" y="226"/>
                          <a:pt x="291" y="226"/>
                        </a:cubicBezTo>
                        <a:lnTo>
                          <a:pt x="371" y="226"/>
                        </a:lnTo>
                        <a:cubicBezTo>
                          <a:pt x="384" y="226"/>
                          <a:pt x="397" y="239"/>
                          <a:pt x="424" y="239"/>
                        </a:cubicBezTo>
                        <a:cubicBezTo>
                          <a:pt x="437" y="252"/>
                          <a:pt x="450" y="252"/>
                          <a:pt x="450" y="279"/>
                        </a:cubicBezTo>
                        <a:cubicBezTo>
                          <a:pt x="463" y="292"/>
                          <a:pt x="477" y="305"/>
                          <a:pt x="490" y="331"/>
                        </a:cubicBezTo>
                        <a:lnTo>
                          <a:pt x="1231" y="1655"/>
                        </a:lnTo>
                        <a:cubicBezTo>
                          <a:pt x="1191" y="1734"/>
                          <a:pt x="1165" y="1801"/>
                          <a:pt x="1125" y="1854"/>
                        </a:cubicBezTo>
                        <a:cubicBezTo>
                          <a:pt x="1099" y="1906"/>
                          <a:pt x="1059" y="1946"/>
                          <a:pt x="1019" y="1986"/>
                        </a:cubicBezTo>
                        <a:cubicBezTo>
                          <a:pt x="993" y="2012"/>
                          <a:pt x="953" y="2039"/>
                          <a:pt x="913" y="2065"/>
                        </a:cubicBezTo>
                        <a:cubicBezTo>
                          <a:pt x="874" y="2079"/>
                          <a:pt x="821" y="2092"/>
                          <a:pt x="781" y="2092"/>
                        </a:cubicBezTo>
                        <a:cubicBezTo>
                          <a:pt x="715" y="2092"/>
                          <a:pt x="649" y="2079"/>
                          <a:pt x="609" y="2039"/>
                        </a:cubicBezTo>
                        <a:cubicBezTo>
                          <a:pt x="556" y="2012"/>
                          <a:pt x="529" y="1973"/>
                          <a:pt x="529" y="1933"/>
                        </a:cubicBezTo>
                        <a:cubicBezTo>
                          <a:pt x="529" y="1906"/>
                          <a:pt x="543" y="1893"/>
                          <a:pt x="556" y="1867"/>
                        </a:cubicBezTo>
                        <a:cubicBezTo>
                          <a:pt x="556" y="1854"/>
                          <a:pt x="582" y="1840"/>
                          <a:pt x="609" y="1840"/>
                        </a:cubicBezTo>
                        <a:lnTo>
                          <a:pt x="649" y="1840"/>
                        </a:lnTo>
                        <a:cubicBezTo>
                          <a:pt x="662" y="1827"/>
                          <a:pt x="675" y="1827"/>
                          <a:pt x="702" y="1814"/>
                        </a:cubicBezTo>
                        <a:cubicBezTo>
                          <a:pt x="715" y="1814"/>
                          <a:pt x="728" y="1801"/>
                          <a:pt x="728" y="1787"/>
                        </a:cubicBezTo>
                        <a:cubicBezTo>
                          <a:pt x="741" y="1761"/>
                          <a:pt x="754" y="1748"/>
                          <a:pt x="754" y="1721"/>
                        </a:cubicBezTo>
                        <a:cubicBezTo>
                          <a:pt x="754" y="1681"/>
                          <a:pt x="728" y="1655"/>
                          <a:pt x="702" y="1629"/>
                        </a:cubicBezTo>
                        <a:cubicBezTo>
                          <a:pt x="675" y="1615"/>
                          <a:pt x="649" y="1602"/>
                          <a:pt x="609" y="1602"/>
                        </a:cubicBezTo>
                        <a:cubicBezTo>
                          <a:pt x="582" y="1602"/>
                          <a:pt x="543" y="1615"/>
                          <a:pt x="516" y="1629"/>
                        </a:cubicBezTo>
                        <a:cubicBezTo>
                          <a:pt x="477" y="1642"/>
                          <a:pt x="450" y="1655"/>
                          <a:pt x="424" y="1681"/>
                        </a:cubicBezTo>
                        <a:cubicBezTo>
                          <a:pt x="397" y="1708"/>
                          <a:pt x="371" y="1748"/>
                          <a:pt x="357" y="1787"/>
                        </a:cubicBezTo>
                        <a:cubicBezTo>
                          <a:pt x="344" y="1827"/>
                          <a:pt x="331" y="1880"/>
                          <a:pt x="331" y="1933"/>
                        </a:cubicBezTo>
                        <a:cubicBezTo>
                          <a:pt x="331" y="1986"/>
                          <a:pt x="344" y="2039"/>
                          <a:pt x="371" y="2092"/>
                        </a:cubicBezTo>
                        <a:cubicBezTo>
                          <a:pt x="397" y="2131"/>
                          <a:pt x="424" y="2171"/>
                          <a:pt x="463" y="2198"/>
                        </a:cubicBezTo>
                        <a:cubicBezTo>
                          <a:pt x="503" y="2237"/>
                          <a:pt x="543" y="2264"/>
                          <a:pt x="582" y="2277"/>
                        </a:cubicBezTo>
                        <a:cubicBezTo>
                          <a:pt x="635" y="2290"/>
                          <a:pt x="688" y="2304"/>
                          <a:pt x="741" y="2304"/>
                        </a:cubicBezTo>
                        <a:cubicBezTo>
                          <a:pt x="847" y="2304"/>
                          <a:pt x="927" y="2277"/>
                          <a:pt x="1006" y="2237"/>
                        </a:cubicBezTo>
                        <a:cubicBezTo>
                          <a:pt x="1085" y="2198"/>
                          <a:pt x="1165" y="2145"/>
                          <a:pt x="1244" y="2052"/>
                        </a:cubicBezTo>
                        <a:cubicBezTo>
                          <a:pt x="1297" y="1986"/>
                          <a:pt x="1350" y="1906"/>
                          <a:pt x="1403" y="1801"/>
                        </a:cubicBezTo>
                        <a:cubicBezTo>
                          <a:pt x="1443" y="1695"/>
                          <a:pt x="1496" y="1589"/>
                          <a:pt x="1535" y="1443"/>
                        </a:cubicBezTo>
                        <a:lnTo>
                          <a:pt x="1919" y="371"/>
                        </a:lnTo>
                        <a:cubicBezTo>
                          <a:pt x="1932" y="331"/>
                          <a:pt x="1959" y="305"/>
                          <a:pt x="1972" y="305"/>
                        </a:cubicBezTo>
                        <a:cubicBezTo>
                          <a:pt x="1999" y="292"/>
                          <a:pt x="2038" y="279"/>
                          <a:pt x="2091" y="279"/>
                        </a:cubicBezTo>
                        <a:cubicBezTo>
                          <a:pt x="2144" y="279"/>
                          <a:pt x="2197" y="265"/>
                          <a:pt x="2237" y="252"/>
                        </a:cubicBezTo>
                        <a:cubicBezTo>
                          <a:pt x="2277" y="252"/>
                          <a:pt x="2303" y="212"/>
                          <a:pt x="2303" y="173"/>
                        </a:cubicBezTo>
                        <a:cubicBezTo>
                          <a:pt x="2303" y="133"/>
                          <a:pt x="2277" y="106"/>
                          <a:pt x="2237" y="93"/>
                        </a:cubicBezTo>
                        <a:cubicBezTo>
                          <a:pt x="2197" y="80"/>
                          <a:pt x="2157" y="67"/>
                          <a:pt x="2091" y="67"/>
                        </a:cubicBezTo>
                        <a:lnTo>
                          <a:pt x="1469" y="67"/>
                        </a:lnTo>
                        <a:cubicBezTo>
                          <a:pt x="1403" y="67"/>
                          <a:pt x="1377" y="80"/>
                          <a:pt x="1350" y="93"/>
                        </a:cubicBezTo>
                        <a:cubicBezTo>
                          <a:pt x="1337" y="106"/>
                          <a:pt x="1337" y="133"/>
                          <a:pt x="1337" y="173"/>
                        </a:cubicBezTo>
                        <a:cubicBezTo>
                          <a:pt x="1337" y="199"/>
                          <a:pt x="1337" y="226"/>
                          <a:pt x="1363" y="252"/>
                        </a:cubicBezTo>
                        <a:cubicBezTo>
                          <a:pt x="1390" y="265"/>
                          <a:pt x="1443" y="279"/>
                          <a:pt x="1496" y="279"/>
                        </a:cubicBezTo>
                        <a:cubicBezTo>
                          <a:pt x="1562" y="279"/>
                          <a:pt x="1602" y="292"/>
                          <a:pt x="1615" y="305"/>
                        </a:cubicBezTo>
                        <a:cubicBezTo>
                          <a:pt x="1628" y="305"/>
                          <a:pt x="1641" y="318"/>
                          <a:pt x="1641" y="345"/>
                        </a:cubicBezTo>
                        <a:cubicBezTo>
                          <a:pt x="1641" y="384"/>
                          <a:pt x="1628" y="424"/>
                          <a:pt x="1615" y="490"/>
                        </a:cubicBezTo>
                        <a:lnTo>
                          <a:pt x="1324" y="1364"/>
                        </a:lnTo>
                        <a:lnTo>
                          <a:pt x="807" y="384"/>
                        </a:lnTo>
                        <a:cubicBezTo>
                          <a:pt x="794" y="358"/>
                          <a:pt x="794" y="331"/>
                          <a:pt x="781" y="318"/>
                        </a:cubicBezTo>
                        <a:cubicBezTo>
                          <a:pt x="781" y="292"/>
                          <a:pt x="781" y="279"/>
                          <a:pt x="781" y="265"/>
                        </a:cubicBezTo>
                        <a:cubicBezTo>
                          <a:pt x="781" y="239"/>
                          <a:pt x="781" y="226"/>
                          <a:pt x="781" y="226"/>
                        </a:cubicBezTo>
                        <a:cubicBezTo>
                          <a:pt x="794" y="226"/>
                          <a:pt x="807" y="212"/>
                          <a:pt x="821" y="212"/>
                        </a:cubicBezTo>
                        <a:cubicBezTo>
                          <a:pt x="874" y="212"/>
                          <a:pt x="900" y="199"/>
                          <a:pt x="927" y="186"/>
                        </a:cubicBezTo>
                        <a:cubicBezTo>
                          <a:pt x="940" y="159"/>
                          <a:pt x="953" y="133"/>
                          <a:pt x="953" y="106"/>
                        </a:cubicBezTo>
                        <a:cubicBezTo>
                          <a:pt x="953" y="80"/>
                          <a:pt x="940" y="54"/>
                          <a:pt x="913" y="40"/>
                        </a:cubicBezTo>
                        <a:cubicBezTo>
                          <a:pt x="900" y="14"/>
                          <a:pt x="860" y="1"/>
                          <a:pt x="794"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2" name="Google Shape;742;p29"/>
              <p:cNvSpPr/>
              <p:nvPr/>
            </p:nvSpPr>
            <p:spPr>
              <a:xfrm>
                <a:off x="1877005" y="3547058"/>
                <a:ext cx="199861" cy="25124"/>
              </a:xfrm>
              <a:custGeom>
                <a:rect b="b" l="l" r="r" t="t"/>
                <a:pathLst>
                  <a:path extrusionOk="0" h="887" w="7056">
                    <a:moveTo>
                      <a:pt x="1" y="0"/>
                    </a:moveTo>
                    <a:lnTo>
                      <a:pt x="1" y="887"/>
                    </a:lnTo>
                    <a:lnTo>
                      <a:pt x="7055" y="887"/>
                    </a:lnTo>
                    <a:lnTo>
                      <a:pt x="7055" y="0"/>
                    </a:ln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3" name="Google Shape;743;p29"/>
          <p:cNvGrpSpPr/>
          <p:nvPr/>
        </p:nvGrpSpPr>
        <p:grpSpPr>
          <a:xfrm>
            <a:off x="1517502" y="4056065"/>
            <a:ext cx="675314" cy="304797"/>
            <a:chOff x="4763863" y="259761"/>
            <a:chExt cx="766705" cy="346045"/>
          </a:xfrm>
        </p:grpSpPr>
        <p:sp>
          <p:nvSpPr>
            <p:cNvPr id="744" name="Google Shape;744;p29"/>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9"/>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9"/>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9"/>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 name="Google Shape;748;p29"/>
          <p:cNvGrpSpPr/>
          <p:nvPr/>
        </p:nvGrpSpPr>
        <p:grpSpPr>
          <a:xfrm>
            <a:off x="1775354" y="977195"/>
            <a:ext cx="721026" cy="252610"/>
            <a:chOff x="2109963" y="768908"/>
            <a:chExt cx="818604" cy="286796"/>
          </a:xfrm>
        </p:grpSpPr>
        <p:sp>
          <p:nvSpPr>
            <p:cNvPr id="749" name="Google Shape;749;p29"/>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9"/>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9"/>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9"/>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9"/>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 name="Google Shape;754;p29"/>
          <p:cNvGrpSpPr/>
          <p:nvPr/>
        </p:nvGrpSpPr>
        <p:grpSpPr>
          <a:xfrm>
            <a:off x="337299" y="1935842"/>
            <a:ext cx="595379" cy="434972"/>
            <a:chOff x="570141" y="1610117"/>
            <a:chExt cx="675952" cy="493837"/>
          </a:xfrm>
        </p:grpSpPr>
        <p:sp>
          <p:nvSpPr>
            <p:cNvPr id="755" name="Google Shape;755;p29"/>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9"/>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9"/>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85A"/>
        </a:solidFill>
      </p:bgPr>
    </p:bg>
    <p:spTree>
      <p:nvGrpSpPr>
        <p:cNvPr id="761" name="Shape 761"/>
        <p:cNvGrpSpPr/>
        <p:nvPr/>
      </p:nvGrpSpPr>
      <p:grpSpPr>
        <a:xfrm>
          <a:off x="0" y="0"/>
          <a:ext cx="0" cy="0"/>
          <a:chOff x="0" y="0"/>
          <a:chExt cx="0" cy="0"/>
        </a:xfrm>
      </p:grpSpPr>
      <p:sp>
        <p:nvSpPr>
          <p:cNvPr id="762" name="Google Shape;762;p30"/>
          <p:cNvSpPr txBox="1"/>
          <p:nvPr>
            <p:ph type="title"/>
          </p:nvPr>
        </p:nvSpPr>
        <p:spPr>
          <a:xfrm>
            <a:off x="1570027" y="2130900"/>
            <a:ext cx="4257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Situation</a:t>
            </a:r>
            <a:endParaRPr/>
          </a:p>
        </p:txBody>
      </p:sp>
      <p:sp>
        <p:nvSpPr>
          <p:cNvPr id="763" name="Google Shape;763;p30"/>
          <p:cNvSpPr txBox="1"/>
          <p:nvPr>
            <p:ph idx="2" type="title"/>
          </p:nvPr>
        </p:nvSpPr>
        <p:spPr>
          <a:xfrm>
            <a:off x="2123377" y="1317875"/>
            <a:ext cx="3150900" cy="841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Mis en </a:t>
            </a:r>
            <a:endParaRPr/>
          </a:p>
        </p:txBody>
      </p:sp>
      <p:sp>
        <p:nvSpPr>
          <p:cNvPr id="764" name="Google Shape;764;p30"/>
          <p:cNvSpPr txBox="1"/>
          <p:nvPr>
            <p:ph idx="1" type="subTitle"/>
          </p:nvPr>
        </p:nvSpPr>
        <p:spPr>
          <a:xfrm>
            <a:off x="2285977" y="3112225"/>
            <a:ext cx="2825700" cy="713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Problème : La famille Doran a 5 enfants, âgés de 9, 12, 7, 16 et 13 ans. Quel est l’âge de l’enfant du milieu ?</a:t>
            </a:r>
            <a:endParaRPr/>
          </a:p>
          <a:p>
            <a:pPr indent="0" lvl="0" marL="0" rtl="0" algn="ctr">
              <a:spcBef>
                <a:spcPts val="1600"/>
              </a:spcBef>
              <a:spcAft>
                <a:spcPts val="0"/>
              </a:spcAft>
              <a:buNone/>
            </a:pPr>
            <a:r>
              <a:t/>
            </a:r>
            <a:endParaRPr/>
          </a:p>
          <a:p>
            <a:pPr indent="0" lvl="0" marL="0" rtl="0" algn="ctr">
              <a:spcBef>
                <a:spcPts val="1600"/>
              </a:spcBef>
              <a:spcAft>
                <a:spcPts val="1600"/>
              </a:spcAft>
              <a:buNone/>
            </a:pPr>
            <a:r>
              <a:t/>
            </a:r>
            <a:endParaRPr/>
          </a:p>
        </p:txBody>
      </p:sp>
      <p:grpSp>
        <p:nvGrpSpPr>
          <p:cNvPr id="765" name="Google Shape;765;p30"/>
          <p:cNvGrpSpPr/>
          <p:nvPr/>
        </p:nvGrpSpPr>
        <p:grpSpPr>
          <a:xfrm>
            <a:off x="5641385" y="2381306"/>
            <a:ext cx="2599446" cy="2521829"/>
            <a:chOff x="5641385" y="2381306"/>
            <a:chExt cx="2599446" cy="2521829"/>
          </a:xfrm>
        </p:grpSpPr>
        <p:sp>
          <p:nvSpPr>
            <p:cNvPr id="766" name="Google Shape;766;p30"/>
            <p:cNvSpPr/>
            <p:nvPr/>
          </p:nvSpPr>
          <p:spPr>
            <a:xfrm>
              <a:off x="5715495" y="4459755"/>
              <a:ext cx="2364987" cy="361232"/>
            </a:xfrm>
            <a:custGeom>
              <a:rect b="b" l="l" r="r" t="t"/>
              <a:pathLst>
                <a:path extrusionOk="0" h="5883" w="38516">
                  <a:moveTo>
                    <a:pt x="19191" y="1"/>
                  </a:moveTo>
                  <a:cubicBezTo>
                    <a:pt x="8537" y="1"/>
                    <a:pt x="0" y="1379"/>
                    <a:pt x="0" y="2925"/>
                  </a:cubicBezTo>
                  <a:cubicBezTo>
                    <a:pt x="0" y="4471"/>
                    <a:pt x="8537" y="5882"/>
                    <a:pt x="19191" y="5882"/>
                  </a:cubicBezTo>
                  <a:cubicBezTo>
                    <a:pt x="29811" y="5882"/>
                    <a:pt x="38516" y="4471"/>
                    <a:pt x="38516" y="2925"/>
                  </a:cubicBezTo>
                  <a:cubicBezTo>
                    <a:pt x="38516" y="1379"/>
                    <a:pt x="29811" y="1"/>
                    <a:pt x="191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30"/>
            <p:cNvGrpSpPr/>
            <p:nvPr/>
          </p:nvGrpSpPr>
          <p:grpSpPr>
            <a:xfrm flipH="1">
              <a:off x="6793275" y="3690844"/>
              <a:ext cx="1447557" cy="1002468"/>
              <a:chOff x="4799733" y="3457797"/>
              <a:chExt cx="2301388" cy="1593766"/>
            </a:xfrm>
          </p:grpSpPr>
          <p:sp>
            <p:nvSpPr>
              <p:cNvPr id="768" name="Google Shape;768;p30"/>
              <p:cNvSpPr/>
              <p:nvPr/>
            </p:nvSpPr>
            <p:spPr>
              <a:xfrm>
                <a:off x="5512937" y="4441437"/>
                <a:ext cx="134693" cy="122202"/>
              </a:xfrm>
              <a:custGeom>
                <a:rect b="b" l="l" r="r" t="t"/>
                <a:pathLst>
                  <a:path extrusionOk="0" h="2211" w="2437">
                    <a:moveTo>
                      <a:pt x="1" y="1"/>
                    </a:moveTo>
                    <a:lnTo>
                      <a:pt x="1" y="715"/>
                    </a:lnTo>
                    <a:lnTo>
                      <a:pt x="1" y="1271"/>
                    </a:lnTo>
                    <a:lnTo>
                      <a:pt x="1" y="2211"/>
                    </a:lnTo>
                    <a:lnTo>
                      <a:pt x="2436" y="1112"/>
                    </a:lnTo>
                    <a:lnTo>
                      <a:pt x="1" y="1"/>
                    </a:ln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0"/>
              <p:cNvSpPr/>
              <p:nvPr/>
            </p:nvSpPr>
            <p:spPr>
              <a:xfrm>
                <a:off x="5671673" y="4450943"/>
                <a:ext cx="91527" cy="79091"/>
              </a:xfrm>
              <a:custGeom>
                <a:rect b="b" l="l" r="r" t="t"/>
                <a:pathLst>
                  <a:path extrusionOk="0" h="1431" w="1656">
                    <a:moveTo>
                      <a:pt x="1" y="1"/>
                    </a:moveTo>
                    <a:lnTo>
                      <a:pt x="1" y="1430"/>
                    </a:lnTo>
                    <a:lnTo>
                      <a:pt x="1655" y="1430"/>
                    </a:lnTo>
                    <a:lnTo>
                      <a:pt x="1655" y="1"/>
                    </a:lnTo>
                    <a:close/>
                  </a:path>
                </a:pathLst>
              </a:custGeom>
              <a:solidFill>
                <a:srgbClr val="F9CF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0"/>
              <p:cNvSpPr/>
              <p:nvPr/>
            </p:nvSpPr>
            <p:spPr>
              <a:xfrm>
                <a:off x="5670236" y="4448014"/>
                <a:ext cx="92246" cy="80528"/>
              </a:xfrm>
              <a:custGeom>
                <a:rect b="b" l="l" r="r" t="t"/>
                <a:pathLst>
                  <a:path extrusionOk="0" h="1457" w="1669">
                    <a:moveTo>
                      <a:pt x="239" y="1"/>
                    </a:moveTo>
                    <a:cubicBezTo>
                      <a:pt x="146" y="1"/>
                      <a:pt x="80" y="14"/>
                      <a:pt x="53" y="27"/>
                    </a:cubicBezTo>
                    <a:cubicBezTo>
                      <a:pt x="14" y="40"/>
                      <a:pt x="0" y="54"/>
                      <a:pt x="0" y="93"/>
                    </a:cubicBezTo>
                    <a:cubicBezTo>
                      <a:pt x="0" y="120"/>
                      <a:pt x="14" y="146"/>
                      <a:pt x="40" y="160"/>
                    </a:cubicBezTo>
                    <a:cubicBezTo>
                      <a:pt x="80" y="173"/>
                      <a:pt x="120" y="173"/>
                      <a:pt x="186" y="173"/>
                    </a:cubicBezTo>
                    <a:cubicBezTo>
                      <a:pt x="225" y="186"/>
                      <a:pt x="265" y="186"/>
                      <a:pt x="292" y="199"/>
                    </a:cubicBezTo>
                    <a:cubicBezTo>
                      <a:pt x="305" y="212"/>
                      <a:pt x="345" y="239"/>
                      <a:pt x="371" y="292"/>
                    </a:cubicBezTo>
                    <a:lnTo>
                      <a:pt x="689" y="729"/>
                    </a:lnTo>
                    <a:lnTo>
                      <a:pt x="636" y="795"/>
                    </a:lnTo>
                    <a:lnTo>
                      <a:pt x="596" y="861"/>
                    </a:lnTo>
                    <a:lnTo>
                      <a:pt x="517" y="954"/>
                    </a:lnTo>
                    <a:cubicBezTo>
                      <a:pt x="490" y="993"/>
                      <a:pt x="450" y="1046"/>
                      <a:pt x="398" y="1126"/>
                    </a:cubicBezTo>
                    <a:cubicBezTo>
                      <a:pt x="371" y="1139"/>
                      <a:pt x="358" y="1152"/>
                      <a:pt x="331" y="1165"/>
                    </a:cubicBezTo>
                    <a:cubicBezTo>
                      <a:pt x="318" y="1179"/>
                      <a:pt x="292" y="1179"/>
                      <a:pt x="265" y="1192"/>
                    </a:cubicBezTo>
                    <a:cubicBezTo>
                      <a:pt x="212" y="1192"/>
                      <a:pt x="173" y="1205"/>
                      <a:pt x="133" y="1218"/>
                    </a:cubicBezTo>
                    <a:cubicBezTo>
                      <a:pt x="93" y="1232"/>
                      <a:pt x="80" y="1245"/>
                      <a:pt x="80" y="1285"/>
                    </a:cubicBezTo>
                    <a:cubicBezTo>
                      <a:pt x="80" y="1298"/>
                      <a:pt x="80" y="1324"/>
                      <a:pt x="80" y="1337"/>
                    </a:cubicBezTo>
                    <a:cubicBezTo>
                      <a:pt x="93" y="1337"/>
                      <a:pt x="106" y="1351"/>
                      <a:pt x="120" y="1351"/>
                    </a:cubicBezTo>
                    <a:cubicBezTo>
                      <a:pt x="133" y="1364"/>
                      <a:pt x="146" y="1364"/>
                      <a:pt x="159" y="1364"/>
                    </a:cubicBezTo>
                    <a:lnTo>
                      <a:pt x="556" y="1364"/>
                    </a:lnTo>
                    <a:cubicBezTo>
                      <a:pt x="570" y="1364"/>
                      <a:pt x="583" y="1377"/>
                      <a:pt x="609" y="1377"/>
                    </a:cubicBezTo>
                    <a:lnTo>
                      <a:pt x="675" y="1377"/>
                    </a:lnTo>
                    <a:cubicBezTo>
                      <a:pt x="702" y="1377"/>
                      <a:pt x="728" y="1364"/>
                      <a:pt x="755" y="1364"/>
                    </a:cubicBezTo>
                    <a:cubicBezTo>
                      <a:pt x="781" y="1351"/>
                      <a:pt x="808" y="1324"/>
                      <a:pt x="808" y="1298"/>
                    </a:cubicBezTo>
                    <a:cubicBezTo>
                      <a:pt x="808" y="1285"/>
                      <a:pt x="795" y="1258"/>
                      <a:pt x="781" y="1245"/>
                    </a:cubicBezTo>
                    <a:cubicBezTo>
                      <a:pt x="768" y="1218"/>
                      <a:pt x="715" y="1218"/>
                      <a:pt x="662" y="1218"/>
                    </a:cubicBezTo>
                    <a:cubicBezTo>
                      <a:pt x="636" y="1218"/>
                      <a:pt x="609" y="1205"/>
                      <a:pt x="609" y="1205"/>
                    </a:cubicBezTo>
                    <a:cubicBezTo>
                      <a:pt x="609" y="1192"/>
                      <a:pt x="596" y="1192"/>
                      <a:pt x="596" y="1179"/>
                    </a:cubicBezTo>
                    <a:cubicBezTo>
                      <a:pt x="596" y="1179"/>
                      <a:pt x="609" y="1152"/>
                      <a:pt x="623" y="1139"/>
                    </a:cubicBezTo>
                    <a:cubicBezTo>
                      <a:pt x="636" y="1112"/>
                      <a:pt x="649" y="1099"/>
                      <a:pt x="662" y="1086"/>
                    </a:cubicBezTo>
                    <a:cubicBezTo>
                      <a:pt x="689" y="1046"/>
                      <a:pt x="702" y="1020"/>
                      <a:pt x="728" y="993"/>
                    </a:cubicBezTo>
                    <a:cubicBezTo>
                      <a:pt x="742" y="980"/>
                      <a:pt x="768" y="940"/>
                      <a:pt x="808" y="887"/>
                    </a:cubicBezTo>
                    <a:cubicBezTo>
                      <a:pt x="834" y="927"/>
                      <a:pt x="861" y="967"/>
                      <a:pt x="887" y="1007"/>
                    </a:cubicBezTo>
                    <a:cubicBezTo>
                      <a:pt x="914" y="1033"/>
                      <a:pt x="940" y="1073"/>
                      <a:pt x="967" y="1112"/>
                    </a:cubicBezTo>
                    <a:cubicBezTo>
                      <a:pt x="980" y="1139"/>
                      <a:pt x="1006" y="1165"/>
                      <a:pt x="1020" y="1192"/>
                    </a:cubicBezTo>
                    <a:cubicBezTo>
                      <a:pt x="1033" y="1218"/>
                      <a:pt x="1046" y="1232"/>
                      <a:pt x="1046" y="1245"/>
                    </a:cubicBezTo>
                    <a:cubicBezTo>
                      <a:pt x="1046" y="1258"/>
                      <a:pt x="1033" y="1271"/>
                      <a:pt x="1033" y="1285"/>
                    </a:cubicBezTo>
                    <a:lnTo>
                      <a:pt x="993" y="1285"/>
                    </a:lnTo>
                    <a:cubicBezTo>
                      <a:pt x="967" y="1298"/>
                      <a:pt x="953" y="1311"/>
                      <a:pt x="953" y="1324"/>
                    </a:cubicBezTo>
                    <a:cubicBezTo>
                      <a:pt x="940" y="1337"/>
                      <a:pt x="940" y="1351"/>
                      <a:pt x="940" y="1364"/>
                    </a:cubicBezTo>
                    <a:cubicBezTo>
                      <a:pt x="940" y="1377"/>
                      <a:pt x="953" y="1404"/>
                      <a:pt x="967" y="1430"/>
                    </a:cubicBezTo>
                    <a:cubicBezTo>
                      <a:pt x="993" y="1443"/>
                      <a:pt x="1033" y="1457"/>
                      <a:pt x="1086" y="1457"/>
                    </a:cubicBezTo>
                    <a:lnTo>
                      <a:pt x="1536" y="1457"/>
                    </a:lnTo>
                    <a:cubicBezTo>
                      <a:pt x="1575" y="1457"/>
                      <a:pt x="1602" y="1457"/>
                      <a:pt x="1628" y="1443"/>
                    </a:cubicBezTo>
                    <a:cubicBezTo>
                      <a:pt x="1655" y="1443"/>
                      <a:pt x="1668" y="1417"/>
                      <a:pt x="1668" y="1377"/>
                    </a:cubicBezTo>
                    <a:cubicBezTo>
                      <a:pt x="1668" y="1351"/>
                      <a:pt x="1655" y="1337"/>
                      <a:pt x="1628" y="1324"/>
                    </a:cubicBezTo>
                    <a:cubicBezTo>
                      <a:pt x="1615" y="1311"/>
                      <a:pt x="1589" y="1298"/>
                      <a:pt x="1549" y="1298"/>
                    </a:cubicBezTo>
                    <a:lnTo>
                      <a:pt x="1456" y="1298"/>
                    </a:lnTo>
                    <a:cubicBezTo>
                      <a:pt x="1430" y="1298"/>
                      <a:pt x="1403" y="1285"/>
                      <a:pt x="1364" y="1271"/>
                    </a:cubicBezTo>
                    <a:cubicBezTo>
                      <a:pt x="1350" y="1271"/>
                      <a:pt x="1337" y="1258"/>
                      <a:pt x="1324" y="1245"/>
                    </a:cubicBezTo>
                    <a:cubicBezTo>
                      <a:pt x="1311" y="1232"/>
                      <a:pt x="1284" y="1205"/>
                      <a:pt x="1245" y="1165"/>
                    </a:cubicBezTo>
                    <a:cubicBezTo>
                      <a:pt x="1218" y="1126"/>
                      <a:pt x="1178" y="1073"/>
                      <a:pt x="1125" y="1007"/>
                    </a:cubicBezTo>
                    <a:cubicBezTo>
                      <a:pt x="1073" y="927"/>
                      <a:pt x="1006" y="835"/>
                      <a:pt x="927" y="729"/>
                    </a:cubicBezTo>
                    <a:cubicBezTo>
                      <a:pt x="967" y="676"/>
                      <a:pt x="1006" y="610"/>
                      <a:pt x="1046" y="557"/>
                    </a:cubicBezTo>
                    <a:cubicBezTo>
                      <a:pt x="1073" y="504"/>
                      <a:pt x="1125" y="451"/>
                      <a:pt x="1165" y="385"/>
                    </a:cubicBezTo>
                    <a:cubicBezTo>
                      <a:pt x="1205" y="345"/>
                      <a:pt x="1245" y="318"/>
                      <a:pt x="1271" y="305"/>
                    </a:cubicBezTo>
                    <a:cubicBezTo>
                      <a:pt x="1298" y="292"/>
                      <a:pt x="1337" y="292"/>
                      <a:pt x="1390" y="292"/>
                    </a:cubicBezTo>
                    <a:cubicBezTo>
                      <a:pt x="1430" y="292"/>
                      <a:pt x="1509" y="279"/>
                      <a:pt x="1589" y="279"/>
                    </a:cubicBezTo>
                    <a:cubicBezTo>
                      <a:pt x="1615" y="279"/>
                      <a:pt x="1628" y="279"/>
                      <a:pt x="1642" y="265"/>
                    </a:cubicBezTo>
                    <a:cubicBezTo>
                      <a:pt x="1655" y="239"/>
                      <a:pt x="1655" y="226"/>
                      <a:pt x="1655" y="212"/>
                    </a:cubicBezTo>
                    <a:cubicBezTo>
                      <a:pt x="1655" y="146"/>
                      <a:pt x="1642" y="120"/>
                      <a:pt x="1589" y="120"/>
                    </a:cubicBezTo>
                    <a:lnTo>
                      <a:pt x="1020" y="120"/>
                    </a:lnTo>
                    <a:cubicBezTo>
                      <a:pt x="980" y="120"/>
                      <a:pt x="953" y="120"/>
                      <a:pt x="927" y="133"/>
                    </a:cubicBezTo>
                    <a:cubicBezTo>
                      <a:pt x="900" y="146"/>
                      <a:pt x="887" y="173"/>
                      <a:pt x="887" y="212"/>
                    </a:cubicBezTo>
                    <a:cubicBezTo>
                      <a:pt x="887" y="226"/>
                      <a:pt x="887" y="252"/>
                      <a:pt x="914" y="265"/>
                    </a:cubicBezTo>
                    <a:cubicBezTo>
                      <a:pt x="927" y="265"/>
                      <a:pt x="940" y="279"/>
                      <a:pt x="953" y="279"/>
                    </a:cubicBezTo>
                    <a:cubicBezTo>
                      <a:pt x="953" y="292"/>
                      <a:pt x="967" y="292"/>
                      <a:pt x="967" y="305"/>
                    </a:cubicBezTo>
                    <a:cubicBezTo>
                      <a:pt x="967" y="305"/>
                      <a:pt x="953" y="332"/>
                      <a:pt x="940" y="358"/>
                    </a:cubicBezTo>
                    <a:cubicBezTo>
                      <a:pt x="927" y="385"/>
                      <a:pt x="900" y="411"/>
                      <a:pt x="874" y="451"/>
                    </a:cubicBezTo>
                    <a:lnTo>
                      <a:pt x="808" y="570"/>
                    </a:lnTo>
                    <a:cubicBezTo>
                      <a:pt x="768" y="517"/>
                      <a:pt x="742" y="477"/>
                      <a:pt x="715" y="437"/>
                    </a:cubicBezTo>
                    <a:cubicBezTo>
                      <a:pt x="689" y="398"/>
                      <a:pt x="662" y="371"/>
                      <a:pt x="636" y="332"/>
                    </a:cubicBezTo>
                    <a:cubicBezTo>
                      <a:pt x="623" y="305"/>
                      <a:pt x="596" y="279"/>
                      <a:pt x="596" y="252"/>
                    </a:cubicBezTo>
                    <a:cubicBezTo>
                      <a:pt x="583" y="239"/>
                      <a:pt x="570" y="226"/>
                      <a:pt x="570" y="212"/>
                    </a:cubicBezTo>
                    <a:cubicBezTo>
                      <a:pt x="570" y="199"/>
                      <a:pt x="583" y="186"/>
                      <a:pt x="596" y="186"/>
                    </a:cubicBezTo>
                    <a:lnTo>
                      <a:pt x="662" y="186"/>
                    </a:lnTo>
                    <a:cubicBezTo>
                      <a:pt x="702" y="186"/>
                      <a:pt x="728" y="173"/>
                      <a:pt x="742" y="160"/>
                    </a:cubicBezTo>
                    <a:cubicBezTo>
                      <a:pt x="755" y="133"/>
                      <a:pt x="768" y="120"/>
                      <a:pt x="768" y="107"/>
                    </a:cubicBezTo>
                    <a:cubicBezTo>
                      <a:pt x="768" y="93"/>
                      <a:pt x="768" y="80"/>
                      <a:pt x="768" y="67"/>
                    </a:cubicBezTo>
                    <a:cubicBezTo>
                      <a:pt x="768" y="54"/>
                      <a:pt x="755" y="40"/>
                      <a:pt x="742" y="40"/>
                    </a:cubicBezTo>
                    <a:cubicBezTo>
                      <a:pt x="728" y="27"/>
                      <a:pt x="715" y="14"/>
                      <a:pt x="689" y="14"/>
                    </a:cubicBezTo>
                    <a:cubicBezTo>
                      <a:pt x="675" y="1"/>
                      <a:pt x="636" y="1"/>
                      <a:pt x="596" y="1"/>
                    </a:cubicBez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0"/>
              <p:cNvSpPr/>
              <p:nvPr/>
            </p:nvSpPr>
            <p:spPr>
              <a:xfrm>
                <a:off x="5668799" y="4448014"/>
                <a:ext cx="100260" cy="84895"/>
              </a:xfrm>
              <a:custGeom>
                <a:rect b="b" l="l" r="r" t="t"/>
                <a:pathLst>
                  <a:path extrusionOk="0" h="1536" w="1814">
                    <a:moveTo>
                      <a:pt x="768" y="107"/>
                    </a:moveTo>
                    <a:lnTo>
                      <a:pt x="768" y="160"/>
                    </a:lnTo>
                    <a:lnTo>
                      <a:pt x="662" y="160"/>
                    </a:lnTo>
                    <a:cubicBezTo>
                      <a:pt x="609" y="160"/>
                      <a:pt x="556" y="212"/>
                      <a:pt x="556" y="265"/>
                    </a:cubicBezTo>
                    <a:cubicBezTo>
                      <a:pt x="556" y="265"/>
                      <a:pt x="609" y="265"/>
                      <a:pt x="609" y="332"/>
                    </a:cubicBezTo>
                    <a:cubicBezTo>
                      <a:pt x="609" y="332"/>
                      <a:pt x="609" y="385"/>
                      <a:pt x="662" y="385"/>
                    </a:cubicBezTo>
                    <a:cubicBezTo>
                      <a:pt x="662" y="437"/>
                      <a:pt x="715" y="490"/>
                      <a:pt x="715" y="490"/>
                    </a:cubicBezTo>
                    <a:cubicBezTo>
                      <a:pt x="768" y="543"/>
                      <a:pt x="768" y="596"/>
                      <a:pt x="821" y="662"/>
                    </a:cubicBezTo>
                    <a:lnTo>
                      <a:pt x="887" y="715"/>
                    </a:lnTo>
                    <a:lnTo>
                      <a:pt x="993" y="543"/>
                    </a:lnTo>
                    <a:cubicBezTo>
                      <a:pt x="993" y="490"/>
                      <a:pt x="1046" y="437"/>
                      <a:pt x="1046" y="437"/>
                    </a:cubicBezTo>
                    <a:cubicBezTo>
                      <a:pt x="1046" y="385"/>
                      <a:pt x="1099" y="385"/>
                      <a:pt x="1099" y="332"/>
                    </a:cubicBezTo>
                    <a:cubicBezTo>
                      <a:pt x="1099" y="265"/>
                      <a:pt x="1046" y="265"/>
                      <a:pt x="1046" y="265"/>
                    </a:cubicBezTo>
                    <a:lnTo>
                      <a:pt x="993" y="265"/>
                    </a:lnTo>
                    <a:lnTo>
                      <a:pt x="993" y="212"/>
                    </a:lnTo>
                    <a:lnTo>
                      <a:pt x="1654" y="212"/>
                    </a:lnTo>
                    <a:lnTo>
                      <a:pt x="1654" y="265"/>
                    </a:lnTo>
                    <a:lnTo>
                      <a:pt x="1324" y="265"/>
                    </a:lnTo>
                    <a:cubicBezTo>
                      <a:pt x="1271" y="332"/>
                      <a:pt x="1218" y="332"/>
                      <a:pt x="1218" y="385"/>
                    </a:cubicBezTo>
                    <a:cubicBezTo>
                      <a:pt x="1151" y="437"/>
                      <a:pt x="1099" y="490"/>
                      <a:pt x="1046" y="543"/>
                    </a:cubicBezTo>
                    <a:cubicBezTo>
                      <a:pt x="993" y="596"/>
                      <a:pt x="993" y="662"/>
                      <a:pt x="940" y="715"/>
                    </a:cubicBezTo>
                    <a:lnTo>
                      <a:pt x="940" y="768"/>
                    </a:lnTo>
                    <a:lnTo>
                      <a:pt x="940" y="821"/>
                    </a:lnTo>
                    <a:cubicBezTo>
                      <a:pt x="993" y="927"/>
                      <a:pt x="1099" y="993"/>
                      <a:pt x="1151" y="1099"/>
                    </a:cubicBezTo>
                    <a:cubicBezTo>
                      <a:pt x="1218" y="1152"/>
                      <a:pt x="1218" y="1205"/>
                      <a:pt x="1271" y="1258"/>
                    </a:cubicBezTo>
                    <a:cubicBezTo>
                      <a:pt x="1324" y="1258"/>
                      <a:pt x="1324" y="1324"/>
                      <a:pt x="1324" y="1324"/>
                    </a:cubicBezTo>
                    <a:cubicBezTo>
                      <a:pt x="1376" y="1324"/>
                      <a:pt x="1376" y="1377"/>
                      <a:pt x="1429" y="1377"/>
                    </a:cubicBezTo>
                    <a:lnTo>
                      <a:pt x="1601" y="1377"/>
                    </a:lnTo>
                    <a:cubicBezTo>
                      <a:pt x="1654" y="1377"/>
                      <a:pt x="1654" y="1430"/>
                      <a:pt x="1654" y="1430"/>
                    </a:cubicBezTo>
                    <a:lnTo>
                      <a:pt x="1099" y="1430"/>
                    </a:lnTo>
                    <a:lnTo>
                      <a:pt x="1046" y="1377"/>
                    </a:lnTo>
                    <a:lnTo>
                      <a:pt x="1099" y="1377"/>
                    </a:lnTo>
                    <a:cubicBezTo>
                      <a:pt x="1151" y="1377"/>
                      <a:pt x="1151" y="1324"/>
                      <a:pt x="1151" y="1258"/>
                    </a:cubicBezTo>
                    <a:lnTo>
                      <a:pt x="1151" y="1205"/>
                    </a:lnTo>
                    <a:cubicBezTo>
                      <a:pt x="1099" y="1152"/>
                      <a:pt x="1099" y="1152"/>
                      <a:pt x="1099" y="1099"/>
                    </a:cubicBezTo>
                    <a:cubicBezTo>
                      <a:pt x="1046" y="1099"/>
                      <a:pt x="1046" y="1046"/>
                      <a:pt x="993" y="993"/>
                    </a:cubicBezTo>
                    <a:cubicBezTo>
                      <a:pt x="993" y="993"/>
                      <a:pt x="940" y="927"/>
                      <a:pt x="940" y="874"/>
                    </a:cubicBezTo>
                    <a:lnTo>
                      <a:pt x="887" y="821"/>
                    </a:lnTo>
                    <a:lnTo>
                      <a:pt x="821" y="874"/>
                    </a:lnTo>
                    <a:cubicBezTo>
                      <a:pt x="768" y="927"/>
                      <a:pt x="768" y="993"/>
                      <a:pt x="715" y="993"/>
                    </a:cubicBezTo>
                    <a:cubicBezTo>
                      <a:pt x="715" y="1046"/>
                      <a:pt x="715" y="1046"/>
                      <a:pt x="662" y="1099"/>
                    </a:cubicBezTo>
                    <a:lnTo>
                      <a:pt x="662" y="1152"/>
                    </a:lnTo>
                    <a:cubicBezTo>
                      <a:pt x="609" y="1152"/>
                      <a:pt x="609" y="1152"/>
                      <a:pt x="609" y="1205"/>
                    </a:cubicBezTo>
                    <a:lnTo>
                      <a:pt x="609" y="1258"/>
                    </a:lnTo>
                    <a:cubicBezTo>
                      <a:pt x="662" y="1324"/>
                      <a:pt x="662" y="1324"/>
                      <a:pt x="715" y="1324"/>
                    </a:cubicBezTo>
                    <a:lnTo>
                      <a:pt x="821" y="1324"/>
                    </a:lnTo>
                    <a:cubicBezTo>
                      <a:pt x="768" y="1324"/>
                      <a:pt x="768" y="1377"/>
                      <a:pt x="715" y="1377"/>
                    </a:cubicBezTo>
                    <a:lnTo>
                      <a:pt x="662" y="1377"/>
                    </a:lnTo>
                    <a:lnTo>
                      <a:pt x="609" y="1324"/>
                    </a:lnTo>
                    <a:lnTo>
                      <a:pt x="225" y="1324"/>
                    </a:lnTo>
                    <a:cubicBezTo>
                      <a:pt x="278" y="1324"/>
                      <a:pt x="278" y="1324"/>
                      <a:pt x="331" y="1258"/>
                    </a:cubicBezTo>
                    <a:lnTo>
                      <a:pt x="437" y="1258"/>
                    </a:lnTo>
                    <a:lnTo>
                      <a:pt x="490" y="1205"/>
                    </a:lnTo>
                    <a:cubicBezTo>
                      <a:pt x="556" y="1099"/>
                      <a:pt x="609" y="1046"/>
                      <a:pt x="609" y="1046"/>
                    </a:cubicBezTo>
                    <a:cubicBezTo>
                      <a:pt x="662" y="993"/>
                      <a:pt x="662" y="927"/>
                      <a:pt x="715" y="927"/>
                    </a:cubicBezTo>
                    <a:cubicBezTo>
                      <a:pt x="715" y="927"/>
                      <a:pt x="715" y="874"/>
                      <a:pt x="768" y="874"/>
                    </a:cubicBezTo>
                    <a:lnTo>
                      <a:pt x="768" y="821"/>
                    </a:lnTo>
                    <a:lnTo>
                      <a:pt x="821" y="768"/>
                    </a:lnTo>
                    <a:lnTo>
                      <a:pt x="490" y="265"/>
                    </a:lnTo>
                    <a:cubicBezTo>
                      <a:pt x="437" y="265"/>
                      <a:pt x="437" y="212"/>
                      <a:pt x="384" y="160"/>
                    </a:cubicBezTo>
                    <a:lnTo>
                      <a:pt x="106" y="160"/>
                    </a:lnTo>
                    <a:lnTo>
                      <a:pt x="106" y="107"/>
                    </a:lnTo>
                    <a:close/>
                    <a:moveTo>
                      <a:pt x="106" y="1"/>
                    </a:moveTo>
                    <a:cubicBezTo>
                      <a:pt x="53" y="54"/>
                      <a:pt x="0" y="107"/>
                      <a:pt x="0" y="107"/>
                    </a:cubicBezTo>
                    <a:cubicBezTo>
                      <a:pt x="0" y="160"/>
                      <a:pt x="53" y="212"/>
                      <a:pt x="53" y="265"/>
                    </a:cubicBezTo>
                    <a:lnTo>
                      <a:pt x="331" y="265"/>
                    </a:lnTo>
                    <a:cubicBezTo>
                      <a:pt x="331" y="332"/>
                      <a:pt x="331" y="332"/>
                      <a:pt x="384" y="385"/>
                    </a:cubicBezTo>
                    <a:lnTo>
                      <a:pt x="662" y="768"/>
                    </a:lnTo>
                    <a:lnTo>
                      <a:pt x="662" y="821"/>
                    </a:lnTo>
                    <a:cubicBezTo>
                      <a:pt x="662" y="821"/>
                      <a:pt x="609" y="821"/>
                      <a:pt x="609" y="874"/>
                    </a:cubicBezTo>
                    <a:lnTo>
                      <a:pt x="556" y="927"/>
                    </a:lnTo>
                    <a:cubicBezTo>
                      <a:pt x="490" y="993"/>
                      <a:pt x="437" y="1046"/>
                      <a:pt x="384" y="1099"/>
                    </a:cubicBezTo>
                    <a:lnTo>
                      <a:pt x="384" y="1152"/>
                    </a:lnTo>
                    <a:lnTo>
                      <a:pt x="331" y="1152"/>
                    </a:lnTo>
                    <a:cubicBezTo>
                      <a:pt x="278" y="1152"/>
                      <a:pt x="225" y="1152"/>
                      <a:pt x="159" y="1205"/>
                    </a:cubicBezTo>
                    <a:cubicBezTo>
                      <a:pt x="106" y="1205"/>
                      <a:pt x="53" y="1258"/>
                      <a:pt x="53" y="1324"/>
                    </a:cubicBezTo>
                    <a:cubicBezTo>
                      <a:pt x="53" y="1377"/>
                      <a:pt x="53" y="1377"/>
                      <a:pt x="106" y="1430"/>
                    </a:cubicBezTo>
                    <a:lnTo>
                      <a:pt x="159" y="1430"/>
                    </a:lnTo>
                    <a:cubicBezTo>
                      <a:pt x="159" y="1483"/>
                      <a:pt x="225" y="1483"/>
                      <a:pt x="225" y="1483"/>
                    </a:cubicBezTo>
                    <a:lnTo>
                      <a:pt x="715" y="1483"/>
                    </a:lnTo>
                    <a:cubicBezTo>
                      <a:pt x="768" y="1483"/>
                      <a:pt x="821" y="1483"/>
                      <a:pt x="821" y="1430"/>
                    </a:cubicBezTo>
                    <a:cubicBezTo>
                      <a:pt x="887" y="1430"/>
                      <a:pt x="940" y="1377"/>
                      <a:pt x="940" y="1324"/>
                    </a:cubicBezTo>
                    <a:cubicBezTo>
                      <a:pt x="940" y="1258"/>
                      <a:pt x="887" y="1258"/>
                      <a:pt x="887" y="1258"/>
                    </a:cubicBezTo>
                    <a:cubicBezTo>
                      <a:pt x="821" y="1205"/>
                      <a:pt x="821" y="1205"/>
                      <a:pt x="768" y="1205"/>
                    </a:cubicBezTo>
                    <a:lnTo>
                      <a:pt x="768" y="1152"/>
                    </a:lnTo>
                    <a:cubicBezTo>
                      <a:pt x="768" y="1099"/>
                      <a:pt x="821" y="1099"/>
                      <a:pt x="821" y="1099"/>
                    </a:cubicBezTo>
                    <a:cubicBezTo>
                      <a:pt x="821" y="1046"/>
                      <a:pt x="887" y="1046"/>
                      <a:pt x="887" y="1046"/>
                    </a:cubicBezTo>
                    <a:lnTo>
                      <a:pt x="887" y="1099"/>
                    </a:lnTo>
                    <a:cubicBezTo>
                      <a:pt x="940" y="1099"/>
                      <a:pt x="940" y="1152"/>
                      <a:pt x="993" y="1152"/>
                    </a:cubicBezTo>
                    <a:cubicBezTo>
                      <a:pt x="993" y="1205"/>
                      <a:pt x="993" y="1258"/>
                      <a:pt x="1046" y="1258"/>
                    </a:cubicBezTo>
                    <a:cubicBezTo>
                      <a:pt x="993" y="1258"/>
                      <a:pt x="993" y="1324"/>
                      <a:pt x="940" y="1324"/>
                    </a:cubicBezTo>
                    <a:lnTo>
                      <a:pt x="940" y="1430"/>
                    </a:lnTo>
                    <a:cubicBezTo>
                      <a:pt x="940" y="1430"/>
                      <a:pt x="940" y="1483"/>
                      <a:pt x="993" y="1483"/>
                    </a:cubicBezTo>
                    <a:cubicBezTo>
                      <a:pt x="1046" y="1536"/>
                      <a:pt x="1099" y="1536"/>
                      <a:pt x="1151" y="1536"/>
                    </a:cubicBezTo>
                    <a:lnTo>
                      <a:pt x="1707" y="1536"/>
                    </a:lnTo>
                    <a:cubicBezTo>
                      <a:pt x="1760" y="1536"/>
                      <a:pt x="1813" y="1483"/>
                      <a:pt x="1813" y="1430"/>
                    </a:cubicBezTo>
                    <a:cubicBezTo>
                      <a:pt x="1813" y="1377"/>
                      <a:pt x="1760" y="1324"/>
                      <a:pt x="1707" y="1324"/>
                    </a:cubicBezTo>
                    <a:cubicBezTo>
                      <a:pt x="1707" y="1258"/>
                      <a:pt x="1654" y="1258"/>
                      <a:pt x="1601" y="1258"/>
                    </a:cubicBezTo>
                    <a:lnTo>
                      <a:pt x="1429" y="1258"/>
                    </a:lnTo>
                    <a:cubicBezTo>
                      <a:pt x="1429" y="1205"/>
                      <a:pt x="1376" y="1205"/>
                      <a:pt x="1376" y="1152"/>
                    </a:cubicBezTo>
                    <a:cubicBezTo>
                      <a:pt x="1324" y="1099"/>
                      <a:pt x="1271" y="1046"/>
                      <a:pt x="1218" y="993"/>
                    </a:cubicBezTo>
                    <a:cubicBezTo>
                      <a:pt x="1218" y="927"/>
                      <a:pt x="1099" y="874"/>
                      <a:pt x="1046" y="768"/>
                    </a:cubicBezTo>
                    <a:cubicBezTo>
                      <a:pt x="1099" y="715"/>
                      <a:pt x="1099" y="662"/>
                      <a:pt x="1151" y="596"/>
                    </a:cubicBezTo>
                    <a:cubicBezTo>
                      <a:pt x="1218" y="596"/>
                      <a:pt x="1218" y="543"/>
                      <a:pt x="1271" y="490"/>
                    </a:cubicBezTo>
                    <a:cubicBezTo>
                      <a:pt x="1324" y="437"/>
                      <a:pt x="1324" y="437"/>
                      <a:pt x="1376" y="385"/>
                    </a:cubicBezTo>
                    <a:lnTo>
                      <a:pt x="1654" y="385"/>
                    </a:lnTo>
                    <a:cubicBezTo>
                      <a:pt x="1707" y="385"/>
                      <a:pt x="1707" y="385"/>
                      <a:pt x="1707" y="332"/>
                    </a:cubicBezTo>
                    <a:lnTo>
                      <a:pt x="1760" y="332"/>
                    </a:lnTo>
                    <a:lnTo>
                      <a:pt x="1760" y="265"/>
                    </a:lnTo>
                    <a:lnTo>
                      <a:pt x="1760" y="160"/>
                    </a:lnTo>
                    <a:cubicBezTo>
                      <a:pt x="1760" y="160"/>
                      <a:pt x="1760" y="107"/>
                      <a:pt x="1707" y="107"/>
                    </a:cubicBezTo>
                    <a:lnTo>
                      <a:pt x="940" y="107"/>
                    </a:lnTo>
                    <a:cubicBezTo>
                      <a:pt x="887" y="160"/>
                      <a:pt x="887" y="212"/>
                      <a:pt x="887" y="265"/>
                    </a:cubicBezTo>
                    <a:cubicBezTo>
                      <a:pt x="887" y="265"/>
                      <a:pt x="887" y="332"/>
                      <a:pt x="940" y="332"/>
                    </a:cubicBezTo>
                    <a:lnTo>
                      <a:pt x="940" y="385"/>
                    </a:lnTo>
                    <a:cubicBezTo>
                      <a:pt x="940" y="385"/>
                      <a:pt x="940" y="437"/>
                      <a:pt x="887" y="437"/>
                    </a:cubicBezTo>
                    <a:lnTo>
                      <a:pt x="887" y="490"/>
                    </a:lnTo>
                    <a:cubicBezTo>
                      <a:pt x="821" y="490"/>
                      <a:pt x="821" y="437"/>
                      <a:pt x="821" y="437"/>
                    </a:cubicBezTo>
                    <a:cubicBezTo>
                      <a:pt x="768" y="385"/>
                      <a:pt x="768" y="385"/>
                      <a:pt x="768" y="332"/>
                    </a:cubicBezTo>
                    <a:cubicBezTo>
                      <a:pt x="715" y="332"/>
                      <a:pt x="715" y="332"/>
                      <a:pt x="715" y="265"/>
                    </a:cubicBezTo>
                    <a:cubicBezTo>
                      <a:pt x="768" y="265"/>
                      <a:pt x="821" y="265"/>
                      <a:pt x="821" y="212"/>
                    </a:cubicBezTo>
                    <a:cubicBezTo>
                      <a:pt x="887" y="212"/>
                      <a:pt x="887" y="160"/>
                      <a:pt x="887" y="160"/>
                    </a:cubicBezTo>
                    <a:lnTo>
                      <a:pt x="887" y="107"/>
                    </a:lnTo>
                    <a:lnTo>
                      <a:pt x="887" y="54"/>
                    </a:lnTo>
                    <a:lnTo>
                      <a:pt x="821" y="54"/>
                    </a:lnTo>
                    <a:cubicBezTo>
                      <a:pt x="821" y="1"/>
                      <a:pt x="821" y="1"/>
                      <a:pt x="768" y="1"/>
                    </a:cubicBez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0"/>
              <p:cNvSpPr/>
              <p:nvPr/>
            </p:nvSpPr>
            <p:spPr>
              <a:xfrm>
                <a:off x="4799733" y="3864528"/>
                <a:ext cx="1237772" cy="1187034"/>
              </a:xfrm>
              <a:custGeom>
                <a:rect b="b" l="l" r="r" t="t"/>
                <a:pathLst>
                  <a:path extrusionOk="0" h="21477" w="22395">
                    <a:moveTo>
                      <a:pt x="17201" y="8638"/>
                    </a:moveTo>
                    <a:cubicBezTo>
                      <a:pt x="17575" y="8638"/>
                      <a:pt x="17951" y="8924"/>
                      <a:pt x="17987" y="9340"/>
                    </a:cubicBezTo>
                    <a:lnTo>
                      <a:pt x="18318" y="16672"/>
                    </a:lnTo>
                    <a:cubicBezTo>
                      <a:pt x="18371" y="17228"/>
                      <a:pt x="17868" y="17718"/>
                      <a:pt x="17273" y="17718"/>
                    </a:cubicBezTo>
                    <a:lnTo>
                      <a:pt x="9821" y="17612"/>
                    </a:lnTo>
                    <a:cubicBezTo>
                      <a:pt x="9212" y="17612"/>
                      <a:pt x="8881" y="16844"/>
                      <a:pt x="9331" y="16447"/>
                    </a:cubicBezTo>
                    <a:lnTo>
                      <a:pt x="16717" y="8837"/>
                    </a:lnTo>
                    <a:cubicBezTo>
                      <a:pt x="16855" y="8699"/>
                      <a:pt x="17028" y="8638"/>
                      <a:pt x="17201" y="8638"/>
                    </a:cubicBezTo>
                    <a:close/>
                    <a:moveTo>
                      <a:pt x="20125" y="1"/>
                    </a:moveTo>
                    <a:cubicBezTo>
                      <a:pt x="19697" y="1"/>
                      <a:pt x="19262" y="159"/>
                      <a:pt x="18927" y="512"/>
                    </a:cubicBezTo>
                    <a:lnTo>
                      <a:pt x="993" y="18711"/>
                    </a:lnTo>
                    <a:cubicBezTo>
                      <a:pt x="0" y="19756"/>
                      <a:pt x="781" y="21477"/>
                      <a:pt x="2264" y="21477"/>
                    </a:cubicBezTo>
                    <a:lnTo>
                      <a:pt x="20303" y="21477"/>
                    </a:lnTo>
                    <a:cubicBezTo>
                      <a:pt x="21508" y="21477"/>
                      <a:pt x="22395" y="20537"/>
                      <a:pt x="22395" y="19425"/>
                    </a:cubicBezTo>
                    <a:lnTo>
                      <a:pt x="21786" y="1558"/>
                    </a:lnTo>
                    <a:cubicBezTo>
                      <a:pt x="21786" y="611"/>
                      <a:pt x="20967" y="1"/>
                      <a:pt x="201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0"/>
              <p:cNvSpPr/>
              <p:nvPr/>
            </p:nvSpPr>
            <p:spPr>
              <a:xfrm>
                <a:off x="4845828" y="3874532"/>
                <a:ext cx="1027082" cy="1046648"/>
              </a:xfrm>
              <a:custGeom>
                <a:rect b="b" l="l" r="r" t="t"/>
                <a:pathLst>
                  <a:path extrusionOk="0" h="18937" w="18583">
                    <a:moveTo>
                      <a:pt x="18477" y="0"/>
                    </a:moveTo>
                    <a:cubicBezTo>
                      <a:pt x="18305" y="119"/>
                      <a:pt x="18199" y="225"/>
                      <a:pt x="18093" y="331"/>
                    </a:cubicBezTo>
                    <a:lnTo>
                      <a:pt x="159" y="18530"/>
                    </a:lnTo>
                    <a:cubicBezTo>
                      <a:pt x="106" y="18649"/>
                      <a:pt x="53" y="18702"/>
                      <a:pt x="0" y="18755"/>
                    </a:cubicBezTo>
                    <a:lnTo>
                      <a:pt x="0" y="18808"/>
                    </a:lnTo>
                    <a:cubicBezTo>
                      <a:pt x="80" y="18894"/>
                      <a:pt x="189" y="18937"/>
                      <a:pt x="293" y="18937"/>
                    </a:cubicBezTo>
                    <a:cubicBezTo>
                      <a:pt x="397" y="18937"/>
                      <a:pt x="497" y="18894"/>
                      <a:pt x="556" y="18808"/>
                    </a:cubicBezTo>
                    <a:lnTo>
                      <a:pt x="18477" y="556"/>
                    </a:lnTo>
                    <a:cubicBezTo>
                      <a:pt x="18583" y="384"/>
                      <a:pt x="18583" y="172"/>
                      <a:pt x="184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0"/>
              <p:cNvSpPr/>
              <p:nvPr/>
            </p:nvSpPr>
            <p:spPr>
              <a:xfrm>
                <a:off x="5818028" y="3941796"/>
                <a:ext cx="76107" cy="67374"/>
              </a:xfrm>
              <a:custGeom>
                <a:rect b="b" l="l" r="r" t="t"/>
                <a:pathLst>
                  <a:path extrusionOk="0" h="1219" w="1377">
                    <a:moveTo>
                      <a:pt x="0" y="1"/>
                    </a:moveTo>
                    <a:lnTo>
                      <a:pt x="0" y="160"/>
                    </a:lnTo>
                    <a:lnTo>
                      <a:pt x="1218" y="1219"/>
                    </a:lnTo>
                    <a:lnTo>
                      <a:pt x="1324" y="1219"/>
                    </a:lnTo>
                    <a:cubicBezTo>
                      <a:pt x="1376" y="1152"/>
                      <a:pt x="1376" y="1099"/>
                      <a:pt x="1324" y="1047"/>
                    </a:cubicBezTo>
                    <a:lnTo>
                      <a:pt x="172"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0"/>
              <p:cNvSpPr/>
              <p:nvPr/>
            </p:nvSpPr>
            <p:spPr>
              <a:xfrm>
                <a:off x="5647575" y="4112967"/>
                <a:ext cx="76107" cy="69585"/>
              </a:xfrm>
              <a:custGeom>
                <a:rect b="b" l="l" r="r" t="t"/>
                <a:pathLst>
                  <a:path extrusionOk="0" h="1259" w="1377">
                    <a:moveTo>
                      <a:pt x="86" y="1"/>
                    </a:moveTo>
                    <a:cubicBezTo>
                      <a:pt x="66" y="1"/>
                      <a:pt x="53" y="14"/>
                      <a:pt x="53" y="41"/>
                    </a:cubicBezTo>
                    <a:cubicBezTo>
                      <a:pt x="0" y="107"/>
                      <a:pt x="0" y="160"/>
                      <a:pt x="53" y="160"/>
                    </a:cubicBezTo>
                    <a:lnTo>
                      <a:pt x="1205" y="1258"/>
                    </a:lnTo>
                    <a:lnTo>
                      <a:pt x="1377" y="1258"/>
                    </a:lnTo>
                    <a:cubicBezTo>
                      <a:pt x="1377" y="1205"/>
                      <a:pt x="1377" y="1152"/>
                      <a:pt x="1324" y="1100"/>
                    </a:cubicBezTo>
                    <a:lnTo>
                      <a:pt x="159" y="41"/>
                    </a:lnTo>
                    <a:cubicBezTo>
                      <a:pt x="133" y="14"/>
                      <a:pt x="106" y="1"/>
                      <a:pt x="86"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0"/>
              <p:cNvSpPr/>
              <p:nvPr/>
            </p:nvSpPr>
            <p:spPr>
              <a:xfrm>
                <a:off x="5775580" y="3984243"/>
                <a:ext cx="54883" cy="49080"/>
              </a:xfrm>
              <a:custGeom>
                <a:rect b="b" l="l" r="r" t="t"/>
                <a:pathLst>
                  <a:path extrusionOk="0" h="888" w="993">
                    <a:moveTo>
                      <a:pt x="53" y="1"/>
                    </a:moveTo>
                    <a:cubicBezTo>
                      <a:pt x="0" y="54"/>
                      <a:pt x="0" y="54"/>
                      <a:pt x="53" y="120"/>
                    </a:cubicBezTo>
                    <a:lnTo>
                      <a:pt x="874" y="887"/>
                    </a:lnTo>
                    <a:lnTo>
                      <a:pt x="993" y="887"/>
                    </a:lnTo>
                    <a:lnTo>
                      <a:pt x="993" y="781"/>
                    </a:lnTo>
                    <a:lnTo>
                      <a:pt x="106"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0"/>
              <p:cNvSpPr/>
              <p:nvPr/>
            </p:nvSpPr>
            <p:spPr>
              <a:xfrm>
                <a:off x="5736062" y="4024646"/>
                <a:ext cx="54938" cy="50351"/>
              </a:xfrm>
              <a:custGeom>
                <a:rect b="b" l="l" r="r" t="t"/>
                <a:pathLst>
                  <a:path extrusionOk="0" h="911" w="994">
                    <a:moveTo>
                      <a:pt x="73" y="1"/>
                    </a:moveTo>
                    <a:cubicBezTo>
                      <a:pt x="54" y="1"/>
                      <a:pt x="27" y="17"/>
                      <a:pt x="1" y="50"/>
                    </a:cubicBezTo>
                    <a:lnTo>
                      <a:pt x="1" y="103"/>
                    </a:lnTo>
                    <a:lnTo>
                      <a:pt x="874" y="871"/>
                    </a:lnTo>
                    <a:cubicBezTo>
                      <a:pt x="901" y="898"/>
                      <a:pt x="914" y="911"/>
                      <a:pt x="929" y="911"/>
                    </a:cubicBezTo>
                    <a:cubicBezTo>
                      <a:pt x="944" y="911"/>
                      <a:pt x="960" y="898"/>
                      <a:pt x="993" y="871"/>
                    </a:cubicBezTo>
                    <a:lnTo>
                      <a:pt x="993" y="818"/>
                    </a:lnTo>
                    <a:lnTo>
                      <a:pt x="107" y="50"/>
                    </a:lnTo>
                    <a:cubicBezTo>
                      <a:pt x="107" y="17"/>
                      <a:pt x="93" y="1"/>
                      <a:pt x="73"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0"/>
              <p:cNvSpPr/>
              <p:nvPr/>
            </p:nvSpPr>
            <p:spPr>
              <a:xfrm>
                <a:off x="5695826" y="4066927"/>
                <a:ext cx="54938" cy="48306"/>
              </a:xfrm>
              <a:custGeom>
                <a:rect b="b" l="l" r="r" t="t"/>
                <a:pathLst>
                  <a:path extrusionOk="0" h="874" w="994">
                    <a:moveTo>
                      <a:pt x="1" y="0"/>
                    </a:moveTo>
                    <a:lnTo>
                      <a:pt x="1" y="106"/>
                    </a:lnTo>
                    <a:lnTo>
                      <a:pt x="887" y="874"/>
                    </a:lnTo>
                    <a:lnTo>
                      <a:pt x="940" y="874"/>
                    </a:lnTo>
                    <a:cubicBezTo>
                      <a:pt x="993" y="874"/>
                      <a:pt x="993" y="821"/>
                      <a:pt x="940" y="768"/>
                    </a:cubicBezTo>
                    <a:lnTo>
                      <a:pt x="120"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0"/>
              <p:cNvSpPr/>
              <p:nvPr/>
            </p:nvSpPr>
            <p:spPr>
              <a:xfrm>
                <a:off x="5604409" y="4158344"/>
                <a:ext cx="54883" cy="48361"/>
              </a:xfrm>
              <a:custGeom>
                <a:rect b="b" l="l" r="r" t="t"/>
                <a:pathLst>
                  <a:path extrusionOk="0" h="875" w="993">
                    <a:moveTo>
                      <a:pt x="66" y="1"/>
                    </a:moveTo>
                    <a:cubicBezTo>
                      <a:pt x="0" y="54"/>
                      <a:pt x="0" y="54"/>
                      <a:pt x="66" y="106"/>
                    </a:cubicBezTo>
                    <a:lnTo>
                      <a:pt x="887" y="874"/>
                    </a:lnTo>
                    <a:lnTo>
                      <a:pt x="993" y="874"/>
                    </a:lnTo>
                    <a:lnTo>
                      <a:pt x="993" y="768"/>
                    </a:lnTo>
                    <a:lnTo>
                      <a:pt x="11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0"/>
              <p:cNvSpPr/>
              <p:nvPr/>
            </p:nvSpPr>
            <p:spPr>
              <a:xfrm>
                <a:off x="5564891" y="4198580"/>
                <a:ext cx="54938" cy="50517"/>
              </a:xfrm>
              <a:custGeom>
                <a:rect b="b" l="l" r="r" t="t"/>
                <a:pathLst>
                  <a:path extrusionOk="0" h="914" w="994">
                    <a:moveTo>
                      <a:pt x="87" y="1"/>
                    </a:moveTo>
                    <a:cubicBezTo>
                      <a:pt x="70" y="1"/>
                      <a:pt x="54" y="14"/>
                      <a:pt x="54" y="40"/>
                    </a:cubicBezTo>
                    <a:cubicBezTo>
                      <a:pt x="1" y="40"/>
                      <a:pt x="1" y="93"/>
                      <a:pt x="54" y="93"/>
                    </a:cubicBezTo>
                    <a:lnTo>
                      <a:pt x="887" y="874"/>
                    </a:lnTo>
                    <a:cubicBezTo>
                      <a:pt x="914" y="901"/>
                      <a:pt x="927" y="914"/>
                      <a:pt x="940" y="914"/>
                    </a:cubicBezTo>
                    <a:cubicBezTo>
                      <a:pt x="954" y="914"/>
                      <a:pt x="967" y="901"/>
                      <a:pt x="993" y="874"/>
                    </a:cubicBezTo>
                    <a:lnTo>
                      <a:pt x="993" y="808"/>
                    </a:lnTo>
                    <a:lnTo>
                      <a:pt x="120" y="40"/>
                    </a:lnTo>
                    <a:cubicBezTo>
                      <a:pt x="120" y="14"/>
                      <a:pt x="103" y="1"/>
                      <a:pt x="87"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0"/>
              <p:cNvSpPr/>
              <p:nvPr/>
            </p:nvSpPr>
            <p:spPr>
              <a:xfrm>
                <a:off x="5525373" y="4240254"/>
                <a:ext cx="54938" cy="49080"/>
              </a:xfrm>
              <a:custGeom>
                <a:rect b="b" l="l" r="r" t="t"/>
                <a:pathLst>
                  <a:path extrusionOk="0" h="888" w="994">
                    <a:moveTo>
                      <a:pt x="1" y="1"/>
                    </a:moveTo>
                    <a:lnTo>
                      <a:pt x="1" y="120"/>
                    </a:lnTo>
                    <a:lnTo>
                      <a:pt x="888" y="888"/>
                    </a:lnTo>
                    <a:lnTo>
                      <a:pt x="994" y="888"/>
                    </a:lnTo>
                    <a:cubicBezTo>
                      <a:pt x="994" y="888"/>
                      <a:pt x="994" y="835"/>
                      <a:pt x="941" y="782"/>
                    </a:cubicBezTo>
                    <a:lnTo>
                      <a:pt x="107"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0"/>
              <p:cNvSpPr/>
              <p:nvPr/>
            </p:nvSpPr>
            <p:spPr>
              <a:xfrm>
                <a:off x="5433956" y="4331726"/>
                <a:ext cx="57868" cy="49080"/>
              </a:xfrm>
              <a:custGeom>
                <a:rect b="b" l="l" r="r" t="t"/>
                <a:pathLst>
                  <a:path extrusionOk="0" h="888" w="1047">
                    <a:moveTo>
                      <a:pt x="53" y="0"/>
                    </a:moveTo>
                    <a:cubicBezTo>
                      <a:pt x="0" y="53"/>
                      <a:pt x="0" y="53"/>
                      <a:pt x="53" y="119"/>
                    </a:cubicBezTo>
                    <a:lnTo>
                      <a:pt x="940" y="887"/>
                    </a:lnTo>
                    <a:lnTo>
                      <a:pt x="993" y="887"/>
                    </a:lnTo>
                    <a:cubicBezTo>
                      <a:pt x="1046" y="887"/>
                      <a:pt x="1046" y="834"/>
                      <a:pt x="993" y="781"/>
                    </a:cubicBezTo>
                    <a:lnTo>
                      <a:pt x="173"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0"/>
              <p:cNvSpPr/>
              <p:nvPr/>
            </p:nvSpPr>
            <p:spPr>
              <a:xfrm>
                <a:off x="5394438" y="4372128"/>
                <a:ext cx="54938" cy="50351"/>
              </a:xfrm>
              <a:custGeom>
                <a:rect b="b" l="l" r="r" t="t"/>
                <a:pathLst>
                  <a:path extrusionOk="0" h="911" w="994">
                    <a:moveTo>
                      <a:pt x="80" y="1"/>
                    </a:moveTo>
                    <a:cubicBezTo>
                      <a:pt x="67" y="1"/>
                      <a:pt x="54" y="17"/>
                      <a:pt x="54" y="50"/>
                    </a:cubicBezTo>
                    <a:cubicBezTo>
                      <a:pt x="1" y="50"/>
                      <a:pt x="1" y="103"/>
                      <a:pt x="54" y="103"/>
                    </a:cubicBezTo>
                    <a:lnTo>
                      <a:pt x="888" y="871"/>
                    </a:lnTo>
                    <a:cubicBezTo>
                      <a:pt x="914" y="897"/>
                      <a:pt x="940" y="910"/>
                      <a:pt x="960" y="910"/>
                    </a:cubicBezTo>
                    <a:cubicBezTo>
                      <a:pt x="980" y="910"/>
                      <a:pt x="993" y="897"/>
                      <a:pt x="993" y="871"/>
                    </a:cubicBezTo>
                    <a:lnTo>
                      <a:pt x="993" y="818"/>
                    </a:lnTo>
                    <a:lnTo>
                      <a:pt x="107" y="50"/>
                    </a:lnTo>
                    <a:cubicBezTo>
                      <a:pt x="107" y="17"/>
                      <a:pt x="93" y="1"/>
                      <a:pt x="80"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0"/>
              <p:cNvSpPr/>
              <p:nvPr/>
            </p:nvSpPr>
            <p:spPr>
              <a:xfrm>
                <a:off x="5354975" y="4414354"/>
                <a:ext cx="54883" cy="48361"/>
              </a:xfrm>
              <a:custGeom>
                <a:rect b="b" l="l" r="r" t="t"/>
                <a:pathLst>
                  <a:path extrusionOk="0" h="875" w="993">
                    <a:moveTo>
                      <a:pt x="0" y="1"/>
                    </a:moveTo>
                    <a:cubicBezTo>
                      <a:pt x="0" y="54"/>
                      <a:pt x="0" y="54"/>
                      <a:pt x="53" y="107"/>
                    </a:cubicBezTo>
                    <a:lnTo>
                      <a:pt x="874" y="874"/>
                    </a:lnTo>
                    <a:lnTo>
                      <a:pt x="993" y="874"/>
                    </a:lnTo>
                    <a:lnTo>
                      <a:pt x="993" y="769"/>
                    </a:lnTo>
                    <a:lnTo>
                      <a:pt x="106"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0"/>
              <p:cNvSpPr/>
              <p:nvPr/>
            </p:nvSpPr>
            <p:spPr>
              <a:xfrm>
                <a:off x="5266433" y="4505826"/>
                <a:ext cx="54938" cy="48306"/>
              </a:xfrm>
              <a:custGeom>
                <a:rect b="b" l="l" r="r" t="t"/>
                <a:pathLst>
                  <a:path extrusionOk="0" h="874" w="994">
                    <a:moveTo>
                      <a:pt x="1" y="0"/>
                    </a:moveTo>
                    <a:lnTo>
                      <a:pt x="1" y="106"/>
                    </a:lnTo>
                    <a:lnTo>
                      <a:pt x="887" y="874"/>
                    </a:lnTo>
                    <a:lnTo>
                      <a:pt x="940" y="874"/>
                    </a:lnTo>
                    <a:cubicBezTo>
                      <a:pt x="993" y="874"/>
                      <a:pt x="993" y="821"/>
                      <a:pt x="940" y="768"/>
                    </a:cubicBezTo>
                    <a:lnTo>
                      <a:pt x="106"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0"/>
              <p:cNvSpPr/>
              <p:nvPr/>
            </p:nvSpPr>
            <p:spPr>
              <a:xfrm>
                <a:off x="5223986" y="4546063"/>
                <a:ext cx="57868" cy="50517"/>
              </a:xfrm>
              <a:custGeom>
                <a:rect b="b" l="l" r="r" t="t"/>
                <a:pathLst>
                  <a:path extrusionOk="0" h="914" w="1047">
                    <a:moveTo>
                      <a:pt x="87" y="0"/>
                    </a:moveTo>
                    <a:cubicBezTo>
                      <a:pt x="67" y="0"/>
                      <a:pt x="54" y="13"/>
                      <a:pt x="54" y="40"/>
                    </a:cubicBezTo>
                    <a:cubicBezTo>
                      <a:pt x="1" y="40"/>
                      <a:pt x="1" y="93"/>
                      <a:pt x="54" y="93"/>
                    </a:cubicBezTo>
                    <a:lnTo>
                      <a:pt x="874" y="874"/>
                    </a:lnTo>
                    <a:cubicBezTo>
                      <a:pt x="901" y="900"/>
                      <a:pt x="931" y="913"/>
                      <a:pt x="954" y="913"/>
                    </a:cubicBezTo>
                    <a:cubicBezTo>
                      <a:pt x="977" y="913"/>
                      <a:pt x="994" y="900"/>
                      <a:pt x="994" y="874"/>
                    </a:cubicBezTo>
                    <a:cubicBezTo>
                      <a:pt x="1047" y="874"/>
                      <a:pt x="1047" y="808"/>
                      <a:pt x="994" y="808"/>
                    </a:cubicBezTo>
                    <a:lnTo>
                      <a:pt x="160" y="40"/>
                    </a:lnTo>
                    <a:cubicBezTo>
                      <a:pt x="133" y="13"/>
                      <a:pt x="107" y="0"/>
                      <a:pt x="87"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0"/>
              <p:cNvSpPr/>
              <p:nvPr/>
            </p:nvSpPr>
            <p:spPr>
              <a:xfrm>
                <a:off x="5183804" y="4587736"/>
                <a:ext cx="54883" cy="49080"/>
              </a:xfrm>
              <a:custGeom>
                <a:rect b="b" l="l" r="r" t="t"/>
                <a:pathLst>
                  <a:path extrusionOk="0" h="888" w="993">
                    <a:moveTo>
                      <a:pt x="66" y="1"/>
                    </a:moveTo>
                    <a:cubicBezTo>
                      <a:pt x="0" y="54"/>
                      <a:pt x="0" y="120"/>
                      <a:pt x="66" y="120"/>
                    </a:cubicBezTo>
                    <a:lnTo>
                      <a:pt x="887" y="887"/>
                    </a:lnTo>
                    <a:lnTo>
                      <a:pt x="993" y="887"/>
                    </a:lnTo>
                    <a:lnTo>
                      <a:pt x="993" y="782"/>
                    </a:lnTo>
                    <a:lnTo>
                      <a:pt x="11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0"/>
              <p:cNvSpPr/>
              <p:nvPr/>
            </p:nvSpPr>
            <p:spPr>
              <a:xfrm>
                <a:off x="5095980" y="4679208"/>
                <a:ext cx="54938" cy="49024"/>
              </a:xfrm>
              <a:custGeom>
                <a:rect b="b" l="l" r="r" t="t"/>
                <a:pathLst>
                  <a:path extrusionOk="0" h="887" w="994">
                    <a:moveTo>
                      <a:pt x="1" y="0"/>
                    </a:moveTo>
                    <a:lnTo>
                      <a:pt x="1" y="119"/>
                    </a:lnTo>
                    <a:lnTo>
                      <a:pt x="874" y="887"/>
                    </a:lnTo>
                    <a:lnTo>
                      <a:pt x="993" y="887"/>
                    </a:lnTo>
                    <a:cubicBezTo>
                      <a:pt x="993" y="887"/>
                      <a:pt x="993" y="834"/>
                      <a:pt x="927" y="781"/>
                    </a:cubicBezTo>
                    <a:lnTo>
                      <a:pt x="107"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0"/>
              <p:cNvSpPr/>
              <p:nvPr/>
            </p:nvSpPr>
            <p:spPr>
              <a:xfrm>
                <a:off x="5055744" y="4719611"/>
                <a:ext cx="54938" cy="50351"/>
              </a:xfrm>
              <a:custGeom>
                <a:rect b="b" l="l" r="r" t="t"/>
                <a:pathLst>
                  <a:path extrusionOk="0" h="911" w="994">
                    <a:moveTo>
                      <a:pt x="41" y="0"/>
                    </a:moveTo>
                    <a:cubicBezTo>
                      <a:pt x="17" y="0"/>
                      <a:pt x="1" y="17"/>
                      <a:pt x="1" y="50"/>
                    </a:cubicBezTo>
                    <a:lnTo>
                      <a:pt x="1" y="103"/>
                    </a:lnTo>
                    <a:lnTo>
                      <a:pt x="888" y="871"/>
                    </a:lnTo>
                    <a:cubicBezTo>
                      <a:pt x="888" y="897"/>
                      <a:pt x="901" y="910"/>
                      <a:pt x="914" y="910"/>
                    </a:cubicBezTo>
                    <a:cubicBezTo>
                      <a:pt x="927" y="910"/>
                      <a:pt x="941" y="897"/>
                      <a:pt x="941" y="871"/>
                    </a:cubicBezTo>
                    <a:cubicBezTo>
                      <a:pt x="993" y="871"/>
                      <a:pt x="993" y="818"/>
                      <a:pt x="941" y="818"/>
                    </a:cubicBezTo>
                    <a:lnTo>
                      <a:pt x="120" y="50"/>
                    </a:lnTo>
                    <a:cubicBezTo>
                      <a:pt x="93" y="17"/>
                      <a:pt x="64" y="0"/>
                      <a:pt x="41"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0"/>
              <p:cNvSpPr/>
              <p:nvPr/>
            </p:nvSpPr>
            <p:spPr>
              <a:xfrm>
                <a:off x="5013352" y="4761837"/>
                <a:ext cx="54883" cy="48361"/>
              </a:xfrm>
              <a:custGeom>
                <a:rect b="b" l="l" r="r" t="t"/>
                <a:pathLst>
                  <a:path extrusionOk="0" h="875" w="993">
                    <a:moveTo>
                      <a:pt x="53" y="1"/>
                    </a:moveTo>
                    <a:cubicBezTo>
                      <a:pt x="0" y="54"/>
                      <a:pt x="0" y="107"/>
                      <a:pt x="53" y="107"/>
                    </a:cubicBezTo>
                    <a:lnTo>
                      <a:pt x="887" y="874"/>
                    </a:lnTo>
                    <a:lnTo>
                      <a:pt x="993" y="874"/>
                    </a:lnTo>
                    <a:lnTo>
                      <a:pt x="993" y="768"/>
                    </a:lnTo>
                    <a:lnTo>
                      <a:pt x="106"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a:off x="4924809" y="4853309"/>
                <a:ext cx="54938" cy="48306"/>
              </a:xfrm>
              <a:custGeom>
                <a:rect b="b" l="l" r="r" t="t"/>
                <a:pathLst>
                  <a:path extrusionOk="0" h="874" w="994">
                    <a:moveTo>
                      <a:pt x="1" y="0"/>
                    </a:moveTo>
                    <a:lnTo>
                      <a:pt x="1" y="106"/>
                    </a:lnTo>
                    <a:lnTo>
                      <a:pt x="887" y="874"/>
                    </a:lnTo>
                    <a:lnTo>
                      <a:pt x="993" y="874"/>
                    </a:lnTo>
                    <a:lnTo>
                      <a:pt x="993" y="768"/>
                    </a:lnTo>
                    <a:lnTo>
                      <a:pt x="120"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0"/>
              <p:cNvSpPr/>
              <p:nvPr/>
            </p:nvSpPr>
            <p:spPr>
              <a:xfrm>
                <a:off x="4885346" y="4893490"/>
                <a:ext cx="54883" cy="51291"/>
              </a:xfrm>
              <a:custGeom>
                <a:rect b="b" l="l" r="r" t="t"/>
                <a:pathLst>
                  <a:path extrusionOk="0" h="928" w="993">
                    <a:moveTo>
                      <a:pt x="53" y="1"/>
                    </a:moveTo>
                    <a:cubicBezTo>
                      <a:pt x="40" y="1"/>
                      <a:pt x="26" y="14"/>
                      <a:pt x="0" y="41"/>
                    </a:cubicBezTo>
                    <a:lnTo>
                      <a:pt x="0" y="94"/>
                    </a:lnTo>
                    <a:lnTo>
                      <a:pt x="887" y="874"/>
                    </a:lnTo>
                    <a:cubicBezTo>
                      <a:pt x="887" y="927"/>
                      <a:pt x="940" y="927"/>
                      <a:pt x="940" y="927"/>
                    </a:cubicBezTo>
                    <a:cubicBezTo>
                      <a:pt x="993" y="874"/>
                      <a:pt x="993" y="808"/>
                      <a:pt x="940" y="808"/>
                    </a:cubicBezTo>
                    <a:lnTo>
                      <a:pt x="106" y="41"/>
                    </a:lnTo>
                    <a:cubicBezTo>
                      <a:pt x="79" y="14"/>
                      <a:pt x="66" y="1"/>
                      <a:pt x="53"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30"/>
              <p:cNvSpPr/>
              <p:nvPr/>
            </p:nvSpPr>
            <p:spPr>
              <a:xfrm>
                <a:off x="5480051" y="4287068"/>
                <a:ext cx="76107" cy="68645"/>
              </a:xfrm>
              <a:custGeom>
                <a:rect b="b" l="l" r="r" t="t"/>
                <a:pathLst>
                  <a:path extrusionOk="0" h="1242" w="1377">
                    <a:moveTo>
                      <a:pt x="80" y="1"/>
                    </a:moveTo>
                    <a:cubicBezTo>
                      <a:pt x="53" y="1"/>
                      <a:pt x="27" y="14"/>
                      <a:pt x="0" y="41"/>
                    </a:cubicBezTo>
                    <a:lnTo>
                      <a:pt x="0" y="147"/>
                    </a:lnTo>
                    <a:lnTo>
                      <a:pt x="1205" y="1192"/>
                    </a:lnTo>
                    <a:cubicBezTo>
                      <a:pt x="1205" y="1225"/>
                      <a:pt x="1218" y="1242"/>
                      <a:pt x="1239" y="1242"/>
                    </a:cubicBezTo>
                    <a:cubicBezTo>
                      <a:pt x="1261" y="1242"/>
                      <a:pt x="1291" y="1225"/>
                      <a:pt x="1324" y="1192"/>
                    </a:cubicBezTo>
                    <a:cubicBezTo>
                      <a:pt x="1377" y="1192"/>
                      <a:pt x="1377" y="1139"/>
                      <a:pt x="1324" y="1086"/>
                    </a:cubicBezTo>
                    <a:lnTo>
                      <a:pt x="159" y="41"/>
                    </a:lnTo>
                    <a:cubicBezTo>
                      <a:pt x="133" y="14"/>
                      <a:pt x="106" y="1"/>
                      <a:pt x="80"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0"/>
              <p:cNvSpPr/>
              <p:nvPr/>
            </p:nvSpPr>
            <p:spPr>
              <a:xfrm>
                <a:off x="5308880" y="4459731"/>
                <a:ext cx="76107" cy="69530"/>
              </a:xfrm>
              <a:custGeom>
                <a:rect b="b" l="l" r="r" t="t"/>
                <a:pathLst>
                  <a:path extrusionOk="0" h="1258" w="1377">
                    <a:moveTo>
                      <a:pt x="53" y="0"/>
                    </a:moveTo>
                    <a:cubicBezTo>
                      <a:pt x="0" y="53"/>
                      <a:pt x="0" y="120"/>
                      <a:pt x="53" y="173"/>
                    </a:cubicBezTo>
                    <a:lnTo>
                      <a:pt x="1218" y="1218"/>
                    </a:lnTo>
                    <a:cubicBezTo>
                      <a:pt x="1244" y="1245"/>
                      <a:pt x="1271" y="1258"/>
                      <a:pt x="1291" y="1258"/>
                    </a:cubicBezTo>
                    <a:cubicBezTo>
                      <a:pt x="1311" y="1258"/>
                      <a:pt x="1324" y="1245"/>
                      <a:pt x="1324" y="1218"/>
                    </a:cubicBezTo>
                    <a:cubicBezTo>
                      <a:pt x="1377" y="1165"/>
                      <a:pt x="1377" y="1112"/>
                      <a:pt x="1324" y="1112"/>
                    </a:cubicBezTo>
                    <a:lnTo>
                      <a:pt x="172"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0"/>
              <p:cNvSpPr/>
              <p:nvPr/>
            </p:nvSpPr>
            <p:spPr>
              <a:xfrm>
                <a:off x="5138428" y="4631621"/>
                <a:ext cx="79036" cy="68811"/>
              </a:xfrm>
              <a:custGeom>
                <a:rect b="b" l="l" r="r" t="t"/>
                <a:pathLst>
                  <a:path extrusionOk="0" h="1245" w="1430">
                    <a:moveTo>
                      <a:pt x="134" y="1"/>
                    </a:moveTo>
                    <a:cubicBezTo>
                      <a:pt x="106" y="1"/>
                      <a:pt x="80" y="14"/>
                      <a:pt x="53" y="40"/>
                    </a:cubicBezTo>
                    <a:cubicBezTo>
                      <a:pt x="0" y="93"/>
                      <a:pt x="53" y="146"/>
                      <a:pt x="53" y="146"/>
                    </a:cubicBezTo>
                    <a:lnTo>
                      <a:pt x="1271" y="1245"/>
                    </a:lnTo>
                    <a:lnTo>
                      <a:pt x="1377" y="1245"/>
                    </a:lnTo>
                    <a:cubicBezTo>
                      <a:pt x="1430" y="1192"/>
                      <a:pt x="1430" y="1139"/>
                      <a:pt x="1377" y="1086"/>
                    </a:cubicBezTo>
                    <a:lnTo>
                      <a:pt x="225" y="40"/>
                    </a:lnTo>
                    <a:cubicBezTo>
                      <a:pt x="192" y="14"/>
                      <a:pt x="163" y="1"/>
                      <a:pt x="134"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0"/>
              <p:cNvSpPr/>
              <p:nvPr/>
            </p:nvSpPr>
            <p:spPr>
              <a:xfrm>
                <a:off x="4970904" y="4805003"/>
                <a:ext cx="76107" cy="68811"/>
              </a:xfrm>
              <a:custGeom>
                <a:rect b="b" l="l" r="r" t="t"/>
                <a:pathLst>
                  <a:path extrusionOk="0" h="1245" w="1377">
                    <a:moveTo>
                      <a:pt x="87" y="1"/>
                    </a:moveTo>
                    <a:cubicBezTo>
                      <a:pt x="67" y="1"/>
                      <a:pt x="53" y="14"/>
                      <a:pt x="53" y="40"/>
                    </a:cubicBezTo>
                    <a:cubicBezTo>
                      <a:pt x="1" y="40"/>
                      <a:pt x="1" y="93"/>
                      <a:pt x="53" y="159"/>
                    </a:cubicBezTo>
                    <a:lnTo>
                      <a:pt x="1205" y="1205"/>
                    </a:lnTo>
                    <a:cubicBezTo>
                      <a:pt x="1238" y="1231"/>
                      <a:pt x="1268" y="1245"/>
                      <a:pt x="1289" y="1245"/>
                    </a:cubicBezTo>
                    <a:cubicBezTo>
                      <a:pt x="1311" y="1245"/>
                      <a:pt x="1324" y="1231"/>
                      <a:pt x="1324" y="1205"/>
                    </a:cubicBezTo>
                    <a:cubicBezTo>
                      <a:pt x="1377" y="1205"/>
                      <a:pt x="1377" y="1152"/>
                      <a:pt x="1324" y="1086"/>
                    </a:cubicBezTo>
                    <a:lnTo>
                      <a:pt x="159" y="40"/>
                    </a:lnTo>
                    <a:cubicBezTo>
                      <a:pt x="133" y="14"/>
                      <a:pt x="106" y="1"/>
                      <a:pt x="87"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0"/>
              <p:cNvSpPr/>
              <p:nvPr/>
            </p:nvSpPr>
            <p:spPr>
              <a:xfrm>
                <a:off x="5818028" y="4746472"/>
                <a:ext cx="1121428" cy="305090"/>
              </a:xfrm>
              <a:custGeom>
                <a:rect b="b" l="l" r="r" t="t"/>
                <a:pathLst>
                  <a:path extrusionOk="0" h="5520" w="20290">
                    <a:moveTo>
                      <a:pt x="2316" y="1"/>
                    </a:moveTo>
                    <a:cubicBezTo>
                      <a:pt x="1046" y="1"/>
                      <a:pt x="0" y="940"/>
                      <a:pt x="0" y="2092"/>
                    </a:cubicBezTo>
                    <a:lnTo>
                      <a:pt x="0" y="3534"/>
                    </a:lnTo>
                    <a:cubicBezTo>
                      <a:pt x="0" y="4633"/>
                      <a:pt x="1046" y="5520"/>
                      <a:pt x="2316" y="5520"/>
                    </a:cubicBezTo>
                    <a:lnTo>
                      <a:pt x="20290" y="5520"/>
                    </a:lnTo>
                    <a:lnTo>
                      <a:pt x="20290" y="4408"/>
                    </a:lnTo>
                    <a:lnTo>
                      <a:pt x="20290" y="1099"/>
                    </a:lnTo>
                    <a:lnTo>
                      <a:pt x="2029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0"/>
              <p:cNvSpPr/>
              <p:nvPr/>
            </p:nvSpPr>
            <p:spPr>
              <a:xfrm>
                <a:off x="5979692" y="4746472"/>
                <a:ext cx="1121428" cy="305090"/>
              </a:xfrm>
              <a:custGeom>
                <a:rect b="b" l="l" r="r" t="t"/>
                <a:pathLst>
                  <a:path extrusionOk="0" h="5520" w="20290">
                    <a:moveTo>
                      <a:pt x="2263" y="1"/>
                    </a:moveTo>
                    <a:cubicBezTo>
                      <a:pt x="993" y="1"/>
                      <a:pt x="0" y="940"/>
                      <a:pt x="0" y="2092"/>
                    </a:cubicBezTo>
                    <a:lnTo>
                      <a:pt x="0" y="3534"/>
                    </a:lnTo>
                    <a:cubicBezTo>
                      <a:pt x="0" y="4633"/>
                      <a:pt x="993" y="5520"/>
                      <a:pt x="2263" y="5520"/>
                    </a:cubicBezTo>
                    <a:lnTo>
                      <a:pt x="20290" y="5520"/>
                    </a:lnTo>
                    <a:lnTo>
                      <a:pt x="20290" y="4408"/>
                    </a:lnTo>
                    <a:lnTo>
                      <a:pt x="2144" y="4408"/>
                    </a:lnTo>
                    <a:cubicBezTo>
                      <a:pt x="1707" y="4408"/>
                      <a:pt x="1324" y="3971"/>
                      <a:pt x="1324" y="3468"/>
                    </a:cubicBezTo>
                    <a:lnTo>
                      <a:pt x="1324" y="2039"/>
                    </a:lnTo>
                    <a:cubicBezTo>
                      <a:pt x="1324" y="1602"/>
                      <a:pt x="1707" y="1099"/>
                      <a:pt x="2144" y="1099"/>
                    </a:cubicBezTo>
                    <a:lnTo>
                      <a:pt x="20290" y="1099"/>
                    </a:lnTo>
                    <a:lnTo>
                      <a:pt x="20290"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0"/>
              <p:cNvSpPr/>
              <p:nvPr/>
            </p:nvSpPr>
            <p:spPr>
              <a:xfrm>
                <a:off x="6052814" y="4807214"/>
                <a:ext cx="1011717" cy="182944"/>
              </a:xfrm>
              <a:custGeom>
                <a:rect b="b" l="l" r="r" t="t"/>
                <a:pathLst>
                  <a:path extrusionOk="0" h="3310" w="18305">
                    <a:moveTo>
                      <a:pt x="821" y="0"/>
                    </a:moveTo>
                    <a:cubicBezTo>
                      <a:pt x="331" y="0"/>
                      <a:pt x="1" y="503"/>
                      <a:pt x="1" y="940"/>
                    </a:cubicBezTo>
                    <a:lnTo>
                      <a:pt x="1" y="2369"/>
                    </a:lnTo>
                    <a:cubicBezTo>
                      <a:pt x="1" y="2872"/>
                      <a:pt x="331" y="3309"/>
                      <a:pt x="821" y="3309"/>
                    </a:cubicBezTo>
                    <a:lnTo>
                      <a:pt x="18305" y="3309"/>
                    </a:lnTo>
                    <a:lnTo>
                      <a:pt x="18305" y="0"/>
                    </a:ln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0"/>
              <p:cNvSpPr/>
              <p:nvPr/>
            </p:nvSpPr>
            <p:spPr>
              <a:xfrm>
                <a:off x="6052814" y="4898630"/>
                <a:ext cx="1011717" cy="91527"/>
              </a:xfrm>
              <a:custGeom>
                <a:rect b="b" l="l" r="r" t="t"/>
                <a:pathLst>
                  <a:path extrusionOk="0" h="1656" w="18305">
                    <a:moveTo>
                      <a:pt x="1" y="1"/>
                    </a:moveTo>
                    <a:lnTo>
                      <a:pt x="1" y="715"/>
                    </a:lnTo>
                    <a:cubicBezTo>
                      <a:pt x="1" y="1218"/>
                      <a:pt x="331" y="1655"/>
                      <a:pt x="821" y="1655"/>
                    </a:cubicBezTo>
                    <a:lnTo>
                      <a:pt x="18305" y="1655"/>
                    </a:ln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0"/>
              <p:cNvSpPr/>
              <p:nvPr/>
            </p:nvSpPr>
            <p:spPr>
              <a:xfrm>
                <a:off x="5818028" y="4137120"/>
                <a:ext cx="1121428" cy="304372"/>
              </a:xfrm>
              <a:custGeom>
                <a:rect b="b" l="l" r="r" t="t"/>
                <a:pathLst>
                  <a:path extrusionOk="0" h="5507" w="20290">
                    <a:moveTo>
                      <a:pt x="2316" y="1"/>
                    </a:moveTo>
                    <a:cubicBezTo>
                      <a:pt x="1046" y="1"/>
                      <a:pt x="0" y="927"/>
                      <a:pt x="0" y="2092"/>
                    </a:cubicBezTo>
                    <a:lnTo>
                      <a:pt x="0" y="3521"/>
                    </a:lnTo>
                    <a:cubicBezTo>
                      <a:pt x="0" y="4633"/>
                      <a:pt x="1046" y="5507"/>
                      <a:pt x="2316" y="5507"/>
                    </a:cubicBezTo>
                    <a:lnTo>
                      <a:pt x="20290" y="5507"/>
                    </a:lnTo>
                    <a:lnTo>
                      <a:pt x="20290" y="4408"/>
                    </a:lnTo>
                    <a:lnTo>
                      <a:pt x="20290" y="1099"/>
                    </a:lnTo>
                    <a:lnTo>
                      <a:pt x="20290" y="1"/>
                    </a:ln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0"/>
              <p:cNvSpPr/>
              <p:nvPr/>
            </p:nvSpPr>
            <p:spPr>
              <a:xfrm>
                <a:off x="5979692" y="4137120"/>
                <a:ext cx="1121428" cy="304372"/>
              </a:xfrm>
              <a:custGeom>
                <a:rect b="b" l="l" r="r" t="t"/>
                <a:pathLst>
                  <a:path extrusionOk="0" h="5507" w="20290">
                    <a:moveTo>
                      <a:pt x="2263" y="1"/>
                    </a:moveTo>
                    <a:cubicBezTo>
                      <a:pt x="993" y="1"/>
                      <a:pt x="0" y="927"/>
                      <a:pt x="0" y="2092"/>
                    </a:cubicBezTo>
                    <a:lnTo>
                      <a:pt x="0" y="3521"/>
                    </a:lnTo>
                    <a:cubicBezTo>
                      <a:pt x="0" y="4633"/>
                      <a:pt x="993" y="5507"/>
                      <a:pt x="2263" y="5507"/>
                    </a:cubicBezTo>
                    <a:lnTo>
                      <a:pt x="20290" y="5507"/>
                    </a:lnTo>
                    <a:lnTo>
                      <a:pt x="20290" y="4408"/>
                    </a:lnTo>
                    <a:lnTo>
                      <a:pt x="2144" y="4408"/>
                    </a:lnTo>
                    <a:cubicBezTo>
                      <a:pt x="1707" y="4408"/>
                      <a:pt x="1324" y="3971"/>
                      <a:pt x="1324" y="3468"/>
                    </a:cubicBezTo>
                    <a:lnTo>
                      <a:pt x="1324" y="2039"/>
                    </a:lnTo>
                    <a:cubicBezTo>
                      <a:pt x="1324" y="1589"/>
                      <a:pt x="1707" y="1099"/>
                      <a:pt x="2144" y="1099"/>
                    </a:cubicBezTo>
                    <a:lnTo>
                      <a:pt x="20290" y="1099"/>
                    </a:lnTo>
                    <a:lnTo>
                      <a:pt x="2029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0"/>
              <p:cNvSpPr/>
              <p:nvPr/>
            </p:nvSpPr>
            <p:spPr>
              <a:xfrm>
                <a:off x="6052814" y="4197862"/>
                <a:ext cx="1011717" cy="182944"/>
              </a:xfrm>
              <a:custGeom>
                <a:rect b="b" l="l" r="r" t="t"/>
                <a:pathLst>
                  <a:path extrusionOk="0" h="3310" w="18305">
                    <a:moveTo>
                      <a:pt x="821" y="0"/>
                    </a:moveTo>
                    <a:cubicBezTo>
                      <a:pt x="331" y="0"/>
                      <a:pt x="1" y="490"/>
                      <a:pt x="1" y="940"/>
                    </a:cubicBezTo>
                    <a:lnTo>
                      <a:pt x="1" y="2369"/>
                    </a:lnTo>
                    <a:cubicBezTo>
                      <a:pt x="1" y="2872"/>
                      <a:pt x="331" y="3309"/>
                      <a:pt x="821" y="3309"/>
                    </a:cubicBezTo>
                    <a:lnTo>
                      <a:pt x="18305" y="3309"/>
                    </a:lnTo>
                    <a:lnTo>
                      <a:pt x="18305" y="0"/>
                    </a:ln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0"/>
              <p:cNvSpPr/>
              <p:nvPr/>
            </p:nvSpPr>
            <p:spPr>
              <a:xfrm>
                <a:off x="6052814" y="4289278"/>
                <a:ext cx="1011717" cy="91527"/>
              </a:xfrm>
              <a:custGeom>
                <a:rect b="b" l="l" r="r" t="t"/>
                <a:pathLst>
                  <a:path extrusionOk="0" h="1656" w="18305">
                    <a:moveTo>
                      <a:pt x="1" y="1"/>
                    </a:moveTo>
                    <a:lnTo>
                      <a:pt x="1" y="715"/>
                    </a:lnTo>
                    <a:cubicBezTo>
                      <a:pt x="1" y="1218"/>
                      <a:pt x="331" y="1655"/>
                      <a:pt x="821" y="1655"/>
                    </a:cubicBezTo>
                    <a:lnTo>
                      <a:pt x="18305" y="1655"/>
                    </a:ln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0"/>
              <p:cNvSpPr/>
              <p:nvPr/>
            </p:nvSpPr>
            <p:spPr>
              <a:xfrm>
                <a:off x="5878714" y="4441437"/>
                <a:ext cx="1122202" cy="305090"/>
              </a:xfrm>
              <a:custGeom>
                <a:rect b="b" l="l" r="r" t="t"/>
                <a:pathLst>
                  <a:path extrusionOk="0" h="5520" w="20304">
                    <a:moveTo>
                      <a:pt x="1" y="1"/>
                    </a:moveTo>
                    <a:lnTo>
                      <a:pt x="1" y="1112"/>
                    </a:lnTo>
                    <a:lnTo>
                      <a:pt x="1" y="4421"/>
                    </a:lnTo>
                    <a:lnTo>
                      <a:pt x="1" y="5520"/>
                    </a:lnTo>
                    <a:lnTo>
                      <a:pt x="18146" y="5520"/>
                    </a:lnTo>
                    <a:cubicBezTo>
                      <a:pt x="19417" y="5520"/>
                      <a:pt x="20303" y="4633"/>
                      <a:pt x="20303" y="3534"/>
                    </a:cubicBezTo>
                    <a:lnTo>
                      <a:pt x="20303" y="2105"/>
                    </a:lnTo>
                    <a:cubicBezTo>
                      <a:pt x="20303" y="940"/>
                      <a:pt x="19417" y="1"/>
                      <a:pt x="1814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0"/>
              <p:cNvSpPr/>
              <p:nvPr/>
            </p:nvSpPr>
            <p:spPr>
              <a:xfrm>
                <a:off x="5723626" y="4441437"/>
                <a:ext cx="1121484" cy="305090"/>
              </a:xfrm>
              <a:custGeom>
                <a:rect b="b" l="l" r="r" t="t"/>
                <a:pathLst>
                  <a:path extrusionOk="0" h="5520" w="20291">
                    <a:moveTo>
                      <a:pt x="1" y="1"/>
                    </a:moveTo>
                    <a:lnTo>
                      <a:pt x="1" y="1112"/>
                    </a:lnTo>
                    <a:lnTo>
                      <a:pt x="18199" y="1112"/>
                    </a:lnTo>
                    <a:cubicBezTo>
                      <a:pt x="18636" y="1112"/>
                      <a:pt x="18967" y="1602"/>
                      <a:pt x="18967" y="2039"/>
                    </a:cubicBezTo>
                    <a:lnTo>
                      <a:pt x="18967" y="3481"/>
                    </a:lnTo>
                    <a:cubicBezTo>
                      <a:pt x="18967" y="3971"/>
                      <a:pt x="18636" y="4421"/>
                      <a:pt x="18199" y="4421"/>
                    </a:cubicBezTo>
                    <a:lnTo>
                      <a:pt x="1" y="4421"/>
                    </a:lnTo>
                    <a:lnTo>
                      <a:pt x="1" y="5520"/>
                    </a:lnTo>
                    <a:lnTo>
                      <a:pt x="18093" y="5520"/>
                    </a:lnTo>
                    <a:cubicBezTo>
                      <a:pt x="19351" y="5520"/>
                      <a:pt x="20290" y="4633"/>
                      <a:pt x="20290" y="3534"/>
                    </a:cubicBezTo>
                    <a:lnTo>
                      <a:pt x="20290" y="2105"/>
                    </a:lnTo>
                    <a:cubicBezTo>
                      <a:pt x="20290" y="940"/>
                      <a:pt x="19351" y="1"/>
                      <a:pt x="18093" y="1"/>
                    </a:cubicBez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0"/>
              <p:cNvSpPr/>
              <p:nvPr/>
            </p:nvSpPr>
            <p:spPr>
              <a:xfrm>
                <a:off x="5760215" y="4502897"/>
                <a:ext cx="1011717" cy="182944"/>
              </a:xfrm>
              <a:custGeom>
                <a:rect b="b" l="l" r="r" t="t"/>
                <a:pathLst>
                  <a:path extrusionOk="0" h="3310" w="18305">
                    <a:moveTo>
                      <a:pt x="0" y="0"/>
                    </a:moveTo>
                    <a:lnTo>
                      <a:pt x="0" y="3309"/>
                    </a:lnTo>
                    <a:lnTo>
                      <a:pt x="17537" y="3309"/>
                    </a:lnTo>
                    <a:cubicBezTo>
                      <a:pt x="18027" y="3309"/>
                      <a:pt x="18305" y="2859"/>
                      <a:pt x="18305" y="2369"/>
                    </a:cubicBezTo>
                    <a:lnTo>
                      <a:pt x="18305" y="927"/>
                    </a:lnTo>
                    <a:cubicBezTo>
                      <a:pt x="18305" y="490"/>
                      <a:pt x="18027" y="0"/>
                      <a:pt x="17537"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0"/>
              <p:cNvSpPr/>
              <p:nvPr/>
            </p:nvSpPr>
            <p:spPr>
              <a:xfrm>
                <a:off x="5760215" y="4594314"/>
                <a:ext cx="1011717" cy="91527"/>
              </a:xfrm>
              <a:custGeom>
                <a:rect b="b" l="l" r="r" t="t"/>
                <a:pathLst>
                  <a:path extrusionOk="0" h="1656" w="18305">
                    <a:moveTo>
                      <a:pt x="0" y="1"/>
                    </a:moveTo>
                    <a:lnTo>
                      <a:pt x="0" y="1655"/>
                    </a:lnTo>
                    <a:lnTo>
                      <a:pt x="17537" y="1655"/>
                    </a:lnTo>
                    <a:cubicBezTo>
                      <a:pt x="18027" y="1655"/>
                      <a:pt x="18305" y="1205"/>
                      <a:pt x="18305" y="715"/>
                    </a:cubicBez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0"/>
              <p:cNvSpPr/>
              <p:nvPr/>
            </p:nvSpPr>
            <p:spPr>
              <a:xfrm>
                <a:off x="5485910" y="4847726"/>
                <a:ext cx="200077" cy="203836"/>
              </a:xfrm>
              <a:custGeom>
                <a:rect b="b" l="l" r="r" t="t"/>
                <a:pathLst>
                  <a:path extrusionOk="0" h="3688" w="3620">
                    <a:moveTo>
                      <a:pt x="1020" y="0"/>
                    </a:moveTo>
                    <a:cubicBezTo>
                      <a:pt x="495" y="0"/>
                      <a:pt x="74" y="143"/>
                      <a:pt x="0" y="485"/>
                    </a:cubicBezTo>
                    <a:lnTo>
                      <a:pt x="1152" y="3688"/>
                    </a:lnTo>
                    <a:lnTo>
                      <a:pt x="3468" y="1305"/>
                    </a:lnTo>
                    <a:cubicBezTo>
                      <a:pt x="3619" y="602"/>
                      <a:pt x="2099" y="0"/>
                      <a:pt x="1020"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0"/>
              <p:cNvSpPr/>
              <p:nvPr/>
            </p:nvSpPr>
            <p:spPr>
              <a:xfrm>
                <a:off x="5528302" y="4988168"/>
                <a:ext cx="64445" cy="63395"/>
              </a:xfrm>
              <a:custGeom>
                <a:rect b="b" l="l" r="r" t="t"/>
                <a:pathLst>
                  <a:path extrusionOk="0" h="1147" w="1166">
                    <a:moveTo>
                      <a:pt x="349" y="0"/>
                    </a:moveTo>
                    <a:cubicBezTo>
                      <a:pt x="216" y="0"/>
                      <a:pt x="102" y="26"/>
                      <a:pt x="1" y="88"/>
                    </a:cubicBezTo>
                    <a:lnTo>
                      <a:pt x="385" y="1147"/>
                    </a:lnTo>
                    <a:lnTo>
                      <a:pt x="1166" y="313"/>
                    </a:lnTo>
                    <a:cubicBezTo>
                      <a:pt x="1046" y="207"/>
                      <a:pt x="835" y="88"/>
                      <a:pt x="663" y="35"/>
                    </a:cubicBezTo>
                    <a:cubicBezTo>
                      <a:pt x="547" y="13"/>
                      <a:pt x="444" y="0"/>
                      <a:pt x="34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0"/>
              <p:cNvSpPr/>
              <p:nvPr/>
            </p:nvSpPr>
            <p:spPr>
              <a:xfrm>
                <a:off x="5644646" y="4085222"/>
                <a:ext cx="228265" cy="152158"/>
              </a:xfrm>
              <a:custGeom>
                <a:rect b="b" l="l" r="r" t="t"/>
                <a:pathLst>
                  <a:path extrusionOk="0" h="2753" w="4130">
                    <a:moveTo>
                      <a:pt x="768" y="0"/>
                    </a:moveTo>
                    <a:cubicBezTo>
                      <a:pt x="543" y="0"/>
                      <a:pt x="384" y="106"/>
                      <a:pt x="331" y="278"/>
                    </a:cubicBezTo>
                    <a:lnTo>
                      <a:pt x="53" y="1602"/>
                    </a:lnTo>
                    <a:cubicBezTo>
                      <a:pt x="0" y="1654"/>
                      <a:pt x="53" y="1760"/>
                      <a:pt x="53" y="1866"/>
                    </a:cubicBezTo>
                    <a:cubicBezTo>
                      <a:pt x="106" y="1932"/>
                      <a:pt x="159" y="1985"/>
                      <a:pt x="265" y="2038"/>
                    </a:cubicBezTo>
                    <a:lnTo>
                      <a:pt x="331" y="2038"/>
                    </a:lnTo>
                    <a:lnTo>
                      <a:pt x="3362" y="2753"/>
                    </a:lnTo>
                    <a:cubicBezTo>
                      <a:pt x="3415" y="2753"/>
                      <a:pt x="3521" y="2753"/>
                      <a:pt x="3640" y="2700"/>
                    </a:cubicBezTo>
                    <a:cubicBezTo>
                      <a:pt x="3693" y="2647"/>
                      <a:pt x="3746" y="2594"/>
                      <a:pt x="3799" y="2475"/>
                    </a:cubicBezTo>
                    <a:lnTo>
                      <a:pt x="4077" y="1204"/>
                    </a:lnTo>
                    <a:cubicBezTo>
                      <a:pt x="4130" y="993"/>
                      <a:pt x="4024" y="821"/>
                      <a:pt x="3799" y="768"/>
                    </a:cubicBezTo>
                    <a:lnTo>
                      <a:pt x="768" y="0"/>
                    </a:ln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0"/>
              <p:cNvSpPr/>
              <p:nvPr/>
            </p:nvSpPr>
            <p:spPr>
              <a:xfrm>
                <a:off x="5644646" y="4137120"/>
                <a:ext cx="215829" cy="100260"/>
              </a:xfrm>
              <a:custGeom>
                <a:rect b="b" l="l" r="r" t="t"/>
                <a:pathLst>
                  <a:path extrusionOk="0" h="1814" w="3905">
                    <a:moveTo>
                      <a:pt x="159" y="1"/>
                    </a:moveTo>
                    <a:lnTo>
                      <a:pt x="53" y="663"/>
                    </a:lnTo>
                    <a:cubicBezTo>
                      <a:pt x="0" y="715"/>
                      <a:pt x="53" y="821"/>
                      <a:pt x="53" y="927"/>
                    </a:cubicBezTo>
                    <a:cubicBezTo>
                      <a:pt x="106" y="993"/>
                      <a:pt x="159" y="1046"/>
                      <a:pt x="265" y="1099"/>
                    </a:cubicBezTo>
                    <a:lnTo>
                      <a:pt x="331" y="1099"/>
                    </a:lnTo>
                    <a:lnTo>
                      <a:pt x="3362" y="1814"/>
                    </a:lnTo>
                    <a:cubicBezTo>
                      <a:pt x="3415" y="1814"/>
                      <a:pt x="3521" y="1814"/>
                      <a:pt x="3640" y="1761"/>
                    </a:cubicBezTo>
                    <a:cubicBezTo>
                      <a:pt x="3693" y="1708"/>
                      <a:pt x="3746" y="1655"/>
                      <a:pt x="3799" y="1536"/>
                    </a:cubicBezTo>
                    <a:lnTo>
                      <a:pt x="3905" y="927"/>
                    </a:lnTo>
                    <a:lnTo>
                      <a:pt x="159" y="1"/>
                    </a:ln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0"/>
              <p:cNvSpPr/>
              <p:nvPr/>
            </p:nvSpPr>
            <p:spPr>
              <a:xfrm>
                <a:off x="5629280" y="4231521"/>
                <a:ext cx="209971" cy="688388"/>
              </a:xfrm>
              <a:custGeom>
                <a:rect b="b" l="l" r="r" t="t"/>
                <a:pathLst>
                  <a:path extrusionOk="0" h="12455" w="3799">
                    <a:moveTo>
                      <a:pt x="2753" y="0"/>
                    </a:moveTo>
                    <a:lnTo>
                      <a:pt x="0" y="11528"/>
                    </a:lnTo>
                    <a:lnTo>
                      <a:pt x="874" y="12454"/>
                    </a:lnTo>
                    <a:lnTo>
                      <a:pt x="3799" y="278"/>
                    </a:lnTo>
                    <a:lnTo>
                      <a:pt x="2753" y="0"/>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0"/>
              <p:cNvSpPr/>
              <p:nvPr/>
            </p:nvSpPr>
            <p:spPr>
              <a:xfrm>
                <a:off x="5559032" y="4216156"/>
                <a:ext cx="222462" cy="685459"/>
              </a:xfrm>
              <a:custGeom>
                <a:rect b="b" l="l" r="r" t="t"/>
                <a:pathLst>
                  <a:path extrusionOk="0" h="12402" w="4025">
                    <a:moveTo>
                      <a:pt x="2754" y="0"/>
                    </a:moveTo>
                    <a:lnTo>
                      <a:pt x="1" y="11475"/>
                    </a:lnTo>
                    <a:lnTo>
                      <a:pt x="437" y="12402"/>
                    </a:lnTo>
                    <a:lnTo>
                      <a:pt x="1271" y="11806"/>
                    </a:lnTo>
                    <a:lnTo>
                      <a:pt x="4024" y="278"/>
                    </a:lnTo>
                    <a:lnTo>
                      <a:pt x="2754" y="0"/>
                    </a:lnTo>
                    <a:close/>
                  </a:path>
                </a:pathLst>
              </a:custGeom>
              <a:solidFill>
                <a:srgbClr val="1660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0"/>
              <p:cNvSpPr/>
              <p:nvPr/>
            </p:nvSpPr>
            <p:spPr>
              <a:xfrm>
                <a:off x="5485910" y="4200791"/>
                <a:ext cx="225336" cy="673741"/>
              </a:xfrm>
              <a:custGeom>
                <a:rect b="b" l="l" r="r" t="t"/>
                <a:pathLst>
                  <a:path extrusionOk="0" h="12190" w="4077">
                    <a:moveTo>
                      <a:pt x="2925" y="0"/>
                    </a:moveTo>
                    <a:lnTo>
                      <a:pt x="0" y="12190"/>
                    </a:lnTo>
                    <a:lnTo>
                      <a:pt x="0" y="12190"/>
                    </a:lnTo>
                    <a:lnTo>
                      <a:pt x="1324" y="11753"/>
                    </a:lnTo>
                    <a:lnTo>
                      <a:pt x="4077" y="278"/>
                    </a:lnTo>
                    <a:lnTo>
                      <a:pt x="2925" y="0"/>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0"/>
              <p:cNvSpPr/>
              <p:nvPr/>
            </p:nvSpPr>
            <p:spPr>
              <a:xfrm>
                <a:off x="5616845" y="4167132"/>
                <a:ext cx="240701" cy="161720"/>
              </a:xfrm>
              <a:custGeom>
                <a:rect b="b" l="l" r="r" t="t"/>
                <a:pathLst>
                  <a:path extrusionOk="0" h="2926" w="4355">
                    <a:moveTo>
                      <a:pt x="834" y="0"/>
                    </a:moveTo>
                    <a:cubicBezTo>
                      <a:pt x="715" y="0"/>
                      <a:pt x="609" y="0"/>
                      <a:pt x="556" y="53"/>
                    </a:cubicBezTo>
                    <a:cubicBezTo>
                      <a:pt x="437" y="120"/>
                      <a:pt x="384" y="225"/>
                      <a:pt x="331" y="278"/>
                    </a:cubicBezTo>
                    <a:lnTo>
                      <a:pt x="53" y="1655"/>
                    </a:lnTo>
                    <a:cubicBezTo>
                      <a:pt x="0" y="1880"/>
                      <a:pt x="106" y="2105"/>
                      <a:pt x="331" y="2105"/>
                    </a:cubicBezTo>
                    <a:lnTo>
                      <a:pt x="3534" y="2925"/>
                    </a:lnTo>
                    <a:cubicBezTo>
                      <a:pt x="3746" y="2925"/>
                      <a:pt x="3971" y="2819"/>
                      <a:pt x="4024" y="2594"/>
                    </a:cubicBezTo>
                    <a:lnTo>
                      <a:pt x="4302" y="1271"/>
                    </a:lnTo>
                    <a:cubicBezTo>
                      <a:pt x="4355" y="1165"/>
                      <a:pt x="4302" y="1046"/>
                      <a:pt x="4249" y="940"/>
                    </a:cubicBezTo>
                    <a:cubicBezTo>
                      <a:pt x="4196" y="887"/>
                      <a:pt x="4143" y="834"/>
                      <a:pt x="4077" y="834"/>
                    </a:cubicBezTo>
                    <a:lnTo>
                      <a:pt x="4024" y="781"/>
                    </a:lnTo>
                    <a:lnTo>
                      <a:pt x="834" y="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0"/>
              <p:cNvSpPr/>
              <p:nvPr/>
            </p:nvSpPr>
            <p:spPr>
              <a:xfrm>
                <a:off x="5629280" y="4167132"/>
                <a:ext cx="228265" cy="106837"/>
              </a:xfrm>
              <a:custGeom>
                <a:rect b="b" l="l" r="r" t="t"/>
                <a:pathLst>
                  <a:path extrusionOk="0" h="1933" w="4130">
                    <a:moveTo>
                      <a:pt x="609" y="0"/>
                    </a:moveTo>
                    <a:cubicBezTo>
                      <a:pt x="490" y="0"/>
                      <a:pt x="384" y="0"/>
                      <a:pt x="331" y="53"/>
                    </a:cubicBezTo>
                    <a:cubicBezTo>
                      <a:pt x="212" y="120"/>
                      <a:pt x="159" y="225"/>
                      <a:pt x="106" y="278"/>
                    </a:cubicBezTo>
                    <a:lnTo>
                      <a:pt x="0" y="940"/>
                    </a:lnTo>
                    <a:lnTo>
                      <a:pt x="3918" y="1933"/>
                    </a:lnTo>
                    <a:lnTo>
                      <a:pt x="4077" y="1271"/>
                    </a:lnTo>
                    <a:cubicBezTo>
                      <a:pt x="4130" y="1165"/>
                      <a:pt x="4077" y="1046"/>
                      <a:pt x="4024" y="940"/>
                    </a:cubicBezTo>
                    <a:cubicBezTo>
                      <a:pt x="3971" y="887"/>
                      <a:pt x="3918" y="834"/>
                      <a:pt x="3852" y="834"/>
                    </a:cubicBezTo>
                    <a:lnTo>
                      <a:pt x="3799" y="781"/>
                    </a:lnTo>
                    <a:lnTo>
                      <a:pt x="609" y="0"/>
                    </a:lnTo>
                    <a:close/>
                  </a:path>
                </a:pathLst>
              </a:custGeom>
              <a:solidFill>
                <a:srgbClr val="FAF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0"/>
              <p:cNvSpPr/>
              <p:nvPr/>
            </p:nvSpPr>
            <p:spPr>
              <a:xfrm>
                <a:off x="5626351" y="4160499"/>
                <a:ext cx="243630" cy="80584"/>
              </a:xfrm>
              <a:custGeom>
                <a:rect b="b" l="l" r="r" t="t"/>
                <a:pathLst>
                  <a:path extrusionOk="0" h="1458" w="4408">
                    <a:moveTo>
                      <a:pt x="263" y="0"/>
                    </a:moveTo>
                    <a:cubicBezTo>
                      <a:pt x="159" y="0"/>
                      <a:pt x="53" y="87"/>
                      <a:pt x="53" y="173"/>
                    </a:cubicBezTo>
                    <a:cubicBezTo>
                      <a:pt x="0" y="345"/>
                      <a:pt x="106" y="504"/>
                      <a:pt x="212" y="504"/>
                    </a:cubicBezTo>
                    <a:lnTo>
                      <a:pt x="4077" y="1444"/>
                    </a:lnTo>
                    <a:cubicBezTo>
                      <a:pt x="4106" y="1454"/>
                      <a:pt x="4134" y="1458"/>
                      <a:pt x="4160" y="1458"/>
                    </a:cubicBezTo>
                    <a:cubicBezTo>
                      <a:pt x="4277" y="1458"/>
                      <a:pt x="4364" y="1372"/>
                      <a:pt x="4408" y="1285"/>
                    </a:cubicBezTo>
                    <a:cubicBezTo>
                      <a:pt x="4408" y="1113"/>
                      <a:pt x="4355" y="1007"/>
                      <a:pt x="4183" y="954"/>
                    </a:cubicBezTo>
                    <a:lnTo>
                      <a:pt x="331" y="15"/>
                    </a:lnTo>
                    <a:cubicBezTo>
                      <a:pt x="309" y="5"/>
                      <a:pt x="286" y="0"/>
                      <a:pt x="263"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0"/>
              <p:cNvSpPr/>
              <p:nvPr/>
            </p:nvSpPr>
            <p:spPr>
              <a:xfrm>
                <a:off x="5604409" y="4252690"/>
                <a:ext cx="244349" cy="79865"/>
              </a:xfrm>
              <a:custGeom>
                <a:rect b="b" l="l" r="r" t="t"/>
                <a:pathLst>
                  <a:path extrusionOk="0" h="1445" w="4421">
                    <a:moveTo>
                      <a:pt x="331" y="1"/>
                    </a:moveTo>
                    <a:cubicBezTo>
                      <a:pt x="225" y="1"/>
                      <a:pt x="66" y="54"/>
                      <a:pt x="66" y="226"/>
                    </a:cubicBezTo>
                    <a:cubicBezTo>
                      <a:pt x="0" y="332"/>
                      <a:pt x="119" y="491"/>
                      <a:pt x="225" y="491"/>
                    </a:cubicBezTo>
                    <a:lnTo>
                      <a:pt x="4090" y="1430"/>
                    </a:lnTo>
                    <a:cubicBezTo>
                      <a:pt x="4119" y="1440"/>
                      <a:pt x="4147" y="1444"/>
                      <a:pt x="4173" y="1444"/>
                    </a:cubicBezTo>
                    <a:cubicBezTo>
                      <a:pt x="4290" y="1444"/>
                      <a:pt x="4378" y="1358"/>
                      <a:pt x="4421" y="1271"/>
                    </a:cubicBezTo>
                    <a:cubicBezTo>
                      <a:pt x="4421" y="1099"/>
                      <a:pt x="4368" y="994"/>
                      <a:pt x="4196" y="941"/>
                    </a:cubicBezTo>
                    <a:lnTo>
                      <a:pt x="331" y="1"/>
                    </a:ln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0"/>
              <p:cNvSpPr/>
              <p:nvPr/>
            </p:nvSpPr>
            <p:spPr>
              <a:xfrm>
                <a:off x="6376144" y="3457797"/>
                <a:ext cx="158072" cy="233903"/>
              </a:xfrm>
              <a:custGeom>
                <a:rect b="b" l="l" r="r" t="t"/>
                <a:pathLst>
                  <a:path extrusionOk="0" h="4232" w="2860">
                    <a:moveTo>
                      <a:pt x="2381" y="0"/>
                    </a:moveTo>
                    <a:cubicBezTo>
                      <a:pt x="2298" y="0"/>
                      <a:pt x="2214" y="33"/>
                      <a:pt x="2145" y="102"/>
                    </a:cubicBezTo>
                    <a:cubicBezTo>
                      <a:pt x="2039" y="155"/>
                      <a:pt x="1" y="1532"/>
                      <a:pt x="384" y="3901"/>
                    </a:cubicBezTo>
                    <a:cubicBezTo>
                      <a:pt x="437" y="4073"/>
                      <a:pt x="596" y="4231"/>
                      <a:pt x="821" y="4231"/>
                    </a:cubicBezTo>
                    <a:lnTo>
                      <a:pt x="874" y="4231"/>
                    </a:lnTo>
                    <a:cubicBezTo>
                      <a:pt x="1099" y="4179"/>
                      <a:pt x="1258" y="3954"/>
                      <a:pt x="1205" y="3742"/>
                    </a:cubicBezTo>
                    <a:cubicBezTo>
                      <a:pt x="927" y="1968"/>
                      <a:pt x="2528" y="817"/>
                      <a:pt x="2581" y="817"/>
                    </a:cubicBezTo>
                    <a:cubicBezTo>
                      <a:pt x="2806" y="645"/>
                      <a:pt x="2859" y="380"/>
                      <a:pt x="2701" y="208"/>
                    </a:cubicBezTo>
                    <a:cubicBezTo>
                      <a:pt x="2629" y="73"/>
                      <a:pt x="2506" y="0"/>
                      <a:pt x="23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0"/>
              <p:cNvSpPr/>
              <p:nvPr/>
            </p:nvSpPr>
            <p:spPr>
              <a:xfrm>
                <a:off x="6180820" y="3609734"/>
                <a:ext cx="527497" cy="527442"/>
              </a:xfrm>
              <a:custGeom>
                <a:rect b="b" l="l" r="r" t="t"/>
                <a:pathLst>
                  <a:path extrusionOk="0" h="9543" w="9544">
                    <a:moveTo>
                      <a:pt x="4739" y="0"/>
                    </a:moveTo>
                    <a:cubicBezTo>
                      <a:pt x="2145" y="0"/>
                      <a:pt x="1" y="2144"/>
                      <a:pt x="1" y="4791"/>
                    </a:cubicBezTo>
                    <a:cubicBezTo>
                      <a:pt x="1" y="7385"/>
                      <a:pt x="2145" y="9543"/>
                      <a:pt x="4739" y="9543"/>
                    </a:cubicBezTo>
                    <a:cubicBezTo>
                      <a:pt x="7386" y="9543"/>
                      <a:pt x="9543" y="7385"/>
                      <a:pt x="9543" y="4791"/>
                    </a:cubicBezTo>
                    <a:cubicBezTo>
                      <a:pt x="9543" y="2144"/>
                      <a:pt x="7386" y="0"/>
                      <a:pt x="473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0"/>
              <p:cNvSpPr/>
              <p:nvPr/>
            </p:nvSpPr>
            <p:spPr>
              <a:xfrm>
                <a:off x="6241562" y="3659421"/>
                <a:ext cx="207815" cy="145692"/>
              </a:xfrm>
              <a:custGeom>
                <a:rect b="b" l="l" r="r" t="t"/>
                <a:pathLst>
                  <a:path extrusionOk="0" h="2636" w="3760">
                    <a:moveTo>
                      <a:pt x="2633" y="1"/>
                    </a:moveTo>
                    <a:cubicBezTo>
                      <a:pt x="2247" y="1"/>
                      <a:pt x="1778" y="140"/>
                      <a:pt x="1324" y="425"/>
                    </a:cubicBezTo>
                    <a:cubicBezTo>
                      <a:pt x="450" y="914"/>
                      <a:pt x="0" y="1748"/>
                      <a:pt x="278" y="2238"/>
                    </a:cubicBezTo>
                    <a:cubicBezTo>
                      <a:pt x="439" y="2509"/>
                      <a:pt x="746" y="2635"/>
                      <a:pt x="1120" y="2635"/>
                    </a:cubicBezTo>
                    <a:cubicBezTo>
                      <a:pt x="1513" y="2635"/>
                      <a:pt x="1981" y="2496"/>
                      <a:pt x="2436" y="2238"/>
                    </a:cubicBezTo>
                    <a:cubicBezTo>
                      <a:pt x="3309" y="1695"/>
                      <a:pt x="3759" y="861"/>
                      <a:pt x="3428" y="372"/>
                    </a:cubicBezTo>
                    <a:cubicBezTo>
                      <a:pt x="3293" y="127"/>
                      <a:pt x="3000" y="1"/>
                      <a:pt x="263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0"/>
              <p:cNvSpPr/>
              <p:nvPr/>
            </p:nvSpPr>
            <p:spPr>
              <a:xfrm>
                <a:off x="6189608" y="3719445"/>
                <a:ext cx="518709" cy="417731"/>
              </a:xfrm>
              <a:custGeom>
                <a:rect b="b" l="l" r="r" t="t"/>
                <a:pathLst>
                  <a:path extrusionOk="0" h="7558" w="9385">
                    <a:moveTo>
                      <a:pt x="8445" y="0"/>
                    </a:moveTo>
                    <a:lnTo>
                      <a:pt x="8445" y="0"/>
                    </a:lnTo>
                    <a:cubicBezTo>
                      <a:pt x="8551" y="437"/>
                      <a:pt x="8603" y="821"/>
                      <a:pt x="8603" y="1271"/>
                    </a:cubicBezTo>
                    <a:cubicBezTo>
                      <a:pt x="8603" y="3918"/>
                      <a:pt x="6512" y="6009"/>
                      <a:pt x="3865" y="6009"/>
                    </a:cubicBezTo>
                    <a:cubicBezTo>
                      <a:pt x="2264" y="6009"/>
                      <a:pt x="887" y="5242"/>
                      <a:pt x="1" y="4024"/>
                    </a:cubicBezTo>
                    <a:lnTo>
                      <a:pt x="1" y="4024"/>
                    </a:lnTo>
                    <a:cubicBezTo>
                      <a:pt x="556" y="6062"/>
                      <a:pt x="2436" y="7558"/>
                      <a:pt x="4580" y="7558"/>
                    </a:cubicBezTo>
                    <a:cubicBezTo>
                      <a:pt x="7227" y="7558"/>
                      <a:pt x="9384" y="5400"/>
                      <a:pt x="9384" y="2806"/>
                    </a:cubicBezTo>
                    <a:cubicBezTo>
                      <a:pt x="9384" y="1761"/>
                      <a:pt x="9053" y="821"/>
                      <a:pt x="844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4" name="Google Shape;824;p30"/>
            <p:cNvSpPr/>
            <p:nvPr/>
          </p:nvSpPr>
          <p:spPr>
            <a:xfrm>
              <a:off x="5641385" y="4715193"/>
              <a:ext cx="204624" cy="152288"/>
            </a:xfrm>
            <a:custGeom>
              <a:rect b="b" l="l" r="r" t="t"/>
              <a:pathLst>
                <a:path extrusionOk="0" h="4903" w="6588">
                  <a:moveTo>
                    <a:pt x="4067" y="1"/>
                  </a:moveTo>
                  <a:lnTo>
                    <a:pt x="2790" y="2790"/>
                  </a:lnTo>
                  <a:lnTo>
                    <a:pt x="404" y="3059"/>
                  </a:lnTo>
                  <a:cubicBezTo>
                    <a:pt x="135" y="3059"/>
                    <a:pt x="0" y="3496"/>
                    <a:pt x="269" y="3630"/>
                  </a:cubicBezTo>
                  <a:lnTo>
                    <a:pt x="2924" y="4739"/>
                  </a:lnTo>
                  <a:cubicBezTo>
                    <a:pt x="3134" y="4850"/>
                    <a:pt x="3343" y="4903"/>
                    <a:pt x="3545" y="4903"/>
                  </a:cubicBezTo>
                  <a:cubicBezTo>
                    <a:pt x="3892" y="4903"/>
                    <a:pt x="4215" y="4747"/>
                    <a:pt x="4470" y="4471"/>
                  </a:cubicBezTo>
                  <a:lnTo>
                    <a:pt x="6588" y="1547"/>
                  </a:lnTo>
                  <a:lnTo>
                    <a:pt x="4067" y="1"/>
                  </a:ln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0"/>
            <p:cNvSpPr/>
            <p:nvPr/>
          </p:nvSpPr>
          <p:spPr>
            <a:xfrm>
              <a:off x="5767676" y="4250752"/>
              <a:ext cx="622196" cy="512492"/>
            </a:xfrm>
            <a:custGeom>
              <a:rect b="b" l="l" r="r" t="t"/>
              <a:pathLst>
                <a:path extrusionOk="0" h="16500" w="20032">
                  <a:moveTo>
                    <a:pt x="16674" y="1"/>
                  </a:moveTo>
                  <a:cubicBezTo>
                    <a:pt x="15991" y="1"/>
                    <a:pt x="15283" y="187"/>
                    <a:pt x="14688" y="536"/>
                  </a:cubicBezTo>
                  <a:lnTo>
                    <a:pt x="3765" y="7392"/>
                  </a:lnTo>
                  <a:cubicBezTo>
                    <a:pt x="3496" y="7661"/>
                    <a:pt x="3227" y="7929"/>
                    <a:pt x="2925" y="8366"/>
                  </a:cubicBezTo>
                  <a:lnTo>
                    <a:pt x="1" y="14954"/>
                  </a:lnTo>
                  <a:lnTo>
                    <a:pt x="2522" y="16500"/>
                  </a:lnTo>
                  <a:lnTo>
                    <a:pt x="6588" y="11021"/>
                  </a:lnTo>
                  <a:lnTo>
                    <a:pt x="9949" y="10316"/>
                  </a:lnTo>
                  <a:lnTo>
                    <a:pt x="15528" y="8938"/>
                  </a:lnTo>
                  <a:cubicBezTo>
                    <a:pt x="16671" y="8635"/>
                    <a:pt x="17780" y="8098"/>
                    <a:pt x="18620" y="7089"/>
                  </a:cubicBezTo>
                  <a:cubicBezTo>
                    <a:pt x="19023" y="6686"/>
                    <a:pt x="19326" y="6115"/>
                    <a:pt x="19595" y="5577"/>
                  </a:cubicBezTo>
                  <a:cubicBezTo>
                    <a:pt x="19864" y="5006"/>
                    <a:pt x="20032" y="4434"/>
                    <a:pt x="20032" y="3896"/>
                  </a:cubicBezTo>
                  <a:lnTo>
                    <a:pt x="20032" y="3460"/>
                  </a:lnTo>
                  <a:cubicBezTo>
                    <a:pt x="20032" y="2048"/>
                    <a:pt x="19191" y="804"/>
                    <a:pt x="17914" y="233"/>
                  </a:cubicBezTo>
                  <a:cubicBezTo>
                    <a:pt x="17535" y="76"/>
                    <a:pt x="17110" y="1"/>
                    <a:pt x="16674" y="1"/>
                  </a:cubicBezTo>
                  <a:close/>
                </a:path>
              </a:pathLst>
            </a:custGeom>
            <a:solidFill>
              <a:srgbClr val="758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0"/>
            <p:cNvSpPr/>
            <p:nvPr/>
          </p:nvSpPr>
          <p:spPr>
            <a:xfrm>
              <a:off x="5767676" y="4250752"/>
              <a:ext cx="622196" cy="512492"/>
            </a:xfrm>
            <a:custGeom>
              <a:rect b="b" l="l" r="r" t="t"/>
              <a:pathLst>
                <a:path extrusionOk="0" h="16500" w="20032">
                  <a:moveTo>
                    <a:pt x="16674" y="1"/>
                  </a:moveTo>
                  <a:cubicBezTo>
                    <a:pt x="15991" y="1"/>
                    <a:pt x="15283" y="187"/>
                    <a:pt x="14688" y="536"/>
                  </a:cubicBezTo>
                  <a:lnTo>
                    <a:pt x="3765" y="7392"/>
                  </a:lnTo>
                  <a:cubicBezTo>
                    <a:pt x="3496" y="7661"/>
                    <a:pt x="3227" y="7929"/>
                    <a:pt x="2925" y="8366"/>
                  </a:cubicBezTo>
                  <a:lnTo>
                    <a:pt x="1" y="14954"/>
                  </a:lnTo>
                  <a:lnTo>
                    <a:pt x="1110" y="15659"/>
                  </a:lnTo>
                  <a:lnTo>
                    <a:pt x="2522" y="16500"/>
                  </a:lnTo>
                  <a:lnTo>
                    <a:pt x="6588" y="11021"/>
                  </a:lnTo>
                  <a:lnTo>
                    <a:pt x="9949" y="10316"/>
                  </a:lnTo>
                  <a:lnTo>
                    <a:pt x="15528" y="8938"/>
                  </a:lnTo>
                  <a:cubicBezTo>
                    <a:pt x="16368" y="8770"/>
                    <a:pt x="17208" y="8366"/>
                    <a:pt x="18049" y="7661"/>
                  </a:cubicBezTo>
                  <a:cubicBezTo>
                    <a:pt x="18183" y="7526"/>
                    <a:pt x="18351" y="7392"/>
                    <a:pt x="18620" y="7089"/>
                  </a:cubicBezTo>
                  <a:cubicBezTo>
                    <a:pt x="19023" y="6686"/>
                    <a:pt x="19326" y="6115"/>
                    <a:pt x="19595" y="5577"/>
                  </a:cubicBezTo>
                  <a:cubicBezTo>
                    <a:pt x="19864" y="5006"/>
                    <a:pt x="20032" y="4434"/>
                    <a:pt x="20032" y="3896"/>
                  </a:cubicBezTo>
                  <a:lnTo>
                    <a:pt x="20032" y="3460"/>
                  </a:lnTo>
                  <a:cubicBezTo>
                    <a:pt x="20032" y="2048"/>
                    <a:pt x="19191" y="804"/>
                    <a:pt x="17914" y="233"/>
                  </a:cubicBezTo>
                  <a:cubicBezTo>
                    <a:pt x="17535" y="76"/>
                    <a:pt x="17110" y="1"/>
                    <a:pt x="16674"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0"/>
            <p:cNvSpPr/>
            <p:nvPr/>
          </p:nvSpPr>
          <p:spPr>
            <a:xfrm>
              <a:off x="5802121" y="4428136"/>
              <a:ext cx="435338" cy="335107"/>
            </a:xfrm>
            <a:custGeom>
              <a:rect b="b" l="l" r="r" t="t"/>
              <a:pathLst>
                <a:path extrusionOk="0" h="10789" w="14016">
                  <a:moveTo>
                    <a:pt x="11630" y="0"/>
                  </a:moveTo>
                  <a:lnTo>
                    <a:pt x="5479" y="2521"/>
                  </a:lnTo>
                  <a:cubicBezTo>
                    <a:pt x="4471" y="2924"/>
                    <a:pt x="3496" y="3764"/>
                    <a:pt x="2958" y="4739"/>
                  </a:cubicBezTo>
                  <a:cubicBezTo>
                    <a:pt x="2118" y="6151"/>
                    <a:pt x="976" y="7966"/>
                    <a:pt x="1" y="9948"/>
                  </a:cubicBezTo>
                  <a:lnTo>
                    <a:pt x="1413" y="10789"/>
                  </a:lnTo>
                  <a:lnTo>
                    <a:pt x="5479" y="5310"/>
                  </a:lnTo>
                  <a:lnTo>
                    <a:pt x="8840" y="4605"/>
                  </a:lnTo>
                  <a:lnTo>
                    <a:pt x="8974" y="4470"/>
                  </a:lnTo>
                  <a:cubicBezTo>
                    <a:pt x="9109" y="4067"/>
                    <a:pt x="9512" y="3764"/>
                    <a:pt x="9815" y="3630"/>
                  </a:cubicBezTo>
                  <a:lnTo>
                    <a:pt x="14016" y="1815"/>
                  </a:lnTo>
                  <a:cubicBezTo>
                    <a:pt x="13176" y="1244"/>
                    <a:pt x="12335" y="706"/>
                    <a:pt x="11630"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0"/>
            <p:cNvSpPr/>
            <p:nvPr/>
          </p:nvSpPr>
          <p:spPr>
            <a:xfrm>
              <a:off x="5993172" y="3849238"/>
              <a:ext cx="435338" cy="325727"/>
            </a:xfrm>
            <a:custGeom>
              <a:rect b="b" l="l" r="r" t="t"/>
              <a:pathLst>
                <a:path extrusionOk="0" h="10487" w="14016">
                  <a:moveTo>
                    <a:pt x="11156" y="0"/>
                  </a:moveTo>
                  <a:cubicBezTo>
                    <a:pt x="10333" y="0"/>
                    <a:pt x="9506" y="386"/>
                    <a:pt x="8974" y="1128"/>
                  </a:cubicBezTo>
                  <a:lnTo>
                    <a:pt x="6050" y="5598"/>
                  </a:lnTo>
                  <a:lnTo>
                    <a:pt x="1849" y="2943"/>
                  </a:lnTo>
                  <a:lnTo>
                    <a:pt x="0" y="5598"/>
                  </a:lnTo>
                  <a:lnTo>
                    <a:pt x="5344" y="10102"/>
                  </a:lnTo>
                  <a:cubicBezTo>
                    <a:pt x="5736" y="10352"/>
                    <a:pt x="6156" y="10486"/>
                    <a:pt x="6566" y="10486"/>
                  </a:cubicBezTo>
                  <a:cubicBezTo>
                    <a:pt x="7034" y="10486"/>
                    <a:pt x="7488" y="10310"/>
                    <a:pt x="7865" y="9934"/>
                  </a:cubicBezTo>
                  <a:lnTo>
                    <a:pt x="13040" y="4489"/>
                  </a:lnTo>
                  <a:cubicBezTo>
                    <a:pt x="13881" y="3649"/>
                    <a:pt x="14015" y="2372"/>
                    <a:pt x="13444" y="1397"/>
                  </a:cubicBezTo>
                  <a:cubicBezTo>
                    <a:pt x="12937" y="453"/>
                    <a:pt x="12048" y="0"/>
                    <a:pt x="11156" y="0"/>
                  </a:cubicBezTo>
                  <a:close/>
                </a:path>
              </a:pathLst>
            </a:custGeom>
            <a:solidFill>
              <a:srgbClr val="F6E5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0"/>
            <p:cNvSpPr/>
            <p:nvPr/>
          </p:nvSpPr>
          <p:spPr>
            <a:xfrm>
              <a:off x="6106945" y="3870700"/>
              <a:ext cx="178533" cy="304824"/>
            </a:xfrm>
            <a:custGeom>
              <a:rect b="b" l="l" r="r" t="t"/>
              <a:pathLst>
                <a:path extrusionOk="0" h="9814" w="5748">
                  <a:moveTo>
                    <a:pt x="5748" y="0"/>
                  </a:moveTo>
                  <a:lnTo>
                    <a:pt x="5748" y="0"/>
                  </a:lnTo>
                  <a:cubicBezTo>
                    <a:pt x="5580" y="168"/>
                    <a:pt x="5445" y="303"/>
                    <a:pt x="5311" y="437"/>
                  </a:cubicBezTo>
                  <a:lnTo>
                    <a:pt x="2387" y="4907"/>
                  </a:lnTo>
                  <a:lnTo>
                    <a:pt x="1" y="3529"/>
                  </a:lnTo>
                  <a:lnTo>
                    <a:pt x="1" y="7999"/>
                  </a:lnTo>
                  <a:lnTo>
                    <a:pt x="1681" y="9411"/>
                  </a:lnTo>
                  <a:cubicBezTo>
                    <a:pt x="1950" y="9545"/>
                    <a:pt x="2219" y="9680"/>
                    <a:pt x="2387" y="9814"/>
                  </a:cubicBezTo>
                  <a:lnTo>
                    <a:pt x="4067" y="3932"/>
                  </a:lnTo>
                  <a:cubicBezTo>
                    <a:pt x="4471" y="2521"/>
                    <a:pt x="5042" y="1277"/>
                    <a:pt x="57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a:off x="6175836" y="3779880"/>
              <a:ext cx="439532" cy="506031"/>
            </a:xfrm>
            <a:custGeom>
              <a:rect b="b" l="l" r="r" t="t"/>
              <a:pathLst>
                <a:path extrusionOk="0" h="16292" w="14151">
                  <a:moveTo>
                    <a:pt x="9109" y="0"/>
                  </a:moveTo>
                  <a:lnTo>
                    <a:pt x="5042" y="572"/>
                  </a:lnTo>
                  <a:cubicBezTo>
                    <a:pt x="3664" y="2387"/>
                    <a:pt x="2521" y="4605"/>
                    <a:pt x="1849" y="6856"/>
                  </a:cubicBezTo>
                  <a:lnTo>
                    <a:pt x="1" y="13444"/>
                  </a:lnTo>
                  <a:cubicBezTo>
                    <a:pt x="1406" y="14452"/>
                    <a:pt x="4559" y="16292"/>
                    <a:pt x="8376" y="16292"/>
                  </a:cubicBezTo>
                  <a:cubicBezTo>
                    <a:pt x="8759" y="16292"/>
                    <a:pt x="9150" y="16273"/>
                    <a:pt x="9546" y="16233"/>
                  </a:cubicBezTo>
                  <a:cubicBezTo>
                    <a:pt x="11092" y="16099"/>
                    <a:pt x="12470" y="15696"/>
                    <a:pt x="14016" y="14990"/>
                  </a:cubicBezTo>
                  <a:lnTo>
                    <a:pt x="14150" y="7831"/>
                  </a:lnTo>
                  <a:cubicBezTo>
                    <a:pt x="14150" y="5310"/>
                    <a:pt x="13175" y="2924"/>
                    <a:pt x="11361" y="1412"/>
                  </a:cubicBezTo>
                  <a:cubicBezTo>
                    <a:pt x="10655" y="841"/>
                    <a:pt x="9815" y="269"/>
                    <a:pt x="910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0"/>
            <p:cNvSpPr/>
            <p:nvPr/>
          </p:nvSpPr>
          <p:spPr>
            <a:xfrm>
              <a:off x="6446215" y="3823706"/>
              <a:ext cx="169153" cy="460404"/>
            </a:xfrm>
            <a:custGeom>
              <a:rect b="b" l="l" r="r" t="t"/>
              <a:pathLst>
                <a:path extrusionOk="0" h="14823" w="5446">
                  <a:moveTo>
                    <a:pt x="2656" y="1"/>
                  </a:moveTo>
                  <a:cubicBezTo>
                    <a:pt x="1546" y="404"/>
                    <a:pt x="706" y="1244"/>
                    <a:pt x="404" y="3496"/>
                  </a:cubicBezTo>
                  <a:cubicBezTo>
                    <a:pt x="0" y="5714"/>
                    <a:pt x="538" y="9075"/>
                    <a:pt x="706" y="11327"/>
                  </a:cubicBezTo>
                  <a:lnTo>
                    <a:pt x="841" y="14822"/>
                  </a:lnTo>
                  <a:cubicBezTo>
                    <a:pt x="2387" y="14688"/>
                    <a:pt x="3765" y="14285"/>
                    <a:pt x="5311" y="13579"/>
                  </a:cubicBezTo>
                  <a:lnTo>
                    <a:pt x="5445" y="6420"/>
                  </a:lnTo>
                  <a:lnTo>
                    <a:pt x="5445" y="6286"/>
                  </a:lnTo>
                  <a:cubicBezTo>
                    <a:pt x="5445" y="3765"/>
                    <a:pt x="4336" y="1513"/>
                    <a:pt x="265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0"/>
            <p:cNvSpPr/>
            <p:nvPr/>
          </p:nvSpPr>
          <p:spPr>
            <a:xfrm>
              <a:off x="6123655" y="4195040"/>
              <a:ext cx="501093" cy="361229"/>
            </a:xfrm>
            <a:custGeom>
              <a:rect b="b" l="l" r="r" t="t"/>
              <a:pathLst>
                <a:path extrusionOk="0" h="11630" w="16133">
                  <a:moveTo>
                    <a:pt x="1681" y="1"/>
                  </a:moveTo>
                  <a:lnTo>
                    <a:pt x="303" y="5177"/>
                  </a:lnTo>
                  <a:cubicBezTo>
                    <a:pt x="0" y="5748"/>
                    <a:pt x="303" y="6454"/>
                    <a:pt x="706" y="6991"/>
                  </a:cubicBezTo>
                  <a:cubicBezTo>
                    <a:pt x="1681" y="7832"/>
                    <a:pt x="2521" y="8537"/>
                    <a:pt x="3664" y="9243"/>
                  </a:cubicBezTo>
                  <a:cubicBezTo>
                    <a:pt x="5747" y="10655"/>
                    <a:pt x="8134" y="11629"/>
                    <a:pt x="10654" y="11629"/>
                  </a:cubicBezTo>
                  <a:cubicBezTo>
                    <a:pt x="12066" y="11629"/>
                    <a:pt x="13612" y="11495"/>
                    <a:pt x="14990" y="10789"/>
                  </a:cubicBezTo>
                  <a:cubicBezTo>
                    <a:pt x="15696" y="10487"/>
                    <a:pt x="16133" y="9815"/>
                    <a:pt x="16133" y="9109"/>
                  </a:cubicBezTo>
                  <a:lnTo>
                    <a:pt x="16133" y="8537"/>
                  </a:lnTo>
                  <a:lnTo>
                    <a:pt x="15696" y="1547"/>
                  </a:lnTo>
                  <a:cubicBezTo>
                    <a:pt x="14150" y="2253"/>
                    <a:pt x="12772" y="2656"/>
                    <a:pt x="11226" y="2790"/>
                  </a:cubicBezTo>
                  <a:cubicBezTo>
                    <a:pt x="10830" y="2830"/>
                    <a:pt x="10439" y="2849"/>
                    <a:pt x="10056" y="2849"/>
                  </a:cubicBezTo>
                  <a:cubicBezTo>
                    <a:pt x="6239" y="2849"/>
                    <a:pt x="3086" y="1009"/>
                    <a:pt x="1681"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0"/>
            <p:cNvSpPr/>
            <p:nvPr/>
          </p:nvSpPr>
          <p:spPr>
            <a:xfrm>
              <a:off x="6319893" y="3623306"/>
              <a:ext cx="143063" cy="253078"/>
            </a:xfrm>
            <a:custGeom>
              <a:rect b="b" l="l" r="r" t="t"/>
              <a:pathLst>
                <a:path extrusionOk="0" h="8148" w="4606">
                  <a:moveTo>
                    <a:pt x="4067" y="0"/>
                  </a:moveTo>
                  <a:lnTo>
                    <a:pt x="1" y="269"/>
                  </a:lnTo>
                  <a:lnTo>
                    <a:pt x="404" y="5882"/>
                  </a:lnTo>
                  <a:lnTo>
                    <a:pt x="404" y="6285"/>
                  </a:lnTo>
                  <a:cubicBezTo>
                    <a:pt x="560" y="7347"/>
                    <a:pt x="1413" y="8147"/>
                    <a:pt x="2423" y="8147"/>
                  </a:cubicBezTo>
                  <a:cubicBezTo>
                    <a:pt x="2500" y="8147"/>
                    <a:pt x="2577" y="8143"/>
                    <a:pt x="2656" y="8133"/>
                  </a:cubicBezTo>
                  <a:cubicBezTo>
                    <a:pt x="3765" y="7965"/>
                    <a:pt x="4605" y="6991"/>
                    <a:pt x="4471" y="5882"/>
                  </a:cubicBezTo>
                  <a:lnTo>
                    <a:pt x="4471" y="5613"/>
                  </a:lnTo>
                  <a:lnTo>
                    <a:pt x="4067" y="0"/>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0"/>
            <p:cNvSpPr/>
            <p:nvPr/>
          </p:nvSpPr>
          <p:spPr>
            <a:xfrm>
              <a:off x="5802125" y="4764263"/>
              <a:ext cx="234920" cy="138872"/>
            </a:xfrm>
            <a:custGeom>
              <a:rect b="b" l="l" r="r" t="t"/>
              <a:pathLst>
                <a:path extrusionOk="0" h="4389" w="6420">
                  <a:moveTo>
                    <a:pt x="4201" y="1"/>
                  </a:moveTo>
                  <a:lnTo>
                    <a:pt x="2790" y="2084"/>
                  </a:lnTo>
                  <a:lnTo>
                    <a:pt x="404" y="2084"/>
                  </a:lnTo>
                  <a:cubicBezTo>
                    <a:pt x="135" y="2084"/>
                    <a:pt x="0" y="2387"/>
                    <a:pt x="269" y="2521"/>
                  </a:cubicBezTo>
                  <a:lnTo>
                    <a:pt x="2655" y="4202"/>
                  </a:lnTo>
                  <a:cubicBezTo>
                    <a:pt x="2912" y="4322"/>
                    <a:pt x="3162" y="4389"/>
                    <a:pt x="3399" y="4389"/>
                  </a:cubicBezTo>
                  <a:cubicBezTo>
                    <a:pt x="3690" y="4389"/>
                    <a:pt x="3961" y="4289"/>
                    <a:pt x="4201" y="4067"/>
                  </a:cubicBezTo>
                  <a:lnTo>
                    <a:pt x="6420" y="1815"/>
                  </a:lnTo>
                  <a:lnTo>
                    <a:pt x="4201" y="1"/>
                  </a:ln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0"/>
            <p:cNvSpPr/>
            <p:nvPr/>
          </p:nvSpPr>
          <p:spPr>
            <a:xfrm>
              <a:off x="5950371" y="4370395"/>
              <a:ext cx="674377" cy="457578"/>
            </a:xfrm>
            <a:custGeom>
              <a:rect b="b" l="l" r="r" t="t"/>
              <a:pathLst>
                <a:path extrusionOk="0" h="14732" w="21712">
                  <a:moveTo>
                    <a:pt x="18347" y="1"/>
                  </a:moveTo>
                  <a:cubicBezTo>
                    <a:pt x="17839" y="1"/>
                    <a:pt x="17322" y="109"/>
                    <a:pt x="16805" y="313"/>
                  </a:cubicBezTo>
                  <a:lnTo>
                    <a:pt x="13713" y="1725"/>
                  </a:lnTo>
                  <a:lnTo>
                    <a:pt x="5042" y="5489"/>
                  </a:lnTo>
                  <a:cubicBezTo>
                    <a:pt x="4739" y="5623"/>
                    <a:pt x="4336" y="5926"/>
                    <a:pt x="4201" y="6329"/>
                  </a:cubicBezTo>
                  <a:lnTo>
                    <a:pt x="4067" y="6464"/>
                  </a:lnTo>
                  <a:lnTo>
                    <a:pt x="0" y="12917"/>
                  </a:lnTo>
                  <a:lnTo>
                    <a:pt x="2219" y="14731"/>
                  </a:lnTo>
                  <a:lnTo>
                    <a:pt x="7260" y="9556"/>
                  </a:lnTo>
                  <a:lnTo>
                    <a:pt x="16368" y="8715"/>
                  </a:lnTo>
                  <a:cubicBezTo>
                    <a:pt x="17645" y="8715"/>
                    <a:pt x="18754" y="8144"/>
                    <a:pt x="19729" y="7438"/>
                  </a:cubicBezTo>
                  <a:cubicBezTo>
                    <a:pt x="20569" y="6598"/>
                    <a:pt x="21275" y="5489"/>
                    <a:pt x="21712" y="4380"/>
                  </a:cubicBezTo>
                  <a:lnTo>
                    <a:pt x="21712" y="3540"/>
                  </a:lnTo>
                  <a:cubicBezTo>
                    <a:pt x="21712" y="2263"/>
                    <a:pt x="21140" y="1154"/>
                    <a:pt x="20031" y="448"/>
                  </a:cubicBezTo>
                  <a:cubicBezTo>
                    <a:pt x="19493" y="143"/>
                    <a:pt x="18927" y="1"/>
                    <a:pt x="18347" y="1"/>
                  </a:cubicBezTo>
                  <a:close/>
                </a:path>
              </a:pathLst>
            </a:custGeom>
            <a:solidFill>
              <a:srgbClr val="758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0"/>
            <p:cNvSpPr/>
            <p:nvPr/>
          </p:nvSpPr>
          <p:spPr>
            <a:xfrm>
              <a:off x="6428479" y="4371762"/>
              <a:ext cx="196269" cy="273515"/>
            </a:xfrm>
            <a:custGeom>
              <a:rect b="b" l="l" r="r" t="t"/>
              <a:pathLst>
                <a:path extrusionOk="0" h="8806" w="6319">
                  <a:moveTo>
                    <a:pt x="2790" y="0"/>
                  </a:moveTo>
                  <a:cubicBezTo>
                    <a:pt x="2386" y="0"/>
                    <a:pt x="1949" y="0"/>
                    <a:pt x="1546" y="269"/>
                  </a:cubicBezTo>
                  <a:cubicBezTo>
                    <a:pt x="1546" y="2219"/>
                    <a:pt x="1277" y="4202"/>
                    <a:pt x="840" y="6016"/>
                  </a:cubicBezTo>
                  <a:cubicBezTo>
                    <a:pt x="706" y="6857"/>
                    <a:pt x="437" y="7697"/>
                    <a:pt x="135" y="8537"/>
                  </a:cubicBezTo>
                  <a:lnTo>
                    <a:pt x="0" y="8806"/>
                  </a:lnTo>
                  <a:lnTo>
                    <a:pt x="0" y="8806"/>
                  </a:lnTo>
                  <a:lnTo>
                    <a:pt x="975" y="8671"/>
                  </a:lnTo>
                  <a:cubicBezTo>
                    <a:pt x="2252" y="8671"/>
                    <a:pt x="3361" y="8100"/>
                    <a:pt x="4336" y="7394"/>
                  </a:cubicBezTo>
                  <a:cubicBezTo>
                    <a:pt x="5176" y="6554"/>
                    <a:pt x="5882" y="5445"/>
                    <a:pt x="6319" y="4336"/>
                  </a:cubicBezTo>
                  <a:lnTo>
                    <a:pt x="6319" y="3496"/>
                  </a:lnTo>
                  <a:lnTo>
                    <a:pt x="6319" y="2924"/>
                  </a:lnTo>
                  <a:cubicBezTo>
                    <a:pt x="6150" y="1950"/>
                    <a:pt x="5613" y="975"/>
                    <a:pt x="4638" y="404"/>
                  </a:cubicBezTo>
                  <a:cubicBezTo>
                    <a:pt x="4067" y="135"/>
                    <a:pt x="3495" y="0"/>
                    <a:pt x="2958"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0"/>
            <p:cNvSpPr/>
            <p:nvPr/>
          </p:nvSpPr>
          <p:spPr>
            <a:xfrm>
              <a:off x="6476498" y="3874086"/>
              <a:ext cx="226552" cy="540508"/>
            </a:xfrm>
            <a:custGeom>
              <a:rect b="b" l="l" r="r" t="t"/>
              <a:pathLst>
                <a:path extrusionOk="0" h="17402" w="7294">
                  <a:moveTo>
                    <a:pt x="2720" y="0"/>
                  </a:moveTo>
                  <a:cubicBezTo>
                    <a:pt x="2021" y="0"/>
                    <a:pt x="1314" y="296"/>
                    <a:pt x="840" y="900"/>
                  </a:cubicBezTo>
                  <a:cubicBezTo>
                    <a:pt x="269" y="1740"/>
                    <a:pt x="0" y="2849"/>
                    <a:pt x="403" y="3958"/>
                  </a:cubicBezTo>
                  <a:lnTo>
                    <a:pt x="5445" y="17267"/>
                  </a:lnTo>
                  <a:lnTo>
                    <a:pt x="5445" y="17401"/>
                  </a:lnTo>
                  <a:lnTo>
                    <a:pt x="7293" y="16998"/>
                  </a:lnTo>
                  <a:cubicBezTo>
                    <a:pt x="6856" y="11385"/>
                    <a:pt x="6150" y="5504"/>
                    <a:pt x="4907" y="1572"/>
                  </a:cubicBezTo>
                  <a:cubicBezTo>
                    <a:pt x="4580" y="532"/>
                    <a:pt x="3657" y="0"/>
                    <a:pt x="272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0"/>
            <p:cNvSpPr/>
            <p:nvPr/>
          </p:nvSpPr>
          <p:spPr>
            <a:xfrm>
              <a:off x="6645590" y="4402045"/>
              <a:ext cx="148281" cy="95013"/>
            </a:xfrm>
            <a:custGeom>
              <a:rect b="b" l="l" r="r" t="t"/>
              <a:pathLst>
                <a:path extrusionOk="0" h="3059" w="4774">
                  <a:moveTo>
                    <a:pt x="1849" y="0"/>
                  </a:moveTo>
                  <a:lnTo>
                    <a:pt x="1" y="403"/>
                  </a:lnTo>
                  <a:lnTo>
                    <a:pt x="303" y="1546"/>
                  </a:lnTo>
                  <a:cubicBezTo>
                    <a:pt x="572" y="2386"/>
                    <a:pt x="1412" y="3058"/>
                    <a:pt x="2252" y="3058"/>
                  </a:cubicBezTo>
                  <a:lnTo>
                    <a:pt x="4202" y="2386"/>
                  </a:lnTo>
                  <a:cubicBezTo>
                    <a:pt x="4773" y="2218"/>
                    <a:pt x="4773" y="1546"/>
                    <a:pt x="4202" y="1244"/>
                  </a:cubicBezTo>
                  <a:lnTo>
                    <a:pt x="1984" y="538"/>
                  </a:lnTo>
                  <a:cubicBezTo>
                    <a:pt x="1984" y="403"/>
                    <a:pt x="1984" y="135"/>
                    <a:pt x="1849" y="0"/>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0"/>
            <p:cNvSpPr/>
            <p:nvPr/>
          </p:nvSpPr>
          <p:spPr>
            <a:xfrm>
              <a:off x="6454570" y="3753790"/>
              <a:ext cx="4193" cy="26122"/>
            </a:xfrm>
            <a:custGeom>
              <a:rect b="b" l="l" r="r" t="t"/>
              <a:pathLst>
                <a:path extrusionOk="0" h="841" w="135">
                  <a:moveTo>
                    <a:pt x="0" y="0"/>
                  </a:moveTo>
                  <a:lnTo>
                    <a:pt x="0" y="0"/>
                  </a:lnTo>
                  <a:lnTo>
                    <a:pt x="135" y="840"/>
                  </a:lnTo>
                  <a:lnTo>
                    <a:pt x="135" y="840"/>
                  </a:lnTo>
                  <a:lnTo>
                    <a:pt x="135" y="840"/>
                  </a:ln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0"/>
            <p:cNvSpPr/>
            <p:nvPr/>
          </p:nvSpPr>
          <p:spPr>
            <a:xfrm>
              <a:off x="6458732" y="3779880"/>
              <a:ext cx="31" cy="31"/>
            </a:xfrm>
            <a:custGeom>
              <a:rect b="b" l="l" r="r" t="t"/>
              <a:pathLst>
                <a:path extrusionOk="0" h="1" w="1">
                  <a:moveTo>
                    <a:pt x="1" y="0"/>
                  </a:moveTo>
                  <a:lnTo>
                    <a:pt x="1" y="0"/>
                  </a:lnTo>
                  <a:lnTo>
                    <a:pt x="1" y="0"/>
                  </a:lnTo>
                  <a:close/>
                </a:path>
              </a:pathLst>
            </a:custGeom>
            <a:solidFill>
              <a:srgbClr val="CBAA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0"/>
            <p:cNvSpPr/>
            <p:nvPr/>
          </p:nvSpPr>
          <p:spPr>
            <a:xfrm>
              <a:off x="6328248" y="3762114"/>
              <a:ext cx="4224" cy="21959"/>
            </a:xfrm>
            <a:custGeom>
              <a:rect b="b" l="l" r="r" t="t"/>
              <a:pathLst>
                <a:path extrusionOk="0" h="707" w="136">
                  <a:moveTo>
                    <a:pt x="1" y="1"/>
                  </a:moveTo>
                  <a:lnTo>
                    <a:pt x="135" y="707"/>
                  </a:lnTo>
                  <a:lnTo>
                    <a:pt x="135" y="707"/>
                  </a:lnTo>
                  <a:lnTo>
                    <a:pt x="1" y="1"/>
                  </a:ln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0"/>
            <p:cNvSpPr/>
            <p:nvPr/>
          </p:nvSpPr>
          <p:spPr>
            <a:xfrm>
              <a:off x="6328248" y="3753790"/>
              <a:ext cx="130515" cy="56374"/>
            </a:xfrm>
            <a:custGeom>
              <a:rect b="b" l="l" r="r" t="t"/>
              <a:pathLst>
                <a:path extrusionOk="0" h="1815" w="4202">
                  <a:moveTo>
                    <a:pt x="4067" y="0"/>
                  </a:moveTo>
                  <a:cubicBezTo>
                    <a:pt x="2958" y="269"/>
                    <a:pt x="1681" y="269"/>
                    <a:pt x="303" y="269"/>
                  </a:cubicBezTo>
                  <a:lnTo>
                    <a:pt x="1" y="269"/>
                  </a:lnTo>
                  <a:lnTo>
                    <a:pt x="135" y="975"/>
                  </a:lnTo>
                  <a:cubicBezTo>
                    <a:pt x="572" y="1546"/>
                    <a:pt x="1278" y="1815"/>
                    <a:pt x="1984" y="1815"/>
                  </a:cubicBezTo>
                  <a:cubicBezTo>
                    <a:pt x="2656" y="1815"/>
                    <a:pt x="3362" y="1546"/>
                    <a:pt x="4202" y="840"/>
                  </a:cubicBezTo>
                  <a:lnTo>
                    <a:pt x="4067" y="0"/>
                  </a:ln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0"/>
            <p:cNvSpPr/>
            <p:nvPr/>
          </p:nvSpPr>
          <p:spPr>
            <a:xfrm>
              <a:off x="5797959" y="2518871"/>
              <a:ext cx="1226595" cy="1243460"/>
            </a:xfrm>
            <a:custGeom>
              <a:rect b="b" l="l" r="r" t="t"/>
              <a:pathLst>
                <a:path extrusionOk="0" h="40034" w="39491">
                  <a:moveTo>
                    <a:pt x="19594" y="0"/>
                  </a:moveTo>
                  <a:cubicBezTo>
                    <a:pt x="10083" y="0"/>
                    <a:pt x="1815" y="7125"/>
                    <a:pt x="572" y="16502"/>
                  </a:cubicBezTo>
                  <a:cubicBezTo>
                    <a:pt x="1" y="20300"/>
                    <a:pt x="572" y="23795"/>
                    <a:pt x="1950" y="26887"/>
                  </a:cubicBezTo>
                  <a:cubicBezTo>
                    <a:pt x="2387" y="27996"/>
                    <a:pt x="2656" y="29240"/>
                    <a:pt x="2656" y="30517"/>
                  </a:cubicBezTo>
                  <a:cubicBezTo>
                    <a:pt x="2790" y="31357"/>
                    <a:pt x="2790" y="32063"/>
                    <a:pt x="2656" y="32903"/>
                  </a:cubicBezTo>
                  <a:lnTo>
                    <a:pt x="2656" y="33172"/>
                  </a:lnTo>
                  <a:lnTo>
                    <a:pt x="2656" y="33878"/>
                  </a:lnTo>
                  <a:cubicBezTo>
                    <a:pt x="3361" y="37373"/>
                    <a:pt x="9512" y="39894"/>
                    <a:pt x="16805" y="40028"/>
                  </a:cubicBezTo>
                  <a:cubicBezTo>
                    <a:pt x="16986" y="40032"/>
                    <a:pt x="17166" y="40034"/>
                    <a:pt x="17345" y="40034"/>
                  </a:cubicBezTo>
                  <a:cubicBezTo>
                    <a:pt x="23364" y="40034"/>
                    <a:pt x="27959" y="37855"/>
                    <a:pt x="31223" y="34852"/>
                  </a:cubicBezTo>
                  <a:cubicBezTo>
                    <a:pt x="31660" y="34987"/>
                    <a:pt x="32063" y="34987"/>
                    <a:pt x="32500" y="34987"/>
                  </a:cubicBezTo>
                  <a:cubicBezTo>
                    <a:pt x="35424" y="34987"/>
                    <a:pt x="37945" y="32600"/>
                    <a:pt x="37945" y="29542"/>
                  </a:cubicBezTo>
                  <a:cubicBezTo>
                    <a:pt x="37945" y="28399"/>
                    <a:pt x="37676" y="27425"/>
                    <a:pt x="37104" y="26584"/>
                  </a:cubicBezTo>
                  <a:cubicBezTo>
                    <a:pt x="38079" y="24366"/>
                    <a:pt x="38650" y="22249"/>
                    <a:pt x="38650" y="20569"/>
                  </a:cubicBezTo>
                  <a:cubicBezTo>
                    <a:pt x="39491" y="9646"/>
                    <a:pt x="30820" y="134"/>
                    <a:pt x="19594" y="0"/>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0"/>
            <p:cNvSpPr/>
            <p:nvPr/>
          </p:nvSpPr>
          <p:spPr>
            <a:xfrm>
              <a:off x="5854333" y="3348735"/>
              <a:ext cx="1026164" cy="330945"/>
            </a:xfrm>
            <a:custGeom>
              <a:rect b="b" l="l" r="r" t="t"/>
              <a:pathLst>
                <a:path extrusionOk="0" h="10655" w="33038">
                  <a:moveTo>
                    <a:pt x="33038" y="7731"/>
                  </a:moveTo>
                  <a:cubicBezTo>
                    <a:pt x="32365" y="8134"/>
                    <a:pt x="31525" y="8269"/>
                    <a:pt x="30685" y="8269"/>
                  </a:cubicBezTo>
                  <a:cubicBezTo>
                    <a:pt x="30248" y="8269"/>
                    <a:pt x="29845" y="8269"/>
                    <a:pt x="29408" y="8134"/>
                  </a:cubicBezTo>
                  <a:cubicBezTo>
                    <a:pt x="28433" y="9109"/>
                    <a:pt x="27324" y="9949"/>
                    <a:pt x="26047" y="10655"/>
                  </a:cubicBezTo>
                  <a:lnTo>
                    <a:pt x="26047" y="10655"/>
                  </a:lnTo>
                  <a:cubicBezTo>
                    <a:pt x="27324" y="9949"/>
                    <a:pt x="28433" y="9109"/>
                    <a:pt x="29408" y="8134"/>
                  </a:cubicBezTo>
                  <a:cubicBezTo>
                    <a:pt x="29845" y="8269"/>
                    <a:pt x="30248" y="8269"/>
                    <a:pt x="30685" y="8269"/>
                  </a:cubicBezTo>
                  <a:cubicBezTo>
                    <a:pt x="31525" y="8269"/>
                    <a:pt x="32365" y="8134"/>
                    <a:pt x="33038" y="7731"/>
                  </a:cubicBezTo>
                  <a:close/>
                  <a:moveTo>
                    <a:pt x="0" y="1"/>
                  </a:moveTo>
                  <a:lnTo>
                    <a:pt x="0" y="1"/>
                  </a:lnTo>
                  <a:cubicBezTo>
                    <a:pt x="0" y="1"/>
                    <a:pt x="135" y="1"/>
                    <a:pt x="135" y="169"/>
                  </a:cubicBezTo>
                  <a:lnTo>
                    <a:pt x="135" y="303"/>
                  </a:lnTo>
                  <a:lnTo>
                    <a:pt x="135" y="169"/>
                  </a:lnTo>
                  <a:cubicBezTo>
                    <a:pt x="135" y="1"/>
                    <a:pt x="0" y="1"/>
                    <a:pt x="0" y="1"/>
                  </a:cubicBez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0"/>
            <p:cNvSpPr/>
            <p:nvPr/>
          </p:nvSpPr>
          <p:spPr>
            <a:xfrm>
              <a:off x="5854333" y="3127432"/>
              <a:ext cx="1122202" cy="552249"/>
            </a:xfrm>
            <a:custGeom>
              <a:rect b="b" l="l" r="r" t="t"/>
              <a:pathLst>
                <a:path extrusionOk="0" h="17780" w="36130">
                  <a:moveTo>
                    <a:pt x="6151" y="1547"/>
                  </a:moveTo>
                  <a:cubicBezTo>
                    <a:pt x="5613" y="2925"/>
                    <a:pt x="4067" y="5042"/>
                    <a:pt x="2387" y="5042"/>
                  </a:cubicBezTo>
                  <a:cubicBezTo>
                    <a:pt x="2118" y="5042"/>
                    <a:pt x="1681" y="5042"/>
                    <a:pt x="1412" y="4773"/>
                  </a:cubicBezTo>
                  <a:cubicBezTo>
                    <a:pt x="1109" y="5614"/>
                    <a:pt x="706" y="6588"/>
                    <a:pt x="0" y="7126"/>
                  </a:cubicBezTo>
                  <a:cubicBezTo>
                    <a:pt x="0" y="7126"/>
                    <a:pt x="135" y="7126"/>
                    <a:pt x="135" y="7294"/>
                  </a:cubicBezTo>
                  <a:lnTo>
                    <a:pt x="135" y="7428"/>
                  </a:lnTo>
                  <a:cubicBezTo>
                    <a:pt x="1815" y="6151"/>
                    <a:pt x="4201" y="4605"/>
                    <a:pt x="7159" y="3496"/>
                  </a:cubicBezTo>
                  <a:cubicBezTo>
                    <a:pt x="6588" y="2925"/>
                    <a:pt x="6722" y="2387"/>
                    <a:pt x="6151" y="1547"/>
                  </a:cubicBezTo>
                  <a:close/>
                  <a:moveTo>
                    <a:pt x="20166" y="1"/>
                  </a:moveTo>
                  <a:cubicBezTo>
                    <a:pt x="19594" y="841"/>
                    <a:pt x="18922" y="1547"/>
                    <a:pt x="18216" y="2253"/>
                  </a:cubicBezTo>
                  <a:cubicBezTo>
                    <a:pt x="18754" y="2253"/>
                    <a:pt x="19191" y="2522"/>
                    <a:pt x="19762" y="2656"/>
                  </a:cubicBezTo>
                  <a:cubicBezTo>
                    <a:pt x="23258" y="3933"/>
                    <a:pt x="25778" y="6991"/>
                    <a:pt x="26484" y="10789"/>
                  </a:cubicBezTo>
                  <a:cubicBezTo>
                    <a:pt x="26753" y="12739"/>
                    <a:pt x="26887" y="15259"/>
                    <a:pt x="26047" y="17780"/>
                  </a:cubicBezTo>
                  <a:cubicBezTo>
                    <a:pt x="27324" y="17074"/>
                    <a:pt x="28433" y="16234"/>
                    <a:pt x="29408" y="15259"/>
                  </a:cubicBezTo>
                  <a:cubicBezTo>
                    <a:pt x="29845" y="15394"/>
                    <a:pt x="30248" y="15394"/>
                    <a:pt x="30685" y="15394"/>
                  </a:cubicBezTo>
                  <a:cubicBezTo>
                    <a:pt x="31525" y="15394"/>
                    <a:pt x="32365" y="15259"/>
                    <a:pt x="33038" y="14856"/>
                  </a:cubicBezTo>
                  <a:cubicBezTo>
                    <a:pt x="34886" y="14016"/>
                    <a:pt x="36130" y="12033"/>
                    <a:pt x="36130" y="9949"/>
                  </a:cubicBezTo>
                  <a:cubicBezTo>
                    <a:pt x="36130" y="9378"/>
                    <a:pt x="35995" y="8806"/>
                    <a:pt x="35861" y="8269"/>
                  </a:cubicBezTo>
                  <a:cubicBezTo>
                    <a:pt x="34718" y="7832"/>
                    <a:pt x="34449" y="6286"/>
                    <a:pt x="33038" y="6017"/>
                  </a:cubicBezTo>
                  <a:cubicBezTo>
                    <a:pt x="32769" y="5882"/>
                    <a:pt x="32500" y="5882"/>
                    <a:pt x="32197" y="5882"/>
                  </a:cubicBezTo>
                  <a:cubicBezTo>
                    <a:pt x="31088" y="5882"/>
                    <a:pt x="30248" y="6286"/>
                    <a:pt x="29408" y="6857"/>
                  </a:cubicBezTo>
                  <a:cubicBezTo>
                    <a:pt x="28837" y="7126"/>
                    <a:pt x="28299" y="7294"/>
                    <a:pt x="27862" y="7294"/>
                  </a:cubicBezTo>
                  <a:cubicBezTo>
                    <a:pt x="27022" y="7294"/>
                    <a:pt x="26316" y="6857"/>
                    <a:pt x="25644" y="6017"/>
                  </a:cubicBezTo>
                  <a:cubicBezTo>
                    <a:pt x="25072" y="5042"/>
                    <a:pt x="25072" y="3933"/>
                    <a:pt x="25072" y="2925"/>
                  </a:cubicBezTo>
                  <a:cubicBezTo>
                    <a:pt x="25207" y="2387"/>
                    <a:pt x="25207" y="1816"/>
                    <a:pt x="25341" y="1412"/>
                  </a:cubicBezTo>
                  <a:lnTo>
                    <a:pt x="25341" y="1412"/>
                  </a:lnTo>
                  <a:cubicBezTo>
                    <a:pt x="25072" y="2085"/>
                    <a:pt x="24367" y="2522"/>
                    <a:pt x="23392" y="2522"/>
                  </a:cubicBezTo>
                  <a:cubicBezTo>
                    <a:pt x="21980" y="2522"/>
                    <a:pt x="20166" y="1681"/>
                    <a:pt x="20166" y="270"/>
                  </a:cubicBezTo>
                  <a:lnTo>
                    <a:pt x="20166" y="1"/>
                  </a:ln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0"/>
            <p:cNvSpPr/>
            <p:nvPr/>
          </p:nvSpPr>
          <p:spPr>
            <a:xfrm>
              <a:off x="5641385" y="2381306"/>
              <a:ext cx="1491724" cy="1007776"/>
            </a:xfrm>
            <a:custGeom>
              <a:rect b="b" l="l" r="r" t="t"/>
              <a:pathLst>
                <a:path extrusionOk="0" h="32446" w="48027">
                  <a:moveTo>
                    <a:pt x="22214" y="0"/>
                  </a:moveTo>
                  <a:cubicBezTo>
                    <a:pt x="21954" y="0"/>
                    <a:pt x="21689" y="15"/>
                    <a:pt x="21409" y="60"/>
                  </a:cubicBezTo>
                  <a:cubicBezTo>
                    <a:pt x="21006" y="228"/>
                    <a:pt x="20569" y="228"/>
                    <a:pt x="20165" y="497"/>
                  </a:cubicBezTo>
                  <a:cubicBezTo>
                    <a:pt x="19897" y="766"/>
                    <a:pt x="19594" y="1337"/>
                    <a:pt x="19460" y="1471"/>
                  </a:cubicBezTo>
                  <a:cubicBezTo>
                    <a:pt x="18351" y="2177"/>
                    <a:pt x="15830" y="2177"/>
                    <a:pt x="14284" y="2749"/>
                  </a:cubicBezTo>
                  <a:cubicBezTo>
                    <a:pt x="13309" y="3152"/>
                    <a:pt x="8974" y="6782"/>
                    <a:pt x="10923" y="7790"/>
                  </a:cubicBezTo>
                  <a:cubicBezTo>
                    <a:pt x="9948" y="9033"/>
                    <a:pt x="8133" y="9033"/>
                    <a:pt x="6856" y="10008"/>
                  </a:cubicBezTo>
                  <a:cubicBezTo>
                    <a:pt x="5882" y="10714"/>
                    <a:pt x="4336" y="12831"/>
                    <a:pt x="6016" y="13503"/>
                  </a:cubicBezTo>
                  <a:cubicBezTo>
                    <a:pt x="5310" y="14209"/>
                    <a:pt x="4336" y="14344"/>
                    <a:pt x="3496" y="15049"/>
                  </a:cubicBezTo>
                  <a:cubicBezTo>
                    <a:pt x="2790" y="15755"/>
                    <a:pt x="2521" y="16730"/>
                    <a:pt x="2252" y="17704"/>
                  </a:cubicBezTo>
                  <a:cubicBezTo>
                    <a:pt x="1973" y="18478"/>
                    <a:pt x="1011" y="21987"/>
                    <a:pt x="2382" y="21987"/>
                  </a:cubicBezTo>
                  <a:cubicBezTo>
                    <a:pt x="2500" y="21987"/>
                    <a:pt x="2635" y="21961"/>
                    <a:pt x="2790" y="21906"/>
                  </a:cubicBezTo>
                  <a:lnTo>
                    <a:pt x="2790" y="21906"/>
                  </a:lnTo>
                  <a:cubicBezTo>
                    <a:pt x="975" y="22611"/>
                    <a:pt x="0" y="25569"/>
                    <a:pt x="706" y="27249"/>
                  </a:cubicBezTo>
                  <a:cubicBezTo>
                    <a:pt x="1244" y="28224"/>
                    <a:pt x="1950" y="28795"/>
                    <a:pt x="3092" y="28795"/>
                  </a:cubicBezTo>
                  <a:cubicBezTo>
                    <a:pt x="3198" y="28831"/>
                    <a:pt x="3325" y="28847"/>
                    <a:pt x="3462" y="28847"/>
                  </a:cubicBezTo>
                  <a:cubicBezTo>
                    <a:pt x="3846" y="28847"/>
                    <a:pt x="4307" y="28716"/>
                    <a:pt x="4605" y="28493"/>
                  </a:cubicBezTo>
                  <a:cubicBezTo>
                    <a:pt x="4605" y="29199"/>
                    <a:pt x="4773" y="29770"/>
                    <a:pt x="5042" y="30308"/>
                  </a:cubicBezTo>
                  <a:cubicBezTo>
                    <a:pt x="5431" y="31013"/>
                    <a:pt x="5851" y="31293"/>
                    <a:pt x="6256" y="31293"/>
                  </a:cubicBezTo>
                  <a:cubicBezTo>
                    <a:pt x="7145" y="31293"/>
                    <a:pt x="7968" y="29949"/>
                    <a:pt x="8268" y="28795"/>
                  </a:cubicBezTo>
                  <a:cubicBezTo>
                    <a:pt x="8578" y="28972"/>
                    <a:pt x="8892" y="29049"/>
                    <a:pt x="9203" y="29049"/>
                  </a:cubicBezTo>
                  <a:cubicBezTo>
                    <a:pt x="10854" y="29049"/>
                    <a:pt x="12441" y="26869"/>
                    <a:pt x="13007" y="25569"/>
                  </a:cubicBezTo>
                  <a:cubicBezTo>
                    <a:pt x="13713" y="26544"/>
                    <a:pt x="13309" y="27518"/>
                    <a:pt x="14855" y="27787"/>
                  </a:cubicBezTo>
                  <a:cubicBezTo>
                    <a:pt x="15083" y="27859"/>
                    <a:pt x="15332" y="27893"/>
                    <a:pt x="15592" y="27893"/>
                  </a:cubicBezTo>
                  <a:cubicBezTo>
                    <a:pt x="16906" y="27893"/>
                    <a:pt x="18534" y="27038"/>
                    <a:pt x="19460" y="25972"/>
                  </a:cubicBezTo>
                  <a:lnTo>
                    <a:pt x="19460" y="25972"/>
                  </a:lnTo>
                  <a:cubicBezTo>
                    <a:pt x="19191" y="26544"/>
                    <a:pt x="18888" y="27384"/>
                    <a:pt x="19191" y="27653"/>
                  </a:cubicBezTo>
                  <a:cubicBezTo>
                    <a:pt x="19464" y="28079"/>
                    <a:pt x="19996" y="28220"/>
                    <a:pt x="20547" y="28220"/>
                  </a:cubicBezTo>
                  <a:cubicBezTo>
                    <a:pt x="21082" y="28220"/>
                    <a:pt x="21633" y="28087"/>
                    <a:pt x="21980" y="27955"/>
                  </a:cubicBezTo>
                  <a:cubicBezTo>
                    <a:pt x="24098" y="27249"/>
                    <a:pt x="25778" y="25838"/>
                    <a:pt x="27022" y="24023"/>
                  </a:cubicBezTo>
                  <a:lnTo>
                    <a:pt x="27022" y="24023"/>
                  </a:lnTo>
                  <a:cubicBezTo>
                    <a:pt x="26852" y="25530"/>
                    <a:pt x="28679" y="26474"/>
                    <a:pt x="30227" y="26474"/>
                  </a:cubicBezTo>
                  <a:cubicBezTo>
                    <a:pt x="31130" y="26474"/>
                    <a:pt x="31937" y="26153"/>
                    <a:pt x="32197" y="25434"/>
                  </a:cubicBezTo>
                  <a:lnTo>
                    <a:pt x="32197" y="25434"/>
                  </a:lnTo>
                  <a:cubicBezTo>
                    <a:pt x="32063" y="26678"/>
                    <a:pt x="31660" y="28627"/>
                    <a:pt x="32500" y="30039"/>
                  </a:cubicBezTo>
                  <a:cubicBezTo>
                    <a:pt x="33185" y="30911"/>
                    <a:pt x="33922" y="31296"/>
                    <a:pt x="34718" y="31296"/>
                  </a:cubicBezTo>
                  <a:cubicBezTo>
                    <a:pt x="35210" y="31296"/>
                    <a:pt x="35725" y="31149"/>
                    <a:pt x="36264" y="30879"/>
                  </a:cubicBezTo>
                  <a:cubicBezTo>
                    <a:pt x="37110" y="30341"/>
                    <a:pt x="37975" y="29900"/>
                    <a:pt x="38949" y="29900"/>
                  </a:cubicBezTo>
                  <a:cubicBezTo>
                    <a:pt x="39253" y="29900"/>
                    <a:pt x="39566" y="29943"/>
                    <a:pt x="39894" y="30039"/>
                  </a:cubicBezTo>
                  <a:cubicBezTo>
                    <a:pt x="41440" y="30308"/>
                    <a:pt x="41742" y="32291"/>
                    <a:pt x="43254" y="32425"/>
                  </a:cubicBezTo>
                  <a:cubicBezTo>
                    <a:pt x="43343" y="32439"/>
                    <a:pt x="43432" y="32446"/>
                    <a:pt x="43520" y="32446"/>
                  </a:cubicBezTo>
                  <a:cubicBezTo>
                    <a:pt x="45121" y="32446"/>
                    <a:pt x="46716" y="30235"/>
                    <a:pt x="45506" y="28930"/>
                  </a:cubicBezTo>
                  <a:cubicBezTo>
                    <a:pt x="47321" y="28493"/>
                    <a:pt x="48027" y="25972"/>
                    <a:pt x="47758" y="24292"/>
                  </a:cubicBezTo>
                  <a:cubicBezTo>
                    <a:pt x="47624" y="23888"/>
                    <a:pt x="47758" y="23754"/>
                    <a:pt x="47624" y="23317"/>
                  </a:cubicBezTo>
                  <a:cubicBezTo>
                    <a:pt x="47321" y="23048"/>
                    <a:pt x="46615" y="23048"/>
                    <a:pt x="46615" y="22746"/>
                  </a:cubicBezTo>
                  <a:cubicBezTo>
                    <a:pt x="46481" y="22342"/>
                    <a:pt x="47456" y="20931"/>
                    <a:pt x="47456" y="20393"/>
                  </a:cubicBezTo>
                  <a:cubicBezTo>
                    <a:pt x="47888" y="18166"/>
                    <a:pt x="47334" y="12258"/>
                    <a:pt x="44200" y="12258"/>
                  </a:cubicBezTo>
                  <a:cubicBezTo>
                    <a:pt x="44166" y="12258"/>
                    <a:pt x="44130" y="12258"/>
                    <a:pt x="44095" y="12260"/>
                  </a:cubicBezTo>
                  <a:cubicBezTo>
                    <a:pt x="44095" y="10311"/>
                    <a:pt x="42145" y="7924"/>
                    <a:pt x="40734" y="6647"/>
                  </a:cubicBezTo>
                  <a:cubicBezTo>
                    <a:pt x="39894" y="5807"/>
                    <a:pt x="39490" y="5941"/>
                    <a:pt x="38516" y="5673"/>
                  </a:cubicBezTo>
                  <a:cubicBezTo>
                    <a:pt x="37373" y="5404"/>
                    <a:pt x="37944" y="5269"/>
                    <a:pt x="37239" y="4127"/>
                  </a:cubicBezTo>
                  <a:cubicBezTo>
                    <a:pt x="36527" y="2605"/>
                    <a:pt x="33432" y="994"/>
                    <a:pt x="31042" y="994"/>
                  </a:cubicBezTo>
                  <a:cubicBezTo>
                    <a:pt x="30159" y="994"/>
                    <a:pt x="29372" y="1214"/>
                    <a:pt x="28836" y="1740"/>
                  </a:cubicBezTo>
                  <a:cubicBezTo>
                    <a:pt x="27727" y="60"/>
                    <a:pt x="25610" y="60"/>
                    <a:pt x="23795" y="60"/>
                  </a:cubicBezTo>
                  <a:cubicBezTo>
                    <a:pt x="23235" y="60"/>
                    <a:pt x="22735" y="0"/>
                    <a:pt x="2221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0"/>
            <p:cNvSpPr/>
            <p:nvPr/>
          </p:nvSpPr>
          <p:spPr>
            <a:xfrm>
              <a:off x="5715495" y="3061677"/>
              <a:ext cx="8386" cy="5249"/>
            </a:xfrm>
            <a:custGeom>
              <a:rect b="b" l="l" r="r" t="t"/>
              <a:pathLst>
                <a:path extrusionOk="0" h="169" w="270">
                  <a:moveTo>
                    <a:pt x="269" y="1"/>
                  </a:moveTo>
                  <a:cubicBezTo>
                    <a:pt x="135" y="1"/>
                    <a:pt x="0" y="169"/>
                    <a:pt x="0" y="169"/>
                  </a:cubicBezTo>
                  <a:cubicBezTo>
                    <a:pt x="0" y="169"/>
                    <a:pt x="135" y="169"/>
                    <a:pt x="269" y="1"/>
                  </a:cubicBezTo>
                  <a:close/>
                </a:path>
              </a:pathLst>
            </a:custGeom>
            <a:solidFill>
              <a:srgbClr val="CD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0"/>
            <p:cNvSpPr/>
            <p:nvPr/>
          </p:nvSpPr>
          <p:spPr>
            <a:xfrm>
              <a:off x="6324086" y="3197379"/>
              <a:ext cx="96069" cy="52243"/>
            </a:xfrm>
            <a:custGeom>
              <a:rect b="b" l="l" r="r" t="t"/>
              <a:pathLst>
                <a:path extrusionOk="0" h="1682" w="3093">
                  <a:moveTo>
                    <a:pt x="3092" y="1"/>
                  </a:moveTo>
                  <a:lnTo>
                    <a:pt x="3092" y="1"/>
                  </a:lnTo>
                  <a:cubicBezTo>
                    <a:pt x="2118" y="673"/>
                    <a:pt x="1109" y="1244"/>
                    <a:pt x="0" y="1681"/>
                  </a:cubicBezTo>
                  <a:cubicBezTo>
                    <a:pt x="1109" y="1244"/>
                    <a:pt x="2252" y="673"/>
                    <a:pt x="3092" y="1"/>
                  </a:cubicBezTo>
                  <a:close/>
                </a:path>
              </a:pathLst>
            </a:custGeom>
            <a:solidFill>
              <a:srgbClr val="865F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0"/>
            <p:cNvSpPr/>
            <p:nvPr/>
          </p:nvSpPr>
          <p:spPr>
            <a:xfrm>
              <a:off x="6420124" y="3127432"/>
              <a:ext cx="221334" cy="78334"/>
            </a:xfrm>
            <a:custGeom>
              <a:rect b="b" l="l" r="r" t="t"/>
              <a:pathLst>
                <a:path extrusionOk="0" h="2522" w="7126">
                  <a:moveTo>
                    <a:pt x="1950" y="270"/>
                  </a:moveTo>
                  <a:cubicBezTo>
                    <a:pt x="1950" y="1681"/>
                    <a:pt x="3764" y="2522"/>
                    <a:pt x="5176" y="2522"/>
                  </a:cubicBezTo>
                  <a:cubicBezTo>
                    <a:pt x="6151" y="2522"/>
                    <a:pt x="6856" y="2085"/>
                    <a:pt x="7125" y="1412"/>
                  </a:cubicBezTo>
                  <a:lnTo>
                    <a:pt x="7125" y="1412"/>
                  </a:lnTo>
                  <a:cubicBezTo>
                    <a:pt x="6856" y="2085"/>
                    <a:pt x="6151" y="2522"/>
                    <a:pt x="5176" y="2522"/>
                  </a:cubicBezTo>
                  <a:cubicBezTo>
                    <a:pt x="3764" y="2522"/>
                    <a:pt x="1950" y="1681"/>
                    <a:pt x="1950" y="270"/>
                  </a:cubicBezTo>
                  <a:close/>
                  <a:moveTo>
                    <a:pt x="1950" y="1"/>
                  </a:moveTo>
                  <a:cubicBezTo>
                    <a:pt x="1378" y="841"/>
                    <a:pt x="706" y="1547"/>
                    <a:pt x="0" y="2253"/>
                  </a:cubicBezTo>
                  <a:lnTo>
                    <a:pt x="0" y="2253"/>
                  </a:lnTo>
                  <a:cubicBezTo>
                    <a:pt x="706" y="1547"/>
                    <a:pt x="1378" y="841"/>
                    <a:pt x="1950" y="1"/>
                  </a:cubicBezTo>
                  <a:close/>
                </a:path>
              </a:pathLst>
            </a:custGeom>
            <a:solidFill>
              <a:srgbClr val="6E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0"/>
            <p:cNvSpPr/>
            <p:nvPr/>
          </p:nvSpPr>
          <p:spPr>
            <a:xfrm>
              <a:off x="6119462" y="3187999"/>
              <a:ext cx="126353" cy="61623"/>
            </a:xfrm>
            <a:custGeom>
              <a:rect b="b" l="l" r="r" t="t"/>
              <a:pathLst>
                <a:path extrusionOk="0" h="1984" w="4068">
                  <a:moveTo>
                    <a:pt x="3933" y="0"/>
                  </a:moveTo>
                  <a:cubicBezTo>
                    <a:pt x="3093" y="1143"/>
                    <a:pt x="1413" y="1983"/>
                    <a:pt x="1" y="1983"/>
                  </a:cubicBezTo>
                  <a:cubicBezTo>
                    <a:pt x="1413" y="1983"/>
                    <a:pt x="3093" y="1143"/>
                    <a:pt x="4068" y="0"/>
                  </a:cubicBezTo>
                  <a:close/>
                </a:path>
              </a:pathLst>
            </a:custGeom>
            <a:solidFill>
              <a:srgbClr val="865F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0"/>
            <p:cNvSpPr/>
            <p:nvPr/>
          </p:nvSpPr>
          <p:spPr>
            <a:xfrm>
              <a:off x="5854333" y="3344573"/>
              <a:ext cx="31" cy="4193"/>
            </a:xfrm>
            <a:custGeom>
              <a:rect b="b" l="l" r="r" t="t"/>
              <a:pathLst>
                <a:path extrusionOk="0" h="135" w="1">
                  <a:moveTo>
                    <a:pt x="0" y="0"/>
                  </a:moveTo>
                  <a:lnTo>
                    <a:pt x="0" y="0"/>
                  </a:lnTo>
                  <a:lnTo>
                    <a:pt x="0" y="135"/>
                  </a:lnTo>
                  <a:lnTo>
                    <a:pt x="0" y="135"/>
                  </a:lnTo>
                  <a:close/>
                </a:path>
              </a:pathLst>
            </a:custGeom>
            <a:solidFill>
              <a:srgbClr val="A992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0"/>
            <p:cNvSpPr/>
            <p:nvPr/>
          </p:nvSpPr>
          <p:spPr>
            <a:xfrm>
              <a:off x="5854333" y="3276272"/>
              <a:ext cx="43639" cy="72494"/>
            </a:xfrm>
            <a:custGeom>
              <a:rect b="b" l="l" r="r" t="t"/>
              <a:pathLst>
                <a:path extrusionOk="0" h="2334" w="1405">
                  <a:moveTo>
                    <a:pt x="1405" y="1"/>
                  </a:moveTo>
                  <a:lnTo>
                    <a:pt x="1405" y="1"/>
                  </a:lnTo>
                  <a:cubicBezTo>
                    <a:pt x="1103" y="837"/>
                    <a:pt x="701" y="1799"/>
                    <a:pt x="0" y="2199"/>
                  </a:cubicBezTo>
                  <a:lnTo>
                    <a:pt x="0" y="2334"/>
                  </a:lnTo>
                  <a:cubicBezTo>
                    <a:pt x="701" y="1800"/>
                    <a:pt x="1103" y="837"/>
                    <a:pt x="1405" y="1"/>
                  </a:cubicBezTo>
                  <a:close/>
                </a:path>
              </a:pathLst>
            </a:custGeom>
            <a:solidFill>
              <a:srgbClr val="6E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0"/>
            <p:cNvSpPr/>
            <p:nvPr/>
          </p:nvSpPr>
          <p:spPr>
            <a:xfrm>
              <a:off x="5659120" y="3179644"/>
              <a:ext cx="1465664" cy="208817"/>
            </a:xfrm>
            <a:custGeom>
              <a:rect b="b" l="l" r="r" t="t"/>
              <a:pathLst>
                <a:path extrusionOk="0" h="6723" w="47188">
                  <a:moveTo>
                    <a:pt x="45372" y="4470"/>
                  </a:moveTo>
                  <a:cubicBezTo>
                    <a:pt x="45204" y="5613"/>
                    <a:pt x="44095" y="6722"/>
                    <a:pt x="42986" y="6722"/>
                  </a:cubicBezTo>
                  <a:lnTo>
                    <a:pt x="42683" y="6722"/>
                  </a:lnTo>
                  <a:cubicBezTo>
                    <a:pt x="42549" y="6722"/>
                    <a:pt x="42280" y="6722"/>
                    <a:pt x="42146" y="6588"/>
                  </a:cubicBezTo>
                  <a:lnTo>
                    <a:pt x="42146" y="6588"/>
                  </a:lnTo>
                  <a:cubicBezTo>
                    <a:pt x="42280" y="6722"/>
                    <a:pt x="42549" y="6722"/>
                    <a:pt x="42683" y="6722"/>
                  </a:cubicBezTo>
                  <a:lnTo>
                    <a:pt x="42986" y="6722"/>
                  </a:lnTo>
                  <a:cubicBezTo>
                    <a:pt x="44095" y="6722"/>
                    <a:pt x="45204" y="5613"/>
                    <a:pt x="45372" y="4470"/>
                  </a:cubicBezTo>
                  <a:close/>
                  <a:moveTo>
                    <a:pt x="1" y="135"/>
                  </a:moveTo>
                  <a:cubicBezTo>
                    <a:pt x="1" y="706"/>
                    <a:pt x="1" y="1109"/>
                    <a:pt x="135" y="1546"/>
                  </a:cubicBezTo>
                  <a:cubicBezTo>
                    <a:pt x="673" y="2521"/>
                    <a:pt x="1379" y="3092"/>
                    <a:pt x="2521" y="3092"/>
                  </a:cubicBezTo>
                  <a:lnTo>
                    <a:pt x="2656" y="3092"/>
                  </a:lnTo>
                  <a:cubicBezTo>
                    <a:pt x="3059" y="3092"/>
                    <a:pt x="3630" y="3092"/>
                    <a:pt x="4034" y="2790"/>
                  </a:cubicBezTo>
                  <a:lnTo>
                    <a:pt x="4034" y="2790"/>
                  </a:lnTo>
                  <a:cubicBezTo>
                    <a:pt x="3630" y="3092"/>
                    <a:pt x="3059" y="3092"/>
                    <a:pt x="2656" y="3092"/>
                  </a:cubicBezTo>
                  <a:lnTo>
                    <a:pt x="2521" y="3092"/>
                  </a:lnTo>
                  <a:cubicBezTo>
                    <a:pt x="1379" y="3092"/>
                    <a:pt x="673" y="2521"/>
                    <a:pt x="135" y="1546"/>
                  </a:cubicBezTo>
                  <a:cubicBezTo>
                    <a:pt x="1" y="1109"/>
                    <a:pt x="1" y="706"/>
                    <a:pt x="1" y="135"/>
                  </a:cubicBezTo>
                  <a:close/>
                  <a:moveTo>
                    <a:pt x="47187" y="0"/>
                  </a:moveTo>
                  <a:cubicBezTo>
                    <a:pt x="47053" y="1412"/>
                    <a:pt x="46347" y="2924"/>
                    <a:pt x="44935" y="3227"/>
                  </a:cubicBezTo>
                  <a:lnTo>
                    <a:pt x="44935" y="3227"/>
                  </a:lnTo>
                  <a:cubicBezTo>
                    <a:pt x="46347" y="2924"/>
                    <a:pt x="47053" y="1412"/>
                    <a:pt x="47187" y="0"/>
                  </a:cubicBezTo>
                  <a:close/>
                </a:path>
              </a:pathLst>
            </a:custGeom>
            <a:solidFill>
              <a:srgbClr val="CD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0"/>
            <p:cNvSpPr/>
            <p:nvPr/>
          </p:nvSpPr>
          <p:spPr>
            <a:xfrm>
              <a:off x="6968149" y="3384237"/>
              <a:ext cx="31" cy="31"/>
            </a:xfrm>
            <a:custGeom>
              <a:rect b="b" l="l" r="r" t="t"/>
              <a:pathLst>
                <a:path extrusionOk="0" h="1" w="1">
                  <a:moveTo>
                    <a:pt x="1" y="1"/>
                  </a:moveTo>
                  <a:lnTo>
                    <a:pt x="1" y="1"/>
                  </a:lnTo>
                  <a:lnTo>
                    <a:pt x="1" y="1"/>
                  </a:lnTo>
                  <a:lnTo>
                    <a:pt x="1" y="1"/>
                  </a:lnTo>
                  <a:close/>
                </a:path>
              </a:pathLst>
            </a:custGeom>
            <a:solidFill>
              <a:srgbClr val="865F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0"/>
            <p:cNvSpPr/>
            <p:nvPr/>
          </p:nvSpPr>
          <p:spPr>
            <a:xfrm>
              <a:off x="6880497" y="3314289"/>
              <a:ext cx="87683" cy="69978"/>
            </a:xfrm>
            <a:custGeom>
              <a:rect b="b" l="l" r="r" t="t"/>
              <a:pathLst>
                <a:path extrusionOk="0" h="2253" w="2823">
                  <a:moveTo>
                    <a:pt x="0" y="1"/>
                  </a:moveTo>
                  <a:cubicBezTo>
                    <a:pt x="1411" y="270"/>
                    <a:pt x="1680" y="1816"/>
                    <a:pt x="2823" y="2253"/>
                  </a:cubicBezTo>
                  <a:cubicBezTo>
                    <a:pt x="1680" y="1681"/>
                    <a:pt x="1411" y="270"/>
                    <a:pt x="0" y="1"/>
                  </a:cubicBezTo>
                  <a:close/>
                </a:path>
              </a:pathLst>
            </a:custGeom>
            <a:solidFill>
              <a:srgbClr val="6E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0"/>
            <p:cNvSpPr/>
            <p:nvPr/>
          </p:nvSpPr>
          <p:spPr>
            <a:xfrm>
              <a:off x="5659120" y="2836212"/>
              <a:ext cx="1465664" cy="552249"/>
            </a:xfrm>
            <a:custGeom>
              <a:rect b="b" l="l" r="r" t="t"/>
              <a:pathLst>
                <a:path extrusionOk="0" h="17780" w="47188">
                  <a:moveTo>
                    <a:pt x="2084" y="7260"/>
                  </a:moveTo>
                  <a:cubicBezTo>
                    <a:pt x="2009" y="7294"/>
                    <a:pt x="1935" y="7334"/>
                    <a:pt x="1862" y="7377"/>
                  </a:cubicBezTo>
                  <a:lnTo>
                    <a:pt x="1862" y="7377"/>
                  </a:lnTo>
                  <a:cubicBezTo>
                    <a:pt x="1913" y="7328"/>
                    <a:pt x="1999" y="7260"/>
                    <a:pt x="2084" y="7260"/>
                  </a:cubicBezTo>
                  <a:close/>
                  <a:moveTo>
                    <a:pt x="28837" y="0"/>
                  </a:moveTo>
                  <a:cubicBezTo>
                    <a:pt x="28568" y="0"/>
                    <a:pt x="28400" y="0"/>
                    <a:pt x="28265" y="135"/>
                  </a:cubicBezTo>
                  <a:cubicBezTo>
                    <a:pt x="27156" y="1546"/>
                    <a:pt x="25745" y="2521"/>
                    <a:pt x="24064" y="3058"/>
                  </a:cubicBezTo>
                  <a:cubicBezTo>
                    <a:pt x="23661" y="3058"/>
                    <a:pt x="23090" y="3361"/>
                    <a:pt x="22518" y="3361"/>
                  </a:cubicBezTo>
                  <a:cubicBezTo>
                    <a:pt x="21981" y="3361"/>
                    <a:pt x="21544" y="3227"/>
                    <a:pt x="21275" y="2790"/>
                  </a:cubicBezTo>
                  <a:lnTo>
                    <a:pt x="21275" y="2655"/>
                  </a:lnTo>
                  <a:cubicBezTo>
                    <a:pt x="21140" y="2386"/>
                    <a:pt x="20838" y="2084"/>
                    <a:pt x="20569" y="2084"/>
                  </a:cubicBezTo>
                  <a:cubicBezTo>
                    <a:pt x="20435" y="2084"/>
                    <a:pt x="20300" y="2084"/>
                    <a:pt x="20166" y="2218"/>
                  </a:cubicBezTo>
                  <a:cubicBezTo>
                    <a:pt x="19326" y="2655"/>
                    <a:pt x="18317" y="3058"/>
                    <a:pt x="17477" y="3058"/>
                  </a:cubicBezTo>
                  <a:cubicBezTo>
                    <a:pt x="17343" y="3058"/>
                    <a:pt x="17074" y="2924"/>
                    <a:pt x="16939" y="2924"/>
                  </a:cubicBezTo>
                  <a:cubicBezTo>
                    <a:pt x="16099" y="2790"/>
                    <a:pt x="15797" y="2386"/>
                    <a:pt x="15662" y="2084"/>
                  </a:cubicBezTo>
                  <a:cubicBezTo>
                    <a:pt x="15528" y="1815"/>
                    <a:pt x="15259" y="1681"/>
                    <a:pt x="14956" y="1681"/>
                  </a:cubicBezTo>
                  <a:cubicBezTo>
                    <a:pt x="14822" y="1681"/>
                    <a:pt x="14553" y="1681"/>
                    <a:pt x="14419" y="1949"/>
                  </a:cubicBezTo>
                  <a:cubicBezTo>
                    <a:pt x="13847" y="2790"/>
                    <a:pt x="13007" y="3630"/>
                    <a:pt x="12032" y="4067"/>
                  </a:cubicBezTo>
                  <a:cubicBezTo>
                    <a:pt x="11058" y="4336"/>
                    <a:pt x="10083" y="4907"/>
                    <a:pt x="9377" y="5747"/>
                  </a:cubicBezTo>
                  <a:cubicBezTo>
                    <a:pt x="9075" y="6150"/>
                    <a:pt x="8672" y="6419"/>
                    <a:pt x="8403" y="6419"/>
                  </a:cubicBezTo>
                  <a:cubicBezTo>
                    <a:pt x="7966" y="6419"/>
                    <a:pt x="7562" y="6150"/>
                    <a:pt x="7126" y="5445"/>
                  </a:cubicBezTo>
                  <a:cubicBezTo>
                    <a:pt x="6991" y="5176"/>
                    <a:pt x="6857" y="4739"/>
                    <a:pt x="6857" y="4470"/>
                  </a:cubicBezTo>
                  <a:cubicBezTo>
                    <a:pt x="6722" y="4067"/>
                    <a:pt x="6420" y="3764"/>
                    <a:pt x="6151" y="3764"/>
                  </a:cubicBezTo>
                  <a:cubicBezTo>
                    <a:pt x="6017" y="3764"/>
                    <a:pt x="6017" y="3764"/>
                    <a:pt x="6017" y="3899"/>
                  </a:cubicBezTo>
                  <a:lnTo>
                    <a:pt x="5176" y="3899"/>
                  </a:lnTo>
                  <a:cubicBezTo>
                    <a:pt x="4034" y="3764"/>
                    <a:pt x="3361" y="3361"/>
                    <a:pt x="2790" y="2218"/>
                  </a:cubicBezTo>
                  <a:cubicBezTo>
                    <a:pt x="2656" y="1815"/>
                    <a:pt x="2656" y="1378"/>
                    <a:pt x="2656" y="840"/>
                  </a:cubicBezTo>
                  <a:cubicBezTo>
                    <a:pt x="2084" y="1546"/>
                    <a:pt x="1815" y="2218"/>
                    <a:pt x="1681" y="3058"/>
                  </a:cubicBezTo>
                  <a:cubicBezTo>
                    <a:pt x="1513" y="3495"/>
                    <a:pt x="1110" y="4907"/>
                    <a:pt x="1110" y="6016"/>
                  </a:cubicBezTo>
                  <a:cubicBezTo>
                    <a:pt x="1110" y="6708"/>
                    <a:pt x="1239" y="7400"/>
                    <a:pt x="1783" y="7427"/>
                  </a:cubicBezTo>
                  <a:lnTo>
                    <a:pt x="1783" y="7427"/>
                  </a:lnTo>
                  <a:cubicBezTo>
                    <a:pt x="707" y="8131"/>
                    <a:pt x="1" y="9774"/>
                    <a:pt x="1" y="11192"/>
                  </a:cubicBezTo>
                  <a:cubicBezTo>
                    <a:pt x="1" y="11763"/>
                    <a:pt x="1" y="12166"/>
                    <a:pt x="135" y="12603"/>
                  </a:cubicBezTo>
                  <a:cubicBezTo>
                    <a:pt x="673" y="13578"/>
                    <a:pt x="1379" y="14149"/>
                    <a:pt x="2521" y="14149"/>
                  </a:cubicBezTo>
                  <a:lnTo>
                    <a:pt x="2656" y="14149"/>
                  </a:lnTo>
                  <a:cubicBezTo>
                    <a:pt x="3059" y="14149"/>
                    <a:pt x="3630" y="14149"/>
                    <a:pt x="4034" y="13847"/>
                  </a:cubicBezTo>
                  <a:lnTo>
                    <a:pt x="4034" y="14284"/>
                  </a:lnTo>
                  <a:cubicBezTo>
                    <a:pt x="4034" y="14687"/>
                    <a:pt x="4202" y="15258"/>
                    <a:pt x="4471" y="15662"/>
                  </a:cubicBezTo>
                  <a:cubicBezTo>
                    <a:pt x="4874" y="16367"/>
                    <a:pt x="5311" y="16670"/>
                    <a:pt x="5714" y="16670"/>
                  </a:cubicBezTo>
                  <a:cubicBezTo>
                    <a:pt x="5882" y="16670"/>
                    <a:pt x="6151" y="16502"/>
                    <a:pt x="6285" y="16367"/>
                  </a:cubicBezTo>
                  <a:cubicBezTo>
                    <a:pt x="6991" y="15964"/>
                    <a:pt x="7394" y="14990"/>
                    <a:pt x="7697" y="14149"/>
                  </a:cubicBezTo>
                  <a:cubicBezTo>
                    <a:pt x="7966" y="14418"/>
                    <a:pt x="8403" y="14418"/>
                    <a:pt x="8672" y="14418"/>
                  </a:cubicBezTo>
                  <a:cubicBezTo>
                    <a:pt x="10352" y="14418"/>
                    <a:pt x="11898" y="12301"/>
                    <a:pt x="12436" y="10923"/>
                  </a:cubicBezTo>
                  <a:cubicBezTo>
                    <a:pt x="13007" y="11763"/>
                    <a:pt x="12873" y="12301"/>
                    <a:pt x="13444" y="12872"/>
                  </a:cubicBezTo>
                  <a:cubicBezTo>
                    <a:pt x="13578" y="13007"/>
                    <a:pt x="13847" y="13141"/>
                    <a:pt x="14284" y="13141"/>
                  </a:cubicBezTo>
                  <a:cubicBezTo>
                    <a:pt x="14419" y="13309"/>
                    <a:pt x="14688" y="13309"/>
                    <a:pt x="14822" y="13309"/>
                  </a:cubicBezTo>
                  <a:cubicBezTo>
                    <a:pt x="16234" y="13309"/>
                    <a:pt x="17914" y="12469"/>
                    <a:pt x="18889" y="11326"/>
                  </a:cubicBezTo>
                  <a:lnTo>
                    <a:pt x="18889" y="11326"/>
                  </a:lnTo>
                  <a:cubicBezTo>
                    <a:pt x="18620" y="11763"/>
                    <a:pt x="18485" y="12166"/>
                    <a:pt x="18485" y="12603"/>
                  </a:cubicBezTo>
                  <a:cubicBezTo>
                    <a:pt x="18485" y="12738"/>
                    <a:pt x="18620" y="12872"/>
                    <a:pt x="18620" y="13007"/>
                  </a:cubicBezTo>
                  <a:cubicBezTo>
                    <a:pt x="18889" y="13444"/>
                    <a:pt x="19326" y="13578"/>
                    <a:pt x="19863" y="13578"/>
                  </a:cubicBezTo>
                  <a:cubicBezTo>
                    <a:pt x="20435" y="13578"/>
                    <a:pt x="21006" y="13444"/>
                    <a:pt x="21409" y="13309"/>
                  </a:cubicBezTo>
                  <a:cubicBezTo>
                    <a:pt x="22518" y="12872"/>
                    <a:pt x="23527" y="12301"/>
                    <a:pt x="24501" y="11629"/>
                  </a:cubicBezTo>
                  <a:cubicBezTo>
                    <a:pt x="25207" y="10923"/>
                    <a:pt x="25879" y="10217"/>
                    <a:pt x="26451" y="9377"/>
                  </a:cubicBezTo>
                  <a:lnTo>
                    <a:pt x="26451" y="9646"/>
                  </a:lnTo>
                  <a:cubicBezTo>
                    <a:pt x="26451" y="11057"/>
                    <a:pt x="28265" y="11898"/>
                    <a:pt x="29677" y="11898"/>
                  </a:cubicBezTo>
                  <a:cubicBezTo>
                    <a:pt x="30652" y="11898"/>
                    <a:pt x="31357" y="11461"/>
                    <a:pt x="31626" y="10788"/>
                  </a:cubicBezTo>
                  <a:lnTo>
                    <a:pt x="31626" y="10788"/>
                  </a:lnTo>
                  <a:cubicBezTo>
                    <a:pt x="31492" y="11192"/>
                    <a:pt x="31492" y="11763"/>
                    <a:pt x="31357" y="12301"/>
                  </a:cubicBezTo>
                  <a:cubicBezTo>
                    <a:pt x="31357" y="13309"/>
                    <a:pt x="31357" y="14418"/>
                    <a:pt x="31929" y="15393"/>
                  </a:cubicBezTo>
                  <a:cubicBezTo>
                    <a:pt x="32601" y="16233"/>
                    <a:pt x="33307" y="16670"/>
                    <a:pt x="34147" y="16670"/>
                  </a:cubicBezTo>
                  <a:cubicBezTo>
                    <a:pt x="34584" y="16670"/>
                    <a:pt x="35122" y="16502"/>
                    <a:pt x="35693" y="16233"/>
                  </a:cubicBezTo>
                  <a:cubicBezTo>
                    <a:pt x="36533" y="15662"/>
                    <a:pt x="37373" y="15258"/>
                    <a:pt x="38482" y="15258"/>
                  </a:cubicBezTo>
                  <a:cubicBezTo>
                    <a:pt x="38785" y="15258"/>
                    <a:pt x="39054" y="15258"/>
                    <a:pt x="39323" y="15393"/>
                  </a:cubicBezTo>
                  <a:cubicBezTo>
                    <a:pt x="40734" y="15662"/>
                    <a:pt x="41003" y="17073"/>
                    <a:pt x="42146" y="17645"/>
                  </a:cubicBezTo>
                  <a:cubicBezTo>
                    <a:pt x="42280" y="17779"/>
                    <a:pt x="42549" y="17779"/>
                    <a:pt x="42683" y="17779"/>
                  </a:cubicBezTo>
                  <a:lnTo>
                    <a:pt x="42986" y="17779"/>
                  </a:lnTo>
                  <a:cubicBezTo>
                    <a:pt x="44095" y="17779"/>
                    <a:pt x="45204" y="16670"/>
                    <a:pt x="45372" y="15527"/>
                  </a:cubicBezTo>
                  <a:cubicBezTo>
                    <a:pt x="45372" y="15124"/>
                    <a:pt x="45204" y="14687"/>
                    <a:pt x="44935" y="14284"/>
                  </a:cubicBezTo>
                  <a:cubicBezTo>
                    <a:pt x="46347" y="13981"/>
                    <a:pt x="47053" y="12469"/>
                    <a:pt x="47187" y="11057"/>
                  </a:cubicBezTo>
                  <a:lnTo>
                    <a:pt x="47187" y="9646"/>
                  </a:lnTo>
                  <a:cubicBezTo>
                    <a:pt x="47053" y="9242"/>
                    <a:pt x="47187" y="9108"/>
                    <a:pt x="47053" y="8806"/>
                  </a:cubicBezTo>
                  <a:cubicBezTo>
                    <a:pt x="46750" y="8402"/>
                    <a:pt x="46044" y="8402"/>
                    <a:pt x="46044" y="8100"/>
                  </a:cubicBezTo>
                  <a:lnTo>
                    <a:pt x="46044" y="7965"/>
                  </a:lnTo>
                  <a:cubicBezTo>
                    <a:pt x="46044" y="7831"/>
                    <a:pt x="46044" y="7696"/>
                    <a:pt x="46212" y="7428"/>
                  </a:cubicBezTo>
                  <a:lnTo>
                    <a:pt x="46212" y="7428"/>
                  </a:lnTo>
                  <a:cubicBezTo>
                    <a:pt x="46044" y="7562"/>
                    <a:pt x="45775" y="7562"/>
                    <a:pt x="45641" y="7562"/>
                  </a:cubicBezTo>
                  <a:lnTo>
                    <a:pt x="45372" y="7562"/>
                  </a:lnTo>
                  <a:cubicBezTo>
                    <a:pt x="43826" y="7428"/>
                    <a:pt x="43524" y="5445"/>
                    <a:pt x="42011" y="5041"/>
                  </a:cubicBezTo>
                  <a:cubicBezTo>
                    <a:pt x="41709" y="5041"/>
                    <a:pt x="41440" y="4907"/>
                    <a:pt x="41171" y="4907"/>
                  </a:cubicBezTo>
                  <a:cubicBezTo>
                    <a:pt x="40028" y="4907"/>
                    <a:pt x="39188" y="5445"/>
                    <a:pt x="38348" y="5882"/>
                  </a:cubicBezTo>
                  <a:cubicBezTo>
                    <a:pt x="37810" y="6150"/>
                    <a:pt x="37239" y="6419"/>
                    <a:pt x="36802" y="6419"/>
                  </a:cubicBezTo>
                  <a:cubicBezTo>
                    <a:pt x="35962" y="6419"/>
                    <a:pt x="35290" y="6016"/>
                    <a:pt x="34584" y="5041"/>
                  </a:cubicBezTo>
                  <a:cubicBezTo>
                    <a:pt x="34012" y="4201"/>
                    <a:pt x="34012" y="3227"/>
                    <a:pt x="34012" y="2218"/>
                  </a:cubicBezTo>
                  <a:cubicBezTo>
                    <a:pt x="34012" y="1815"/>
                    <a:pt x="33744" y="1378"/>
                    <a:pt x="33307" y="1378"/>
                  </a:cubicBezTo>
                  <a:lnTo>
                    <a:pt x="33172" y="1546"/>
                  </a:lnTo>
                  <a:lnTo>
                    <a:pt x="32332" y="1546"/>
                  </a:lnTo>
                  <a:cubicBezTo>
                    <a:pt x="31223" y="1546"/>
                    <a:pt x="29946" y="1109"/>
                    <a:pt x="29408" y="269"/>
                  </a:cubicBezTo>
                  <a:cubicBezTo>
                    <a:pt x="29240" y="0"/>
                    <a:pt x="28971" y="0"/>
                    <a:pt x="288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0"/>
            <p:cNvSpPr/>
            <p:nvPr/>
          </p:nvSpPr>
          <p:spPr>
            <a:xfrm>
              <a:off x="6133036" y="3492792"/>
              <a:ext cx="178533" cy="122190"/>
            </a:xfrm>
            <a:custGeom>
              <a:rect b="b" l="l" r="r" t="t"/>
              <a:pathLst>
                <a:path extrusionOk="0" h="3934" w="5748">
                  <a:moveTo>
                    <a:pt x="5311" y="1"/>
                  </a:moveTo>
                  <a:cubicBezTo>
                    <a:pt x="5042" y="1"/>
                    <a:pt x="4740" y="270"/>
                    <a:pt x="4740" y="572"/>
                  </a:cubicBezTo>
                  <a:cubicBezTo>
                    <a:pt x="4740" y="1816"/>
                    <a:pt x="3765" y="2790"/>
                    <a:pt x="2522" y="2925"/>
                  </a:cubicBezTo>
                  <a:cubicBezTo>
                    <a:pt x="2407" y="2958"/>
                    <a:pt x="2293" y="2973"/>
                    <a:pt x="2179" y="2973"/>
                  </a:cubicBezTo>
                  <a:cubicBezTo>
                    <a:pt x="1723" y="2973"/>
                    <a:pt x="1271" y="2737"/>
                    <a:pt x="841" y="2522"/>
                  </a:cubicBezTo>
                  <a:cubicBezTo>
                    <a:pt x="802" y="2482"/>
                    <a:pt x="736" y="2466"/>
                    <a:pt x="660" y="2466"/>
                  </a:cubicBezTo>
                  <a:cubicBezTo>
                    <a:pt x="477" y="2466"/>
                    <a:pt x="230" y="2561"/>
                    <a:pt x="135" y="2656"/>
                  </a:cubicBezTo>
                  <a:cubicBezTo>
                    <a:pt x="1" y="2925"/>
                    <a:pt x="135" y="3227"/>
                    <a:pt x="270" y="3362"/>
                  </a:cubicBezTo>
                  <a:cubicBezTo>
                    <a:pt x="841" y="3765"/>
                    <a:pt x="1547" y="3933"/>
                    <a:pt x="2219" y="3933"/>
                  </a:cubicBezTo>
                  <a:lnTo>
                    <a:pt x="2656" y="3933"/>
                  </a:lnTo>
                  <a:cubicBezTo>
                    <a:pt x="4336" y="3765"/>
                    <a:pt x="5748" y="2253"/>
                    <a:pt x="5748" y="572"/>
                  </a:cubicBezTo>
                  <a:cubicBezTo>
                    <a:pt x="5748" y="270"/>
                    <a:pt x="5580" y="1"/>
                    <a:pt x="53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0"/>
            <p:cNvSpPr/>
            <p:nvPr/>
          </p:nvSpPr>
          <p:spPr>
            <a:xfrm>
              <a:off x="6337660" y="3256735"/>
              <a:ext cx="234908" cy="209376"/>
            </a:xfrm>
            <a:custGeom>
              <a:rect b="b" l="l" r="r" t="t"/>
              <a:pathLst>
                <a:path extrusionOk="0" h="6741" w="7563">
                  <a:moveTo>
                    <a:pt x="3777" y="0"/>
                  </a:moveTo>
                  <a:cubicBezTo>
                    <a:pt x="2799" y="0"/>
                    <a:pt x="1814" y="426"/>
                    <a:pt x="1109" y="1283"/>
                  </a:cubicBezTo>
                  <a:cubicBezTo>
                    <a:pt x="0" y="2694"/>
                    <a:pt x="269" y="4811"/>
                    <a:pt x="1681" y="6055"/>
                  </a:cubicBezTo>
                  <a:cubicBezTo>
                    <a:pt x="2312" y="6518"/>
                    <a:pt x="3048" y="6741"/>
                    <a:pt x="3773" y="6741"/>
                  </a:cubicBezTo>
                  <a:cubicBezTo>
                    <a:pt x="4785" y="6741"/>
                    <a:pt x="5773" y="6306"/>
                    <a:pt x="6419" y="5484"/>
                  </a:cubicBezTo>
                  <a:cubicBezTo>
                    <a:pt x="7562" y="3971"/>
                    <a:pt x="7394" y="1854"/>
                    <a:pt x="5882" y="745"/>
                  </a:cubicBezTo>
                  <a:cubicBezTo>
                    <a:pt x="5270" y="249"/>
                    <a:pt x="4525" y="0"/>
                    <a:pt x="37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0"/>
            <p:cNvSpPr/>
            <p:nvPr/>
          </p:nvSpPr>
          <p:spPr>
            <a:xfrm>
              <a:off x="6384622" y="3440611"/>
              <a:ext cx="266216" cy="134677"/>
            </a:xfrm>
            <a:custGeom>
              <a:rect b="b" l="l" r="r" t="t"/>
              <a:pathLst>
                <a:path extrusionOk="0" h="4336" w="8571">
                  <a:moveTo>
                    <a:pt x="4202" y="0"/>
                  </a:moveTo>
                  <a:cubicBezTo>
                    <a:pt x="1983" y="135"/>
                    <a:pt x="1" y="1110"/>
                    <a:pt x="169" y="2252"/>
                  </a:cubicBezTo>
                  <a:cubicBezTo>
                    <a:pt x="169" y="3496"/>
                    <a:pt x="1983" y="4336"/>
                    <a:pt x="4370" y="4336"/>
                  </a:cubicBezTo>
                  <a:cubicBezTo>
                    <a:pt x="6588" y="4202"/>
                    <a:pt x="8571" y="3227"/>
                    <a:pt x="8403" y="2084"/>
                  </a:cubicBezTo>
                  <a:cubicBezTo>
                    <a:pt x="8403" y="841"/>
                    <a:pt x="6588" y="0"/>
                    <a:pt x="420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0"/>
            <p:cNvSpPr/>
            <p:nvPr/>
          </p:nvSpPr>
          <p:spPr>
            <a:xfrm>
              <a:off x="5893997" y="3288416"/>
              <a:ext cx="217172" cy="192914"/>
            </a:xfrm>
            <a:custGeom>
              <a:rect b="b" l="l" r="r" t="t"/>
              <a:pathLst>
                <a:path extrusionOk="0" h="6211" w="6992">
                  <a:moveTo>
                    <a:pt x="3413" y="1"/>
                  </a:moveTo>
                  <a:cubicBezTo>
                    <a:pt x="2734" y="1"/>
                    <a:pt x="2061" y="223"/>
                    <a:pt x="1513" y="699"/>
                  </a:cubicBezTo>
                  <a:cubicBezTo>
                    <a:pt x="135" y="1674"/>
                    <a:pt x="0" y="3623"/>
                    <a:pt x="975" y="5035"/>
                  </a:cubicBezTo>
                  <a:cubicBezTo>
                    <a:pt x="1593" y="5821"/>
                    <a:pt x="2470" y="6211"/>
                    <a:pt x="3371" y="6211"/>
                  </a:cubicBezTo>
                  <a:cubicBezTo>
                    <a:pt x="4088" y="6211"/>
                    <a:pt x="4819" y="5963"/>
                    <a:pt x="5445" y="5472"/>
                  </a:cubicBezTo>
                  <a:cubicBezTo>
                    <a:pt x="6722" y="4464"/>
                    <a:pt x="6991" y="2514"/>
                    <a:pt x="5882" y="1103"/>
                  </a:cubicBezTo>
                  <a:cubicBezTo>
                    <a:pt x="5230" y="393"/>
                    <a:pt x="4315" y="1"/>
                    <a:pt x="34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0"/>
            <p:cNvSpPr/>
            <p:nvPr/>
          </p:nvSpPr>
          <p:spPr>
            <a:xfrm>
              <a:off x="5880424" y="3458346"/>
              <a:ext cx="182727" cy="121569"/>
            </a:xfrm>
            <a:custGeom>
              <a:rect b="b" l="l" r="r" t="t"/>
              <a:pathLst>
                <a:path extrusionOk="0" h="3914" w="5883">
                  <a:moveTo>
                    <a:pt x="1950" y="1"/>
                  </a:moveTo>
                  <a:cubicBezTo>
                    <a:pt x="1278" y="1"/>
                    <a:pt x="572" y="135"/>
                    <a:pt x="1" y="270"/>
                  </a:cubicBezTo>
                  <a:cubicBezTo>
                    <a:pt x="135" y="1110"/>
                    <a:pt x="135" y="1816"/>
                    <a:pt x="1" y="2656"/>
                  </a:cubicBezTo>
                  <a:lnTo>
                    <a:pt x="1" y="2925"/>
                  </a:lnTo>
                  <a:lnTo>
                    <a:pt x="1" y="3631"/>
                  </a:lnTo>
                  <a:cubicBezTo>
                    <a:pt x="572" y="3899"/>
                    <a:pt x="1278" y="3899"/>
                    <a:pt x="1950" y="3899"/>
                  </a:cubicBezTo>
                  <a:cubicBezTo>
                    <a:pt x="2100" y="3909"/>
                    <a:pt x="2248" y="3914"/>
                    <a:pt x="2394" y="3914"/>
                  </a:cubicBezTo>
                  <a:cubicBezTo>
                    <a:pt x="4315" y="3914"/>
                    <a:pt x="5882" y="3115"/>
                    <a:pt x="5882" y="2085"/>
                  </a:cubicBezTo>
                  <a:cubicBezTo>
                    <a:pt x="5882" y="1513"/>
                    <a:pt x="5479" y="975"/>
                    <a:pt x="4773" y="673"/>
                  </a:cubicBezTo>
                  <a:cubicBezTo>
                    <a:pt x="4067" y="270"/>
                    <a:pt x="3093" y="1"/>
                    <a:pt x="211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0"/>
            <p:cNvSpPr/>
            <p:nvPr/>
          </p:nvSpPr>
          <p:spPr>
            <a:xfrm>
              <a:off x="5858495" y="3818488"/>
              <a:ext cx="248481" cy="358775"/>
            </a:xfrm>
            <a:custGeom>
              <a:rect b="b" l="l" r="r" t="t"/>
              <a:pathLst>
                <a:path extrusionOk="0" h="11551" w="8000">
                  <a:moveTo>
                    <a:pt x="1" y="1"/>
                  </a:moveTo>
                  <a:lnTo>
                    <a:pt x="1" y="9815"/>
                  </a:lnTo>
                  <a:cubicBezTo>
                    <a:pt x="1" y="10251"/>
                    <a:pt x="135" y="10520"/>
                    <a:pt x="438" y="10655"/>
                  </a:cubicBezTo>
                  <a:cubicBezTo>
                    <a:pt x="1508" y="11271"/>
                    <a:pt x="2617" y="11551"/>
                    <a:pt x="3747" y="11551"/>
                  </a:cubicBezTo>
                  <a:cubicBezTo>
                    <a:pt x="4958" y="11551"/>
                    <a:pt x="6193" y="11229"/>
                    <a:pt x="7428" y="10655"/>
                  </a:cubicBezTo>
                  <a:cubicBezTo>
                    <a:pt x="7865" y="10520"/>
                    <a:pt x="8000" y="10251"/>
                    <a:pt x="8000" y="9815"/>
                  </a:cubicBezTo>
                  <a:lnTo>
                    <a:pt x="8000" y="1"/>
                  </a:lnTo>
                  <a:cubicBezTo>
                    <a:pt x="8000" y="707"/>
                    <a:pt x="6185" y="1144"/>
                    <a:pt x="4067" y="1144"/>
                  </a:cubicBezTo>
                  <a:cubicBezTo>
                    <a:pt x="1816" y="1144"/>
                    <a:pt x="1" y="707"/>
                    <a:pt x="1" y="1"/>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0"/>
            <p:cNvSpPr/>
            <p:nvPr/>
          </p:nvSpPr>
          <p:spPr>
            <a:xfrm>
              <a:off x="5858495" y="3818488"/>
              <a:ext cx="248481" cy="357036"/>
            </a:xfrm>
            <a:custGeom>
              <a:rect b="b" l="l" r="r" t="t"/>
              <a:pathLst>
                <a:path extrusionOk="0" h="11495" w="8000">
                  <a:moveTo>
                    <a:pt x="8000" y="1"/>
                  </a:moveTo>
                  <a:lnTo>
                    <a:pt x="8000" y="1"/>
                  </a:lnTo>
                  <a:lnTo>
                    <a:pt x="8000" y="5210"/>
                  </a:lnTo>
                  <a:lnTo>
                    <a:pt x="8000" y="5210"/>
                  </a:lnTo>
                  <a:lnTo>
                    <a:pt x="8000" y="1"/>
                  </a:lnTo>
                  <a:close/>
                  <a:moveTo>
                    <a:pt x="1" y="1"/>
                  </a:moveTo>
                  <a:lnTo>
                    <a:pt x="1" y="9815"/>
                  </a:lnTo>
                  <a:cubicBezTo>
                    <a:pt x="1" y="10251"/>
                    <a:pt x="135" y="10520"/>
                    <a:pt x="438" y="10655"/>
                  </a:cubicBezTo>
                  <a:cubicBezTo>
                    <a:pt x="1547" y="11361"/>
                    <a:pt x="2656" y="11495"/>
                    <a:pt x="3799" y="11495"/>
                  </a:cubicBezTo>
                  <a:cubicBezTo>
                    <a:pt x="4908" y="11495"/>
                    <a:pt x="6185" y="11226"/>
                    <a:pt x="7428" y="10655"/>
                  </a:cubicBezTo>
                  <a:cubicBezTo>
                    <a:pt x="7865" y="10520"/>
                    <a:pt x="8000" y="10251"/>
                    <a:pt x="8000" y="9815"/>
                  </a:cubicBezTo>
                  <a:lnTo>
                    <a:pt x="8000" y="9680"/>
                  </a:lnTo>
                  <a:lnTo>
                    <a:pt x="8000" y="9680"/>
                  </a:lnTo>
                  <a:lnTo>
                    <a:pt x="8000" y="9815"/>
                  </a:lnTo>
                  <a:cubicBezTo>
                    <a:pt x="8000" y="10251"/>
                    <a:pt x="7865" y="10520"/>
                    <a:pt x="7428" y="10655"/>
                  </a:cubicBezTo>
                  <a:cubicBezTo>
                    <a:pt x="6185" y="11226"/>
                    <a:pt x="4908" y="11495"/>
                    <a:pt x="3799" y="11495"/>
                  </a:cubicBezTo>
                  <a:cubicBezTo>
                    <a:pt x="2656" y="11495"/>
                    <a:pt x="1547" y="11361"/>
                    <a:pt x="438" y="10655"/>
                  </a:cubicBezTo>
                  <a:cubicBezTo>
                    <a:pt x="135" y="10520"/>
                    <a:pt x="1" y="10251"/>
                    <a:pt x="1" y="9815"/>
                  </a:cubicBezTo>
                  <a:lnTo>
                    <a:pt x="1" y="1"/>
                  </a:lnTo>
                  <a:close/>
                </a:path>
              </a:pathLst>
            </a:custGeom>
            <a:solidFill>
              <a:srgbClr val="E7B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0"/>
            <p:cNvSpPr/>
            <p:nvPr/>
          </p:nvSpPr>
          <p:spPr>
            <a:xfrm>
              <a:off x="6106945" y="3980311"/>
              <a:ext cx="31" cy="138870"/>
            </a:xfrm>
            <a:custGeom>
              <a:rect b="b" l="l" r="r" t="t"/>
              <a:pathLst>
                <a:path extrusionOk="0" h="4471" w="1">
                  <a:moveTo>
                    <a:pt x="1" y="0"/>
                  </a:moveTo>
                  <a:lnTo>
                    <a:pt x="1" y="4470"/>
                  </a:lnTo>
                  <a:lnTo>
                    <a:pt x="1" y="4470"/>
                  </a:lnTo>
                  <a:close/>
                </a:path>
              </a:pathLst>
            </a:custGeom>
            <a:solidFill>
              <a:srgbClr val="DB9F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0"/>
            <p:cNvSpPr/>
            <p:nvPr/>
          </p:nvSpPr>
          <p:spPr>
            <a:xfrm>
              <a:off x="6080855" y="3827899"/>
              <a:ext cx="26122" cy="12548"/>
            </a:xfrm>
            <a:custGeom>
              <a:rect b="b" l="l" r="r" t="t"/>
              <a:pathLst>
                <a:path extrusionOk="0" h="404" w="841">
                  <a:moveTo>
                    <a:pt x="841" y="0"/>
                  </a:moveTo>
                  <a:cubicBezTo>
                    <a:pt x="841" y="0"/>
                    <a:pt x="730" y="0"/>
                    <a:pt x="709" y="101"/>
                  </a:cubicBezTo>
                  <a:lnTo>
                    <a:pt x="709" y="101"/>
                  </a:lnTo>
                  <a:cubicBezTo>
                    <a:pt x="763" y="68"/>
                    <a:pt x="807" y="34"/>
                    <a:pt x="841" y="0"/>
                  </a:cubicBezTo>
                  <a:close/>
                  <a:moveTo>
                    <a:pt x="709" y="101"/>
                  </a:moveTo>
                  <a:lnTo>
                    <a:pt x="709" y="101"/>
                  </a:lnTo>
                  <a:cubicBezTo>
                    <a:pt x="609" y="164"/>
                    <a:pt x="476" y="227"/>
                    <a:pt x="317" y="289"/>
                  </a:cubicBezTo>
                  <a:lnTo>
                    <a:pt x="317" y="289"/>
                  </a:lnTo>
                  <a:cubicBezTo>
                    <a:pt x="469" y="248"/>
                    <a:pt x="605" y="215"/>
                    <a:pt x="706" y="135"/>
                  </a:cubicBezTo>
                  <a:cubicBezTo>
                    <a:pt x="706" y="122"/>
                    <a:pt x="707" y="111"/>
                    <a:pt x="709" y="101"/>
                  </a:cubicBezTo>
                  <a:close/>
                  <a:moveTo>
                    <a:pt x="317" y="289"/>
                  </a:moveTo>
                  <a:cubicBezTo>
                    <a:pt x="216" y="317"/>
                    <a:pt x="108" y="350"/>
                    <a:pt x="0" y="404"/>
                  </a:cubicBezTo>
                  <a:cubicBezTo>
                    <a:pt x="115" y="366"/>
                    <a:pt x="221" y="328"/>
                    <a:pt x="317" y="289"/>
                  </a:cubicBezTo>
                  <a:close/>
                </a:path>
              </a:pathLst>
            </a:custGeom>
            <a:solidFill>
              <a:srgbClr val="E7B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0"/>
            <p:cNvSpPr/>
            <p:nvPr/>
          </p:nvSpPr>
          <p:spPr>
            <a:xfrm>
              <a:off x="5858495" y="3827899"/>
              <a:ext cx="248481" cy="347625"/>
            </a:xfrm>
            <a:custGeom>
              <a:rect b="b" l="l" r="r" t="t"/>
              <a:pathLst>
                <a:path extrusionOk="0" h="11192" w="8000">
                  <a:moveTo>
                    <a:pt x="1" y="0"/>
                  </a:moveTo>
                  <a:lnTo>
                    <a:pt x="1" y="9512"/>
                  </a:lnTo>
                  <a:cubicBezTo>
                    <a:pt x="1" y="9948"/>
                    <a:pt x="135" y="10217"/>
                    <a:pt x="438" y="10352"/>
                  </a:cubicBezTo>
                  <a:cubicBezTo>
                    <a:pt x="1547" y="11058"/>
                    <a:pt x="2656" y="11192"/>
                    <a:pt x="3799" y="11192"/>
                  </a:cubicBezTo>
                  <a:cubicBezTo>
                    <a:pt x="4908" y="11192"/>
                    <a:pt x="6185" y="10923"/>
                    <a:pt x="7428" y="10352"/>
                  </a:cubicBezTo>
                  <a:cubicBezTo>
                    <a:pt x="7865" y="10217"/>
                    <a:pt x="8000" y="9948"/>
                    <a:pt x="8000" y="9512"/>
                  </a:cubicBezTo>
                  <a:lnTo>
                    <a:pt x="8000" y="9377"/>
                  </a:lnTo>
                  <a:lnTo>
                    <a:pt x="8000" y="4907"/>
                  </a:lnTo>
                  <a:lnTo>
                    <a:pt x="8000" y="0"/>
                  </a:lnTo>
                  <a:cubicBezTo>
                    <a:pt x="7865" y="135"/>
                    <a:pt x="7563" y="269"/>
                    <a:pt x="7159" y="404"/>
                  </a:cubicBezTo>
                  <a:lnTo>
                    <a:pt x="7025" y="404"/>
                  </a:lnTo>
                  <a:lnTo>
                    <a:pt x="7025" y="538"/>
                  </a:lnTo>
                  <a:lnTo>
                    <a:pt x="7025" y="7831"/>
                  </a:lnTo>
                  <a:cubicBezTo>
                    <a:pt x="7025" y="8268"/>
                    <a:pt x="6857" y="8537"/>
                    <a:pt x="6588" y="8671"/>
                  </a:cubicBezTo>
                  <a:cubicBezTo>
                    <a:pt x="5613" y="9243"/>
                    <a:pt x="4773" y="9646"/>
                    <a:pt x="3799" y="9646"/>
                  </a:cubicBezTo>
                  <a:cubicBezTo>
                    <a:pt x="2958" y="9646"/>
                    <a:pt x="2253" y="9377"/>
                    <a:pt x="1412" y="8806"/>
                  </a:cubicBezTo>
                  <a:cubicBezTo>
                    <a:pt x="1143" y="8537"/>
                    <a:pt x="975" y="8268"/>
                    <a:pt x="975" y="7831"/>
                  </a:cubicBezTo>
                  <a:lnTo>
                    <a:pt x="975" y="538"/>
                  </a:lnTo>
                  <a:lnTo>
                    <a:pt x="975" y="404"/>
                  </a:lnTo>
                  <a:lnTo>
                    <a:pt x="707" y="404"/>
                  </a:lnTo>
                  <a:cubicBezTo>
                    <a:pt x="438" y="269"/>
                    <a:pt x="135" y="135"/>
                    <a:pt x="1" y="0"/>
                  </a:cubicBez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0"/>
            <p:cNvSpPr/>
            <p:nvPr/>
          </p:nvSpPr>
          <p:spPr>
            <a:xfrm>
              <a:off x="5858495" y="3784042"/>
              <a:ext cx="248481" cy="69978"/>
            </a:xfrm>
            <a:custGeom>
              <a:rect b="b" l="l" r="r" t="t"/>
              <a:pathLst>
                <a:path extrusionOk="0" h="2253" w="8000">
                  <a:moveTo>
                    <a:pt x="4067" y="1"/>
                  </a:moveTo>
                  <a:cubicBezTo>
                    <a:pt x="1816" y="1"/>
                    <a:pt x="1" y="572"/>
                    <a:pt x="1" y="1110"/>
                  </a:cubicBezTo>
                  <a:cubicBezTo>
                    <a:pt x="1" y="1412"/>
                    <a:pt x="135" y="1547"/>
                    <a:pt x="438" y="1681"/>
                  </a:cubicBezTo>
                  <a:cubicBezTo>
                    <a:pt x="572" y="1816"/>
                    <a:pt x="841" y="1816"/>
                    <a:pt x="975" y="1816"/>
                  </a:cubicBezTo>
                  <a:lnTo>
                    <a:pt x="975" y="1950"/>
                  </a:lnTo>
                  <a:cubicBezTo>
                    <a:pt x="1681" y="2118"/>
                    <a:pt x="2824" y="2253"/>
                    <a:pt x="4067" y="2253"/>
                  </a:cubicBezTo>
                  <a:cubicBezTo>
                    <a:pt x="5177" y="2253"/>
                    <a:pt x="6319" y="2118"/>
                    <a:pt x="7025" y="1950"/>
                  </a:cubicBezTo>
                  <a:lnTo>
                    <a:pt x="7025" y="1816"/>
                  </a:lnTo>
                  <a:cubicBezTo>
                    <a:pt x="7159" y="1816"/>
                    <a:pt x="7428" y="1816"/>
                    <a:pt x="7563" y="1681"/>
                  </a:cubicBezTo>
                  <a:cubicBezTo>
                    <a:pt x="7865" y="1547"/>
                    <a:pt x="8000" y="1412"/>
                    <a:pt x="8000" y="1110"/>
                  </a:cubicBezTo>
                  <a:cubicBezTo>
                    <a:pt x="8000" y="572"/>
                    <a:pt x="6185" y="1"/>
                    <a:pt x="4067" y="1"/>
                  </a:cubicBez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0"/>
            <p:cNvSpPr/>
            <p:nvPr/>
          </p:nvSpPr>
          <p:spPr>
            <a:xfrm>
              <a:off x="5872069" y="3797616"/>
              <a:ext cx="221334" cy="42832"/>
            </a:xfrm>
            <a:custGeom>
              <a:rect b="b" l="l" r="r" t="t"/>
              <a:pathLst>
                <a:path extrusionOk="0" h="1379" w="7126">
                  <a:moveTo>
                    <a:pt x="3630" y="1"/>
                  </a:moveTo>
                  <a:cubicBezTo>
                    <a:pt x="1816" y="1"/>
                    <a:pt x="404" y="538"/>
                    <a:pt x="1" y="1244"/>
                  </a:cubicBezTo>
                  <a:cubicBezTo>
                    <a:pt x="135" y="1379"/>
                    <a:pt x="404" y="1379"/>
                    <a:pt x="538" y="1379"/>
                  </a:cubicBezTo>
                  <a:cubicBezTo>
                    <a:pt x="841" y="975"/>
                    <a:pt x="2084" y="538"/>
                    <a:pt x="3630" y="538"/>
                  </a:cubicBezTo>
                  <a:cubicBezTo>
                    <a:pt x="3899" y="404"/>
                    <a:pt x="4067" y="270"/>
                    <a:pt x="4202" y="1"/>
                  </a:cubicBezTo>
                  <a:close/>
                  <a:moveTo>
                    <a:pt x="4605" y="1"/>
                  </a:moveTo>
                  <a:cubicBezTo>
                    <a:pt x="4336" y="270"/>
                    <a:pt x="3899" y="404"/>
                    <a:pt x="3630" y="538"/>
                  </a:cubicBezTo>
                  <a:cubicBezTo>
                    <a:pt x="5042" y="538"/>
                    <a:pt x="6286" y="975"/>
                    <a:pt x="6588" y="1379"/>
                  </a:cubicBezTo>
                  <a:cubicBezTo>
                    <a:pt x="6722" y="1379"/>
                    <a:pt x="6991" y="1379"/>
                    <a:pt x="7126" y="1244"/>
                  </a:cubicBezTo>
                  <a:cubicBezTo>
                    <a:pt x="6722" y="673"/>
                    <a:pt x="5882" y="270"/>
                    <a:pt x="46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0"/>
            <p:cNvSpPr/>
            <p:nvPr/>
          </p:nvSpPr>
          <p:spPr>
            <a:xfrm>
              <a:off x="5888779" y="3814326"/>
              <a:ext cx="187914" cy="39695"/>
            </a:xfrm>
            <a:custGeom>
              <a:rect b="b" l="l" r="r" t="t"/>
              <a:pathLst>
                <a:path extrusionOk="0" h="1278" w="6050">
                  <a:moveTo>
                    <a:pt x="3092" y="0"/>
                  </a:moveTo>
                  <a:cubicBezTo>
                    <a:pt x="1546" y="0"/>
                    <a:pt x="303" y="437"/>
                    <a:pt x="0" y="841"/>
                  </a:cubicBezTo>
                  <a:lnTo>
                    <a:pt x="0" y="975"/>
                  </a:lnTo>
                  <a:cubicBezTo>
                    <a:pt x="706" y="1143"/>
                    <a:pt x="1849" y="1278"/>
                    <a:pt x="3092" y="1278"/>
                  </a:cubicBezTo>
                  <a:cubicBezTo>
                    <a:pt x="4202" y="1278"/>
                    <a:pt x="5344" y="1143"/>
                    <a:pt x="6050" y="975"/>
                  </a:cubicBezTo>
                  <a:lnTo>
                    <a:pt x="6050" y="841"/>
                  </a:lnTo>
                  <a:cubicBezTo>
                    <a:pt x="5748" y="437"/>
                    <a:pt x="4504" y="0"/>
                    <a:pt x="309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0"/>
            <p:cNvSpPr/>
            <p:nvPr/>
          </p:nvSpPr>
          <p:spPr>
            <a:xfrm>
              <a:off x="5737423" y="3468130"/>
              <a:ext cx="217141" cy="311781"/>
            </a:xfrm>
            <a:custGeom>
              <a:rect b="b" l="l" r="r" t="t"/>
              <a:pathLst>
                <a:path extrusionOk="0" h="10038" w="6991">
                  <a:moveTo>
                    <a:pt x="2740" y="1"/>
                  </a:moveTo>
                  <a:cubicBezTo>
                    <a:pt x="2423" y="1"/>
                    <a:pt x="2107" y="33"/>
                    <a:pt x="1815" y="89"/>
                  </a:cubicBezTo>
                  <a:cubicBezTo>
                    <a:pt x="1378" y="89"/>
                    <a:pt x="672" y="89"/>
                    <a:pt x="404" y="224"/>
                  </a:cubicBezTo>
                  <a:cubicBezTo>
                    <a:pt x="1244" y="795"/>
                    <a:pt x="2353" y="358"/>
                    <a:pt x="2790" y="1635"/>
                  </a:cubicBezTo>
                  <a:cubicBezTo>
                    <a:pt x="3059" y="2610"/>
                    <a:pt x="2655" y="3181"/>
                    <a:pt x="2084" y="3719"/>
                  </a:cubicBezTo>
                  <a:cubicBezTo>
                    <a:pt x="1815" y="4021"/>
                    <a:pt x="1513" y="4156"/>
                    <a:pt x="1109" y="4425"/>
                  </a:cubicBezTo>
                  <a:cubicBezTo>
                    <a:pt x="135" y="5265"/>
                    <a:pt x="0" y="6811"/>
                    <a:pt x="1109" y="7651"/>
                  </a:cubicBezTo>
                  <a:cubicBezTo>
                    <a:pt x="1590" y="8132"/>
                    <a:pt x="2258" y="8293"/>
                    <a:pt x="2924" y="8293"/>
                  </a:cubicBezTo>
                  <a:cubicBezTo>
                    <a:pt x="3422" y="8293"/>
                    <a:pt x="3919" y="8203"/>
                    <a:pt x="4336" y="8088"/>
                  </a:cubicBezTo>
                  <a:cubicBezTo>
                    <a:pt x="4455" y="8064"/>
                    <a:pt x="4569" y="8052"/>
                    <a:pt x="4675" y="8052"/>
                  </a:cubicBezTo>
                  <a:cubicBezTo>
                    <a:pt x="5318" y="8052"/>
                    <a:pt x="5714" y="8476"/>
                    <a:pt x="5714" y="9197"/>
                  </a:cubicBezTo>
                  <a:lnTo>
                    <a:pt x="5714" y="10037"/>
                  </a:lnTo>
                  <a:cubicBezTo>
                    <a:pt x="5882" y="9768"/>
                    <a:pt x="6285" y="9466"/>
                    <a:pt x="6419" y="9197"/>
                  </a:cubicBezTo>
                  <a:cubicBezTo>
                    <a:pt x="6856" y="8626"/>
                    <a:pt x="6991" y="8222"/>
                    <a:pt x="6722" y="7517"/>
                  </a:cubicBezTo>
                  <a:cubicBezTo>
                    <a:pt x="6285" y="6676"/>
                    <a:pt x="5310" y="6676"/>
                    <a:pt x="4739" y="6105"/>
                  </a:cubicBezTo>
                  <a:cubicBezTo>
                    <a:pt x="3764" y="5399"/>
                    <a:pt x="5176" y="4727"/>
                    <a:pt x="5579" y="4021"/>
                  </a:cubicBezTo>
                  <a:cubicBezTo>
                    <a:pt x="5882" y="3450"/>
                    <a:pt x="5714" y="2610"/>
                    <a:pt x="5579" y="2038"/>
                  </a:cubicBezTo>
                  <a:cubicBezTo>
                    <a:pt x="5445" y="1198"/>
                    <a:pt x="4873" y="660"/>
                    <a:pt x="4033" y="224"/>
                  </a:cubicBezTo>
                  <a:cubicBezTo>
                    <a:pt x="3639" y="66"/>
                    <a:pt x="3188" y="1"/>
                    <a:pt x="27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0"/>
            <p:cNvSpPr/>
            <p:nvPr/>
          </p:nvSpPr>
          <p:spPr>
            <a:xfrm>
              <a:off x="5771869" y="3709933"/>
              <a:ext cx="143032" cy="43888"/>
            </a:xfrm>
            <a:custGeom>
              <a:rect b="b" l="l" r="r" t="t"/>
              <a:pathLst>
                <a:path extrusionOk="0" h="1413" w="4605">
                  <a:moveTo>
                    <a:pt x="1815" y="437"/>
                  </a:moveTo>
                  <a:lnTo>
                    <a:pt x="1815" y="437"/>
                  </a:lnTo>
                  <a:lnTo>
                    <a:pt x="1815" y="437"/>
                  </a:lnTo>
                  <a:lnTo>
                    <a:pt x="1815" y="437"/>
                  </a:lnTo>
                  <a:close/>
                  <a:moveTo>
                    <a:pt x="3227" y="303"/>
                  </a:moveTo>
                  <a:lnTo>
                    <a:pt x="3227" y="303"/>
                  </a:lnTo>
                  <a:lnTo>
                    <a:pt x="3227" y="303"/>
                  </a:lnTo>
                  <a:close/>
                  <a:moveTo>
                    <a:pt x="3227" y="303"/>
                  </a:moveTo>
                  <a:lnTo>
                    <a:pt x="3227" y="303"/>
                  </a:lnTo>
                  <a:lnTo>
                    <a:pt x="3227" y="303"/>
                  </a:lnTo>
                  <a:close/>
                  <a:moveTo>
                    <a:pt x="3630" y="303"/>
                  </a:moveTo>
                  <a:cubicBezTo>
                    <a:pt x="4201" y="303"/>
                    <a:pt x="4605" y="706"/>
                    <a:pt x="4605" y="1412"/>
                  </a:cubicBezTo>
                  <a:cubicBezTo>
                    <a:pt x="4605" y="706"/>
                    <a:pt x="4201" y="303"/>
                    <a:pt x="3630" y="303"/>
                  </a:cubicBezTo>
                  <a:close/>
                  <a:moveTo>
                    <a:pt x="3630" y="303"/>
                  </a:moveTo>
                  <a:lnTo>
                    <a:pt x="3630" y="303"/>
                  </a:lnTo>
                  <a:lnTo>
                    <a:pt x="3630" y="303"/>
                  </a:lnTo>
                  <a:lnTo>
                    <a:pt x="3630" y="303"/>
                  </a:lnTo>
                  <a:close/>
                  <a:moveTo>
                    <a:pt x="0" y="1"/>
                  </a:moveTo>
                  <a:cubicBezTo>
                    <a:pt x="572" y="303"/>
                    <a:pt x="1109" y="437"/>
                    <a:pt x="1815" y="437"/>
                  </a:cubicBezTo>
                  <a:cubicBezTo>
                    <a:pt x="1109" y="437"/>
                    <a:pt x="572" y="303"/>
                    <a:pt x="0" y="1"/>
                  </a:cubicBezTo>
                  <a:close/>
                </a:path>
              </a:pathLst>
            </a:custGeom>
            <a:solidFill>
              <a:srgbClr val="FAF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0"/>
            <p:cNvSpPr/>
            <p:nvPr/>
          </p:nvSpPr>
          <p:spPr>
            <a:xfrm>
              <a:off x="5749940" y="3583612"/>
              <a:ext cx="191051" cy="196300"/>
            </a:xfrm>
            <a:custGeom>
              <a:rect b="b" l="l" r="r" t="t"/>
              <a:pathLst>
                <a:path extrusionOk="0" h="6320" w="6151">
                  <a:moveTo>
                    <a:pt x="1681" y="1"/>
                  </a:moveTo>
                  <a:lnTo>
                    <a:pt x="1681" y="1"/>
                  </a:lnTo>
                  <a:cubicBezTo>
                    <a:pt x="1412" y="303"/>
                    <a:pt x="1110" y="438"/>
                    <a:pt x="706" y="707"/>
                  </a:cubicBezTo>
                  <a:cubicBezTo>
                    <a:pt x="269" y="1144"/>
                    <a:pt x="1" y="1849"/>
                    <a:pt x="1" y="2387"/>
                  </a:cubicBezTo>
                  <a:cubicBezTo>
                    <a:pt x="1" y="2958"/>
                    <a:pt x="135" y="3664"/>
                    <a:pt x="706" y="3933"/>
                  </a:cubicBezTo>
                  <a:lnTo>
                    <a:pt x="706" y="4068"/>
                  </a:lnTo>
                  <a:cubicBezTo>
                    <a:pt x="1278" y="4370"/>
                    <a:pt x="1815" y="4504"/>
                    <a:pt x="2521" y="4504"/>
                  </a:cubicBezTo>
                  <a:cubicBezTo>
                    <a:pt x="2958" y="4504"/>
                    <a:pt x="3361" y="4504"/>
                    <a:pt x="3933" y="4370"/>
                  </a:cubicBezTo>
                  <a:lnTo>
                    <a:pt x="4336" y="4370"/>
                  </a:lnTo>
                  <a:cubicBezTo>
                    <a:pt x="4907" y="4370"/>
                    <a:pt x="5311" y="4773"/>
                    <a:pt x="5311" y="5479"/>
                  </a:cubicBezTo>
                  <a:lnTo>
                    <a:pt x="5311" y="5614"/>
                  </a:lnTo>
                  <a:lnTo>
                    <a:pt x="5311" y="6319"/>
                  </a:lnTo>
                  <a:cubicBezTo>
                    <a:pt x="5479" y="6050"/>
                    <a:pt x="5882" y="5748"/>
                    <a:pt x="6016" y="5479"/>
                  </a:cubicBezTo>
                  <a:cubicBezTo>
                    <a:pt x="6151" y="4202"/>
                    <a:pt x="4638" y="3664"/>
                    <a:pt x="4638" y="3664"/>
                  </a:cubicBezTo>
                  <a:cubicBezTo>
                    <a:pt x="1547" y="2958"/>
                    <a:pt x="1412" y="1144"/>
                    <a:pt x="16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0"/>
            <p:cNvSpPr/>
            <p:nvPr/>
          </p:nvSpPr>
          <p:spPr>
            <a:xfrm>
              <a:off x="5984817" y="3614951"/>
              <a:ext cx="91876" cy="199406"/>
            </a:xfrm>
            <a:custGeom>
              <a:rect b="b" l="l" r="r" t="t"/>
              <a:pathLst>
                <a:path extrusionOk="0" h="6420" w="2958">
                  <a:moveTo>
                    <a:pt x="1950" y="0"/>
                  </a:moveTo>
                  <a:lnTo>
                    <a:pt x="1815" y="135"/>
                  </a:lnTo>
                  <a:cubicBezTo>
                    <a:pt x="1412" y="403"/>
                    <a:pt x="841" y="538"/>
                    <a:pt x="572" y="975"/>
                  </a:cubicBezTo>
                  <a:cubicBezTo>
                    <a:pt x="572" y="1109"/>
                    <a:pt x="437" y="1244"/>
                    <a:pt x="437" y="1378"/>
                  </a:cubicBezTo>
                  <a:cubicBezTo>
                    <a:pt x="135" y="1815"/>
                    <a:pt x="135" y="2353"/>
                    <a:pt x="135" y="2790"/>
                  </a:cubicBezTo>
                  <a:cubicBezTo>
                    <a:pt x="269" y="3495"/>
                    <a:pt x="841" y="4033"/>
                    <a:pt x="975" y="4605"/>
                  </a:cubicBezTo>
                  <a:cubicBezTo>
                    <a:pt x="1110" y="5310"/>
                    <a:pt x="572" y="6016"/>
                    <a:pt x="0" y="6419"/>
                  </a:cubicBezTo>
                  <a:cubicBezTo>
                    <a:pt x="572" y="6151"/>
                    <a:pt x="1110" y="6016"/>
                    <a:pt x="1546" y="5714"/>
                  </a:cubicBezTo>
                  <a:cubicBezTo>
                    <a:pt x="1681" y="5579"/>
                    <a:pt x="1950" y="5445"/>
                    <a:pt x="2118" y="5310"/>
                  </a:cubicBezTo>
                  <a:cubicBezTo>
                    <a:pt x="2387" y="5041"/>
                    <a:pt x="2656" y="4739"/>
                    <a:pt x="2790" y="4201"/>
                  </a:cubicBezTo>
                  <a:cubicBezTo>
                    <a:pt x="2958" y="3495"/>
                    <a:pt x="2252" y="3059"/>
                    <a:pt x="1815" y="2655"/>
                  </a:cubicBezTo>
                  <a:cubicBezTo>
                    <a:pt x="841" y="1681"/>
                    <a:pt x="1546" y="840"/>
                    <a:pt x="19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0"/>
            <p:cNvSpPr/>
            <p:nvPr/>
          </p:nvSpPr>
          <p:spPr>
            <a:xfrm>
              <a:off x="5984817" y="3645204"/>
              <a:ext cx="74140" cy="169153"/>
            </a:xfrm>
            <a:custGeom>
              <a:rect b="b" l="l" r="r" t="t"/>
              <a:pathLst>
                <a:path extrusionOk="0" h="5446" w="2387">
                  <a:moveTo>
                    <a:pt x="572" y="1"/>
                  </a:moveTo>
                  <a:lnTo>
                    <a:pt x="572" y="1"/>
                  </a:lnTo>
                  <a:cubicBezTo>
                    <a:pt x="568" y="24"/>
                    <a:pt x="565" y="47"/>
                    <a:pt x="561" y="70"/>
                  </a:cubicBezTo>
                  <a:lnTo>
                    <a:pt x="561" y="70"/>
                  </a:lnTo>
                  <a:cubicBezTo>
                    <a:pt x="568" y="47"/>
                    <a:pt x="572" y="24"/>
                    <a:pt x="572" y="1"/>
                  </a:cubicBezTo>
                  <a:close/>
                  <a:moveTo>
                    <a:pt x="561" y="70"/>
                  </a:moveTo>
                  <a:lnTo>
                    <a:pt x="561" y="70"/>
                  </a:lnTo>
                  <a:cubicBezTo>
                    <a:pt x="530" y="181"/>
                    <a:pt x="437" y="293"/>
                    <a:pt x="437" y="404"/>
                  </a:cubicBezTo>
                  <a:cubicBezTo>
                    <a:pt x="269" y="707"/>
                    <a:pt x="135" y="1110"/>
                    <a:pt x="135" y="1379"/>
                  </a:cubicBezTo>
                  <a:lnTo>
                    <a:pt x="135" y="1816"/>
                  </a:lnTo>
                  <a:cubicBezTo>
                    <a:pt x="269" y="2521"/>
                    <a:pt x="841" y="3059"/>
                    <a:pt x="975" y="3631"/>
                  </a:cubicBezTo>
                  <a:lnTo>
                    <a:pt x="975" y="3899"/>
                  </a:lnTo>
                  <a:cubicBezTo>
                    <a:pt x="975" y="4202"/>
                    <a:pt x="841" y="4605"/>
                    <a:pt x="572" y="4908"/>
                  </a:cubicBezTo>
                  <a:cubicBezTo>
                    <a:pt x="437" y="5177"/>
                    <a:pt x="269" y="5311"/>
                    <a:pt x="0" y="5445"/>
                  </a:cubicBezTo>
                  <a:cubicBezTo>
                    <a:pt x="572" y="5177"/>
                    <a:pt x="1110" y="5042"/>
                    <a:pt x="1546" y="4740"/>
                  </a:cubicBezTo>
                  <a:cubicBezTo>
                    <a:pt x="1681" y="4605"/>
                    <a:pt x="1950" y="4471"/>
                    <a:pt x="2118" y="4336"/>
                  </a:cubicBezTo>
                  <a:cubicBezTo>
                    <a:pt x="2387" y="3227"/>
                    <a:pt x="1412" y="2387"/>
                    <a:pt x="1412" y="2387"/>
                  </a:cubicBezTo>
                  <a:cubicBezTo>
                    <a:pt x="595" y="1700"/>
                    <a:pt x="445" y="887"/>
                    <a:pt x="561" y="7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0"/>
            <p:cNvSpPr/>
            <p:nvPr/>
          </p:nvSpPr>
          <p:spPr>
            <a:xfrm>
              <a:off x="5972300" y="3370663"/>
              <a:ext cx="73084" cy="78334"/>
            </a:xfrm>
            <a:custGeom>
              <a:rect b="b" l="l" r="r" t="t"/>
              <a:pathLst>
                <a:path extrusionOk="0" h="2522" w="2353">
                  <a:moveTo>
                    <a:pt x="1244" y="1"/>
                  </a:moveTo>
                  <a:cubicBezTo>
                    <a:pt x="538" y="1"/>
                    <a:pt x="0" y="572"/>
                    <a:pt x="0" y="1278"/>
                  </a:cubicBezTo>
                  <a:cubicBezTo>
                    <a:pt x="0" y="1984"/>
                    <a:pt x="538" y="2521"/>
                    <a:pt x="1244" y="2521"/>
                  </a:cubicBezTo>
                  <a:cubicBezTo>
                    <a:pt x="1815" y="2521"/>
                    <a:pt x="2353" y="1984"/>
                    <a:pt x="2353" y="1278"/>
                  </a:cubicBezTo>
                  <a:cubicBezTo>
                    <a:pt x="2353" y="572"/>
                    <a:pt x="1815" y="1"/>
                    <a:pt x="12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0"/>
            <p:cNvSpPr/>
            <p:nvPr/>
          </p:nvSpPr>
          <p:spPr>
            <a:xfrm>
              <a:off x="6398196" y="3353953"/>
              <a:ext cx="74140" cy="73115"/>
            </a:xfrm>
            <a:custGeom>
              <a:rect b="b" l="l" r="r" t="t"/>
              <a:pathLst>
                <a:path extrusionOk="0" h="2354" w="2387">
                  <a:moveTo>
                    <a:pt x="1110" y="1"/>
                  </a:moveTo>
                  <a:cubicBezTo>
                    <a:pt x="404" y="1"/>
                    <a:pt x="0" y="539"/>
                    <a:pt x="0" y="1110"/>
                  </a:cubicBezTo>
                  <a:cubicBezTo>
                    <a:pt x="0" y="1816"/>
                    <a:pt x="404" y="2354"/>
                    <a:pt x="1110" y="2354"/>
                  </a:cubicBezTo>
                  <a:cubicBezTo>
                    <a:pt x="1815" y="2354"/>
                    <a:pt x="2387" y="1816"/>
                    <a:pt x="2387" y="1110"/>
                  </a:cubicBezTo>
                  <a:cubicBezTo>
                    <a:pt x="2387" y="539"/>
                    <a:pt x="1815" y="1"/>
                    <a:pt x="11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0"/>
            <p:cNvSpPr/>
            <p:nvPr/>
          </p:nvSpPr>
          <p:spPr>
            <a:xfrm>
              <a:off x="5949809" y="4373187"/>
              <a:ext cx="674377" cy="457578"/>
            </a:xfrm>
            <a:custGeom>
              <a:rect b="b" l="l" r="r" t="t"/>
              <a:pathLst>
                <a:path extrusionOk="0" h="14732" w="21712">
                  <a:moveTo>
                    <a:pt x="18426" y="1"/>
                  </a:moveTo>
                  <a:cubicBezTo>
                    <a:pt x="17914" y="1"/>
                    <a:pt x="17394" y="109"/>
                    <a:pt x="16939" y="313"/>
                  </a:cubicBezTo>
                  <a:lnTo>
                    <a:pt x="16805" y="313"/>
                  </a:lnTo>
                  <a:lnTo>
                    <a:pt x="13713" y="1725"/>
                  </a:lnTo>
                  <a:lnTo>
                    <a:pt x="9243" y="3674"/>
                  </a:lnTo>
                  <a:lnTo>
                    <a:pt x="5042" y="5489"/>
                  </a:lnTo>
                  <a:cubicBezTo>
                    <a:pt x="4739" y="5623"/>
                    <a:pt x="4336" y="5926"/>
                    <a:pt x="4201" y="6329"/>
                  </a:cubicBezTo>
                  <a:lnTo>
                    <a:pt x="4067" y="6464"/>
                  </a:lnTo>
                  <a:lnTo>
                    <a:pt x="0" y="12917"/>
                  </a:lnTo>
                  <a:lnTo>
                    <a:pt x="2219" y="14731"/>
                  </a:lnTo>
                  <a:lnTo>
                    <a:pt x="7260" y="9556"/>
                  </a:lnTo>
                  <a:lnTo>
                    <a:pt x="15393" y="8850"/>
                  </a:lnTo>
                  <a:lnTo>
                    <a:pt x="16368" y="8715"/>
                  </a:lnTo>
                  <a:cubicBezTo>
                    <a:pt x="17645" y="8715"/>
                    <a:pt x="18754" y="8144"/>
                    <a:pt x="19729" y="7438"/>
                  </a:cubicBezTo>
                  <a:cubicBezTo>
                    <a:pt x="20569" y="6598"/>
                    <a:pt x="21275" y="5489"/>
                    <a:pt x="21712" y="4380"/>
                  </a:cubicBezTo>
                  <a:lnTo>
                    <a:pt x="21712" y="3540"/>
                  </a:lnTo>
                  <a:lnTo>
                    <a:pt x="21712" y="2968"/>
                  </a:lnTo>
                  <a:cubicBezTo>
                    <a:pt x="21543" y="1994"/>
                    <a:pt x="21006" y="1019"/>
                    <a:pt x="20031" y="448"/>
                  </a:cubicBezTo>
                  <a:cubicBezTo>
                    <a:pt x="19583" y="143"/>
                    <a:pt x="19010" y="1"/>
                    <a:pt x="18426" y="1"/>
                  </a:cubicBezTo>
                  <a:close/>
                </a:path>
              </a:pathLst>
            </a:custGeom>
            <a:solidFill>
              <a:srgbClr val="BDB8FF"/>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85A"/>
        </a:solidFill>
      </p:bgPr>
    </p:bg>
    <p:spTree>
      <p:nvGrpSpPr>
        <p:cNvPr id="881" name="Shape 881"/>
        <p:cNvGrpSpPr/>
        <p:nvPr/>
      </p:nvGrpSpPr>
      <p:grpSpPr>
        <a:xfrm>
          <a:off x="0" y="0"/>
          <a:ext cx="0" cy="0"/>
          <a:chOff x="0" y="0"/>
          <a:chExt cx="0" cy="0"/>
        </a:xfrm>
      </p:grpSpPr>
      <p:sp>
        <p:nvSpPr>
          <p:cNvPr id="882" name="Google Shape;882;p31"/>
          <p:cNvSpPr txBox="1"/>
          <p:nvPr>
            <p:ph idx="1" type="subTitle"/>
          </p:nvPr>
        </p:nvSpPr>
        <p:spPr>
          <a:xfrm>
            <a:off x="1290763" y="2721716"/>
            <a:ext cx="2907600" cy="713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Solution:</a:t>
            </a:r>
            <a:endParaRPr/>
          </a:p>
        </p:txBody>
      </p:sp>
      <p:sp>
        <p:nvSpPr>
          <p:cNvPr id="883" name="Google Shape;883;p31"/>
          <p:cNvSpPr txBox="1"/>
          <p:nvPr>
            <p:ph idx="2" type="subTitle"/>
          </p:nvPr>
        </p:nvSpPr>
        <p:spPr>
          <a:xfrm>
            <a:off x="4945638" y="770091"/>
            <a:ext cx="2907600" cy="713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Reponse:</a:t>
            </a:r>
            <a:endParaRPr/>
          </a:p>
        </p:txBody>
      </p:sp>
      <p:sp>
        <p:nvSpPr>
          <p:cNvPr id="884" name="Google Shape;884;p31"/>
          <p:cNvSpPr txBox="1"/>
          <p:nvPr>
            <p:ph idx="3" type="subTitle"/>
          </p:nvPr>
        </p:nvSpPr>
        <p:spPr>
          <a:xfrm>
            <a:off x="1519213" y="3259541"/>
            <a:ext cx="2450700" cy="105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Triez l’âge des enfants du plus jeune au plus âgé, vous obtenez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7, 9, 12, 13, 16</a:t>
            </a:r>
            <a:endParaRPr/>
          </a:p>
          <a:p>
            <a:pPr indent="0" lvl="0" marL="0" rtl="0" algn="ctr">
              <a:spcBef>
                <a:spcPts val="0"/>
              </a:spcBef>
              <a:spcAft>
                <a:spcPts val="0"/>
              </a:spcAft>
              <a:buNone/>
            </a:pPr>
            <a:r>
              <a:t/>
            </a:r>
            <a:endParaRPr/>
          </a:p>
        </p:txBody>
      </p:sp>
      <p:sp>
        <p:nvSpPr>
          <p:cNvPr id="885" name="Google Shape;885;p31"/>
          <p:cNvSpPr txBox="1"/>
          <p:nvPr>
            <p:ph idx="4" type="subTitle"/>
          </p:nvPr>
        </p:nvSpPr>
        <p:spPr>
          <a:xfrm>
            <a:off x="5175288" y="1307916"/>
            <a:ext cx="2448300" cy="105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t>
            </a:r>
            <a:r>
              <a:rPr lang="en"/>
              <a:t>’âge de l’enfant du milieu est le nombre le plus moyen dans l’ensemble de données, qui est de 12 ans.</a:t>
            </a:r>
            <a:endParaRPr/>
          </a:p>
        </p:txBody>
      </p:sp>
      <p:grpSp>
        <p:nvGrpSpPr>
          <p:cNvPr id="886" name="Google Shape;886;p31"/>
          <p:cNvGrpSpPr/>
          <p:nvPr/>
        </p:nvGrpSpPr>
        <p:grpSpPr>
          <a:xfrm>
            <a:off x="2182819" y="828438"/>
            <a:ext cx="1123487" cy="1754451"/>
            <a:chOff x="5200975" y="390353"/>
            <a:chExt cx="1435950" cy="2242397"/>
          </a:xfrm>
        </p:grpSpPr>
        <p:sp>
          <p:nvSpPr>
            <p:cNvPr id="887" name="Google Shape;887;p31"/>
            <p:cNvSpPr/>
            <p:nvPr/>
          </p:nvSpPr>
          <p:spPr>
            <a:xfrm>
              <a:off x="5533700" y="2489050"/>
              <a:ext cx="962900" cy="143700"/>
            </a:xfrm>
            <a:custGeom>
              <a:rect b="b" l="l" r="r" t="t"/>
              <a:pathLst>
                <a:path extrusionOk="0" h="5748" w="38516">
                  <a:moveTo>
                    <a:pt x="19325" y="1"/>
                  </a:moveTo>
                  <a:cubicBezTo>
                    <a:pt x="8705" y="1"/>
                    <a:pt x="0" y="1278"/>
                    <a:pt x="0" y="2824"/>
                  </a:cubicBezTo>
                  <a:cubicBezTo>
                    <a:pt x="0" y="4504"/>
                    <a:pt x="8705" y="5748"/>
                    <a:pt x="19325" y="5748"/>
                  </a:cubicBezTo>
                  <a:cubicBezTo>
                    <a:pt x="29979" y="5748"/>
                    <a:pt x="38515" y="4504"/>
                    <a:pt x="38515" y="2824"/>
                  </a:cubicBezTo>
                  <a:cubicBezTo>
                    <a:pt x="38515" y="1278"/>
                    <a:pt x="29979" y="1"/>
                    <a:pt x="193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1"/>
            <p:cNvSpPr/>
            <p:nvPr/>
          </p:nvSpPr>
          <p:spPr>
            <a:xfrm>
              <a:off x="5785750" y="1553850"/>
              <a:ext cx="469700" cy="618050"/>
            </a:xfrm>
            <a:custGeom>
              <a:rect b="b" l="l" r="r" t="t"/>
              <a:pathLst>
                <a:path extrusionOk="0" h="24722" w="18788">
                  <a:moveTo>
                    <a:pt x="7889" y="1"/>
                  </a:moveTo>
                  <a:cubicBezTo>
                    <a:pt x="6904" y="1"/>
                    <a:pt x="6006" y="242"/>
                    <a:pt x="5176" y="574"/>
                  </a:cubicBezTo>
                  <a:cubicBezTo>
                    <a:pt x="4504" y="876"/>
                    <a:pt x="3798" y="1414"/>
                    <a:pt x="3093" y="1985"/>
                  </a:cubicBezTo>
                  <a:lnTo>
                    <a:pt x="2958" y="2120"/>
                  </a:lnTo>
                  <a:cubicBezTo>
                    <a:pt x="1547" y="3531"/>
                    <a:pt x="706" y="5346"/>
                    <a:pt x="706" y="7295"/>
                  </a:cubicBezTo>
                  <a:cubicBezTo>
                    <a:pt x="706" y="7867"/>
                    <a:pt x="706" y="8572"/>
                    <a:pt x="841" y="9144"/>
                  </a:cubicBezTo>
                  <a:cubicBezTo>
                    <a:pt x="1412" y="10824"/>
                    <a:pt x="1547" y="12505"/>
                    <a:pt x="1412" y="14185"/>
                  </a:cubicBezTo>
                  <a:cubicBezTo>
                    <a:pt x="1278" y="15429"/>
                    <a:pt x="1143" y="16538"/>
                    <a:pt x="841" y="17680"/>
                  </a:cubicBezTo>
                  <a:lnTo>
                    <a:pt x="438" y="19226"/>
                  </a:lnTo>
                  <a:cubicBezTo>
                    <a:pt x="1" y="20470"/>
                    <a:pt x="572" y="21747"/>
                    <a:pt x="1547" y="22285"/>
                  </a:cubicBezTo>
                  <a:lnTo>
                    <a:pt x="2958" y="23125"/>
                  </a:lnTo>
                  <a:lnTo>
                    <a:pt x="4907" y="24268"/>
                  </a:lnTo>
                  <a:cubicBezTo>
                    <a:pt x="5336" y="24570"/>
                    <a:pt x="5746" y="24721"/>
                    <a:pt x="6165" y="24721"/>
                  </a:cubicBezTo>
                  <a:cubicBezTo>
                    <a:pt x="6304" y="24721"/>
                    <a:pt x="6445" y="24705"/>
                    <a:pt x="6588" y="24671"/>
                  </a:cubicBezTo>
                  <a:lnTo>
                    <a:pt x="12335" y="23965"/>
                  </a:lnTo>
                  <a:cubicBezTo>
                    <a:pt x="12906" y="23965"/>
                    <a:pt x="13444" y="23696"/>
                    <a:pt x="13881" y="23427"/>
                  </a:cubicBezTo>
                  <a:lnTo>
                    <a:pt x="16099" y="21444"/>
                  </a:lnTo>
                  <a:lnTo>
                    <a:pt x="17511" y="20201"/>
                  </a:lnTo>
                  <a:cubicBezTo>
                    <a:pt x="18485" y="19361"/>
                    <a:pt x="18788" y="18084"/>
                    <a:pt x="18216" y="16975"/>
                  </a:cubicBezTo>
                  <a:lnTo>
                    <a:pt x="17107" y="14723"/>
                  </a:lnTo>
                  <a:cubicBezTo>
                    <a:pt x="16670" y="13883"/>
                    <a:pt x="16267" y="13177"/>
                    <a:pt x="16099" y="12337"/>
                  </a:cubicBezTo>
                  <a:cubicBezTo>
                    <a:pt x="15561" y="10959"/>
                    <a:pt x="15259" y="9413"/>
                    <a:pt x="15259" y="7732"/>
                  </a:cubicBezTo>
                  <a:lnTo>
                    <a:pt x="15259" y="6892"/>
                  </a:lnTo>
                  <a:cubicBezTo>
                    <a:pt x="15124" y="5615"/>
                    <a:pt x="14721" y="4371"/>
                    <a:pt x="14015" y="3262"/>
                  </a:cubicBezTo>
                  <a:cubicBezTo>
                    <a:pt x="13310" y="2120"/>
                    <a:pt x="12335" y="1279"/>
                    <a:pt x="11058" y="742"/>
                  </a:cubicBezTo>
                  <a:cubicBezTo>
                    <a:pt x="10218" y="305"/>
                    <a:pt x="9377" y="36"/>
                    <a:pt x="8537" y="36"/>
                  </a:cubicBezTo>
                  <a:cubicBezTo>
                    <a:pt x="8317" y="12"/>
                    <a:pt x="8101" y="1"/>
                    <a:pt x="788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1"/>
            <p:cNvSpPr/>
            <p:nvPr/>
          </p:nvSpPr>
          <p:spPr>
            <a:xfrm>
              <a:off x="5884050" y="1438775"/>
              <a:ext cx="132775" cy="204800"/>
            </a:xfrm>
            <a:custGeom>
              <a:rect b="b" l="l" r="r" t="t"/>
              <a:pathLst>
                <a:path extrusionOk="0" h="8192" w="5311">
                  <a:moveTo>
                    <a:pt x="3933" y="1"/>
                  </a:moveTo>
                  <a:lnTo>
                    <a:pt x="1" y="707"/>
                  </a:lnTo>
                  <a:lnTo>
                    <a:pt x="975" y="5479"/>
                  </a:lnTo>
                  <a:lnTo>
                    <a:pt x="1110" y="6588"/>
                  </a:lnTo>
                  <a:cubicBezTo>
                    <a:pt x="1225" y="7537"/>
                    <a:pt x="2079" y="8191"/>
                    <a:pt x="3018" y="8191"/>
                  </a:cubicBezTo>
                  <a:cubicBezTo>
                    <a:pt x="3176" y="8191"/>
                    <a:pt x="3336" y="8173"/>
                    <a:pt x="3496" y="8134"/>
                  </a:cubicBezTo>
                  <a:cubicBezTo>
                    <a:pt x="4605" y="8000"/>
                    <a:pt x="5311" y="6857"/>
                    <a:pt x="5042" y="5748"/>
                  </a:cubicBezTo>
                  <a:lnTo>
                    <a:pt x="4908" y="4908"/>
                  </a:lnTo>
                  <a:lnTo>
                    <a:pt x="3933" y="1"/>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1"/>
            <p:cNvSpPr/>
            <p:nvPr/>
          </p:nvSpPr>
          <p:spPr>
            <a:xfrm>
              <a:off x="5901700" y="1533725"/>
              <a:ext cx="105050" cy="45400"/>
            </a:xfrm>
            <a:custGeom>
              <a:rect b="b" l="l" r="r" t="t"/>
              <a:pathLst>
                <a:path extrusionOk="0" h="1816" w="4202">
                  <a:moveTo>
                    <a:pt x="4067" y="1"/>
                  </a:moveTo>
                  <a:cubicBezTo>
                    <a:pt x="2925" y="269"/>
                    <a:pt x="1815" y="538"/>
                    <a:pt x="706" y="538"/>
                  </a:cubicBezTo>
                  <a:cubicBezTo>
                    <a:pt x="404" y="538"/>
                    <a:pt x="269" y="538"/>
                    <a:pt x="1" y="706"/>
                  </a:cubicBezTo>
                  <a:lnTo>
                    <a:pt x="135" y="1547"/>
                  </a:lnTo>
                  <a:cubicBezTo>
                    <a:pt x="269" y="1547"/>
                    <a:pt x="404" y="1379"/>
                    <a:pt x="538" y="1379"/>
                  </a:cubicBezTo>
                  <a:cubicBezTo>
                    <a:pt x="538" y="1547"/>
                    <a:pt x="404" y="1681"/>
                    <a:pt x="404" y="1815"/>
                  </a:cubicBezTo>
                  <a:lnTo>
                    <a:pt x="1244" y="1815"/>
                  </a:lnTo>
                  <a:cubicBezTo>
                    <a:pt x="2219" y="1815"/>
                    <a:pt x="3227" y="1681"/>
                    <a:pt x="4067" y="1110"/>
                  </a:cubicBezTo>
                  <a:cubicBezTo>
                    <a:pt x="4067" y="975"/>
                    <a:pt x="3899" y="975"/>
                    <a:pt x="3899" y="841"/>
                  </a:cubicBezTo>
                  <a:lnTo>
                    <a:pt x="4202" y="841"/>
                  </a:lnTo>
                  <a:lnTo>
                    <a:pt x="4067" y="1"/>
                  </a:ln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1"/>
            <p:cNvSpPr/>
            <p:nvPr/>
          </p:nvSpPr>
          <p:spPr>
            <a:xfrm>
              <a:off x="5796675" y="1997075"/>
              <a:ext cx="160500" cy="558375"/>
            </a:xfrm>
            <a:custGeom>
              <a:rect b="b" l="l" r="r" t="t"/>
              <a:pathLst>
                <a:path extrusionOk="0" h="22335" w="6420">
                  <a:moveTo>
                    <a:pt x="2820" y="1"/>
                  </a:moveTo>
                  <a:cubicBezTo>
                    <a:pt x="2479" y="1"/>
                    <a:pt x="2137" y="72"/>
                    <a:pt x="1815" y="220"/>
                  </a:cubicBezTo>
                  <a:cubicBezTo>
                    <a:pt x="841" y="489"/>
                    <a:pt x="135" y="1497"/>
                    <a:pt x="135" y="2606"/>
                  </a:cubicBezTo>
                  <a:cubicBezTo>
                    <a:pt x="1" y="9597"/>
                    <a:pt x="1110" y="15613"/>
                    <a:pt x="3361" y="20822"/>
                  </a:cubicBezTo>
                  <a:lnTo>
                    <a:pt x="1815" y="22066"/>
                  </a:lnTo>
                  <a:cubicBezTo>
                    <a:pt x="1681" y="22200"/>
                    <a:pt x="1681" y="22335"/>
                    <a:pt x="1950" y="22335"/>
                  </a:cubicBezTo>
                  <a:lnTo>
                    <a:pt x="5176" y="22335"/>
                  </a:lnTo>
                  <a:cubicBezTo>
                    <a:pt x="5580" y="22200"/>
                    <a:pt x="5882" y="21797"/>
                    <a:pt x="5882" y="21360"/>
                  </a:cubicBezTo>
                  <a:lnTo>
                    <a:pt x="5748" y="20822"/>
                  </a:lnTo>
                  <a:lnTo>
                    <a:pt x="6420" y="8051"/>
                  </a:lnTo>
                  <a:lnTo>
                    <a:pt x="6420" y="7513"/>
                  </a:lnTo>
                  <a:lnTo>
                    <a:pt x="6420" y="7379"/>
                  </a:lnTo>
                  <a:cubicBezTo>
                    <a:pt x="6420" y="5396"/>
                    <a:pt x="6016" y="3447"/>
                    <a:pt x="5176" y="1632"/>
                  </a:cubicBezTo>
                  <a:cubicBezTo>
                    <a:pt x="4753" y="586"/>
                    <a:pt x="3794" y="1"/>
                    <a:pt x="2820" y="1"/>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1"/>
            <p:cNvSpPr/>
            <p:nvPr/>
          </p:nvSpPr>
          <p:spPr>
            <a:xfrm>
              <a:off x="5895672" y="2309403"/>
              <a:ext cx="56300" cy="244525"/>
            </a:xfrm>
            <a:custGeom>
              <a:rect b="b" l="l" r="r" t="t"/>
              <a:pathLst>
                <a:path extrusionOk="0" h="9781" w="2252">
                  <a:moveTo>
                    <a:pt x="1849" y="1"/>
                  </a:moveTo>
                  <a:cubicBezTo>
                    <a:pt x="1412" y="135"/>
                    <a:pt x="1008" y="135"/>
                    <a:pt x="571" y="135"/>
                  </a:cubicBezTo>
                  <a:lnTo>
                    <a:pt x="0" y="135"/>
                  </a:lnTo>
                  <a:cubicBezTo>
                    <a:pt x="0" y="2790"/>
                    <a:pt x="303" y="6017"/>
                    <a:pt x="1277" y="9781"/>
                  </a:cubicBezTo>
                  <a:cubicBezTo>
                    <a:pt x="1681" y="9781"/>
                    <a:pt x="1983" y="9377"/>
                    <a:pt x="1983" y="8940"/>
                  </a:cubicBezTo>
                  <a:lnTo>
                    <a:pt x="1983" y="8806"/>
                  </a:lnTo>
                  <a:lnTo>
                    <a:pt x="1849" y="8268"/>
                  </a:lnTo>
                  <a:lnTo>
                    <a:pt x="2252" y="1"/>
                  </a:ln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1"/>
            <p:cNvSpPr/>
            <p:nvPr/>
          </p:nvSpPr>
          <p:spPr>
            <a:xfrm>
              <a:off x="6100825" y="1978025"/>
              <a:ext cx="307400" cy="365975"/>
            </a:xfrm>
            <a:custGeom>
              <a:rect b="b" l="l" r="r" t="t"/>
              <a:pathLst>
                <a:path extrusionOk="0" h="14639" w="12296">
                  <a:moveTo>
                    <a:pt x="3021" y="0"/>
                  </a:moveTo>
                  <a:cubicBezTo>
                    <a:pt x="1803" y="0"/>
                    <a:pt x="686" y="799"/>
                    <a:pt x="303" y="2091"/>
                  </a:cubicBezTo>
                  <a:cubicBezTo>
                    <a:pt x="135" y="2931"/>
                    <a:pt x="1" y="3637"/>
                    <a:pt x="1" y="4343"/>
                  </a:cubicBezTo>
                  <a:cubicBezTo>
                    <a:pt x="1" y="5755"/>
                    <a:pt x="438" y="7133"/>
                    <a:pt x="975" y="8410"/>
                  </a:cubicBezTo>
                  <a:lnTo>
                    <a:pt x="3799" y="13585"/>
                  </a:lnTo>
                  <a:cubicBezTo>
                    <a:pt x="4229" y="14262"/>
                    <a:pt x="4960" y="14638"/>
                    <a:pt x="5693" y="14638"/>
                  </a:cubicBezTo>
                  <a:cubicBezTo>
                    <a:pt x="6162" y="14638"/>
                    <a:pt x="6632" y="14484"/>
                    <a:pt x="7025" y="14157"/>
                  </a:cubicBezTo>
                  <a:lnTo>
                    <a:pt x="9949" y="11334"/>
                  </a:lnTo>
                  <a:lnTo>
                    <a:pt x="11629" y="12745"/>
                  </a:lnTo>
                  <a:cubicBezTo>
                    <a:pt x="11708" y="12824"/>
                    <a:pt x="11801" y="12857"/>
                    <a:pt x="11890" y="12857"/>
                  </a:cubicBezTo>
                  <a:cubicBezTo>
                    <a:pt x="12105" y="12857"/>
                    <a:pt x="12296" y="12666"/>
                    <a:pt x="12201" y="12476"/>
                  </a:cubicBezTo>
                  <a:lnTo>
                    <a:pt x="11629" y="10359"/>
                  </a:lnTo>
                  <a:lnTo>
                    <a:pt x="11361" y="9384"/>
                  </a:lnTo>
                  <a:cubicBezTo>
                    <a:pt x="11226" y="9115"/>
                    <a:pt x="10789" y="8813"/>
                    <a:pt x="10386" y="8813"/>
                  </a:cubicBezTo>
                  <a:lnTo>
                    <a:pt x="6454" y="8813"/>
                  </a:lnTo>
                  <a:lnTo>
                    <a:pt x="6185" y="4780"/>
                  </a:lnTo>
                  <a:lnTo>
                    <a:pt x="6017" y="2663"/>
                  </a:lnTo>
                  <a:cubicBezTo>
                    <a:pt x="5882" y="1688"/>
                    <a:pt x="5345" y="848"/>
                    <a:pt x="4504" y="411"/>
                  </a:cubicBezTo>
                  <a:cubicBezTo>
                    <a:pt x="4021" y="130"/>
                    <a:pt x="3513" y="0"/>
                    <a:pt x="3021" y="0"/>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1"/>
            <p:cNvSpPr/>
            <p:nvPr/>
          </p:nvSpPr>
          <p:spPr>
            <a:xfrm>
              <a:off x="6202500" y="2160525"/>
              <a:ext cx="189075" cy="105050"/>
            </a:xfrm>
            <a:custGeom>
              <a:rect b="b" l="l" r="r" t="t"/>
              <a:pathLst>
                <a:path extrusionOk="0" h="4202" w="7563">
                  <a:moveTo>
                    <a:pt x="2118" y="1"/>
                  </a:moveTo>
                  <a:cubicBezTo>
                    <a:pt x="1681" y="135"/>
                    <a:pt x="975" y="269"/>
                    <a:pt x="135" y="538"/>
                  </a:cubicBezTo>
                  <a:cubicBezTo>
                    <a:pt x="135" y="538"/>
                    <a:pt x="0" y="538"/>
                    <a:pt x="0" y="673"/>
                  </a:cubicBezTo>
                  <a:lnTo>
                    <a:pt x="1110" y="3496"/>
                  </a:lnTo>
                  <a:cubicBezTo>
                    <a:pt x="1412" y="3899"/>
                    <a:pt x="1815" y="4202"/>
                    <a:pt x="2387" y="4202"/>
                  </a:cubicBezTo>
                  <a:lnTo>
                    <a:pt x="2656" y="4202"/>
                  </a:lnTo>
                  <a:lnTo>
                    <a:pt x="7562" y="3059"/>
                  </a:lnTo>
                  <a:lnTo>
                    <a:pt x="7294" y="2084"/>
                  </a:lnTo>
                  <a:cubicBezTo>
                    <a:pt x="7159" y="1815"/>
                    <a:pt x="6722" y="1513"/>
                    <a:pt x="6319" y="1513"/>
                  </a:cubicBezTo>
                  <a:lnTo>
                    <a:pt x="2387" y="1513"/>
                  </a:lnTo>
                  <a:lnTo>
                    <a:pt x="2387" y="1"/>
                  </a:ln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1"/>
            <p:cNvSpPr/>
            <p:nvPr/>
          </p:nvSpPr>
          <p:spPr>
            <a:xfrm>
              <a:off x="5838675" y="2517625"/>
              <a:ext cx="108425" cy="37825"/>
            </a:xfrm>
            <a:custGeom>
              <a:rect b="b" l="l" r="r" t="t"/>
              <a:pathLst>
                <a:path extrusionOk="0" h="1513" w="4337">
                  <a:moveTo>
                    <a:pt x="1681" y="0"/>
                  </a:moveTo>
                  <a:lnTo>
                    <a:pt x="135" y="1244"/>
                  </a:lnTo>
                  <a:cubicBezTo>
                    <a:pt x="1" y="1378"/>
                    <a:pt x="1" y="1513"/>
                    <a:pt x="270" y="1513"/>
                  </a:cubicBezTo>
                  <a:lnTo>
                    <a:pt x="3362" y="1513"/>
                  </a:lnTo>
                  <a:cubicBezTo>
                    <a:pt x="3900" y="1513"/>
                    <a:pt x="4336" y="1109"/>
                    <a:pt x="4202" y="538"/>
                  </a:cubicBezTo>
                  <a:lnTo>
                    <a:pt x="4068" y="0"/>
                  </a:ln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1"/>
            <p:cNvSpPr/>
            <p:nvPr/>
          </p:nvSpPr>
          <p:spPr>
            <a:xfrm>
              <a:off x="6342825" y="2198350"/>
              <a:ext cx="65400" cy="101100"/>
            </a:xfrm>
            <a:custGeom>
              <a:rect b="b" l="l" r="r" t="t"/>
              <a:pathLst>
                <a:path extrusionOk="0" h="4044" w="2616">
                  <a:moveTo>
                    <a:pt x="0" y="0"/>
                  </a:moveTo>
                  <a:lnTo>
                    <a:pt x="269" y="2521"/>
                  </a:lnTo>
                  <a:lnTo>
                    <a:pt x="1949" y="3932"/>
                  </a:lnTo>
                  <a:cubicBezTo>
                    <a:pt x="2028" y="4011"/>
                    <a:pt x="2121" y="4044"/>
                    <a:pt x="2210" y="4044"/>
                  </a:cubicBezTo>
                  <a:cubicBezTo>
                    <a:pt x="2425" y="4044"/>
                    <a:pt x="2616" y="3853"/>
                    <a:pt x="2521" y="3663"/>
                  </a:cubicBezTo>
                  <a:lnTo>
                    <a:pt x="1681" y="571"/>
                  </a:lnTo>
                  <a:cubicBezTo>
                    <a:pt x="1546" y="302"/>
                    <a:pt x="1109" y="0"/>
                    <a:pt x="706"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1"/>
            <p:cNvSpPr/>
            <p:nvPr/>
          </p:nvSpPr>
          <p:spPr>
            <a:xfrm>
              <a:off x="5331200" y="1362400"/>
              <a:ext cx="462150" cy="886050"/>
            </a:xfrm>
            <a:custGeom>
              <a:rect b="b" l="l" r="r" t="t"/>
              <a:pathLst>
                <a:path extrusionOk="0" h="35442" w="18486">
                  <a:moveTo>
                    <a:pt x="11824" y="1"/>
                  </a:moveTo>
                  <a:cubicBezTo>
                    <a:pt x="11071" y="1"/>
                    <a:pt x="10363" y="162"/>
                    <a:pt x="10083" y="670"/>
                  </a:cubicBezTo>
                  <a:cubicBezTo>
                    <a:pt x="9075" y="2652"/>
                    <a:pt x="7697" y="4333"/>
                    <a:pt x="6151" y="6013"/>
                  </a:cubicBezTo>
                  <a:cubicBezTo>
                    <a:pt x="5714" y="6417"/>
                    <a:pt x="5311" y="6719"/>
                    <a:pt x="5042" y="7122"/>
                  </a:cubicBezTo>
                  <a:cubicBezTo>
                    <a:pt x="3361" y="8937"/>
                    <a:pt x="1815" y="10920"/>
                    <a:pt x="841" y="13138"/>
                  </a:cubicBezTo>
                  <a:cubicBezTo>
                    <a:pt x="0" y="15390"/>
                    <a:pt x="0" y="18045"/>
                    <a:pt x="1244" y="19995"/>
                  </a:cubicBezTo>
                  <a:cubicBezTo>
                    <a:pt x="2353" y="21843"/>
                    <a:pt x="4336" y="22952"/>
                    <a:pt x="5714" y="24633"/>
                  </a:cubicBezTo>
                  <a:cubicBezTo>
                    <a:pt x="6857" y="26313"/>
                    <a:pt x="7260" y="28397"/>
                    <a:pt x="6857" y="30380"/>
                  </a:cubicBezTo>
                  <a:cubicBezTo>
                    <a:pt x="6285" y="32766"/>
                    <a:pt x="4470" y="33875"/>
                    <a:pt x="2790" y="35421"/>
                  </a:cubicBezTo>
                  <a:cubicBezTo>
                    <a:pt x="2863" y="35435"/>
                    <a:pt x="2938" y="35441"/>
                    <a:pt x="3014" y="35441"/>
                  </a:cubicBezTo>
                  <a:cubicBezTo>
                    <a:pt x="3669" y="35441"/>
                    <a:pt x="4409" y="34970"/>
                    <a:pt x="5042" y="34850"/>
                  </a:cubicBezTo>
                  <a:cubicBezTo>
                    <a:pt x="8806" y="33438"/>
                    <a:pt x="11763" y="30917"/>
                    <a:pt x="13847" y="27859"/>
                  </a:cubicBezTo>
                  <a:cubicBezTo>
                    <a:pt x="15528" y="25338"/>
                    <a:pt x="16637" y="22381"/>
                    <a:pt x="17342" y="19322"/>
                  </a:cubicBezTo>
                  <a:cubicBezTo>
                    <a:pt x="18183" y="16096"/>
                    <a:pt x="18485" y="12433"/>
                    <a:pt x="18317" y="8937"/>
                  </a:cubicBezTo>
                  <a:cubicBezTo>
                    <a:pt x="18183" y="8232"/>
                    <a:pt x="18183" y="7694"/>
                    <a:pt x="18048" y="6988"/>
                  </a:cubicBezTo>
                  <a:cubicBezTo>
                    <a:pt x="17779" y="4333"/>
                    <a:pt x="16637" y="838"/>
                    <a:pt x="13713" y="266"/>
                  </a:cubicBezTo>
                  <a:cubicBezTo>
                    <a:pt x="13246" y="137"/>
                    <a:pt x="12516" y="1"/>
                    <a:pt x="11824" y="1"/>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1"/>
            <p:cNvSpPr/>
            <p:nvPr/>
          </p:nvSpPr>
          <p:spPr>
            <a:xfrm>
              <a:off x="6153775" y="1215275"/>
              <a:ext cx="483150" cy="859225"/>
            </a:xfrm>
            <a:custGeom>
              <a:rect b="b" l="l" r="r" t="t"/>
              <a:pathLst>
                <a:path extrusionOk="0" h="34369" w="19326">
                  <a:moveTo>
                    <a:pt x="6151" y="1"/>
                  </a:moveTo>
                  <a:cubicBezTo>
                    <a:pt x="5310" y="1"/>
                    <a:pt x="4336" y="270"/>
                    <a:pt x="3630" y="404"/>
                  </a:cubicBezTo>
                  <a:cubicBezTo>
                    <a:pt x="706" y="1379"/>
                    <a:pt x="0" y="5042"/>
                    <a:pt x="0" y="7697"/>
                  </a:cubicBezTo>
                  <a:cubicBezTo>
                    <a:pt x="0" y="8235"/>
                    <a:pt x="0" y="8941"/>
                    <a:pt x="135" y="9647"/>
                  </a:cubicBezTo>
                  <a:cubicBezTo>
                    <a:pt x="269" y="13007"/>
                    <a:pt x="975" y="16637"/>
                    <a:pt x="2084" y="19864"/>
                  </a:cubicBezTo>
                  <a:cubicBezTo>
                    <a:pt x="3227" y="23359"/>
                    <a:pt x="5041" y="26451"/>
                    <a:pt x="7428" y="28972"/>
                  </a:cubicBezTo>
                  <a:cubicBezTo>
                    <a:pt x="9646" y="31358"/>
                    <a:pt x="12603" y="33038"/>
                    <a:pt x="15964" y="33878"/>
                  </a:cubicBezTo>
                  <a:cubicBezTo>
                    <a:pt x="16526" y="33985"/>
                    <a:pt x="17172" y="34369"/>
                    <a:pt x="17752" y="34369"/>
                  </a:cubicBezTo>
                  <a:cubicBezTo>
                    <a:pt x="17901" y="34369"/>
                    <a:pt x="18045" y="34344"/>
                    <a:pt x="18182" y="34282"/>
                  </a:cubicBezTo>
                  <a:cubicBezTo>
                    <a:pt x="16368" y="32904"/>
                    <a:pt x="14418" y="32064"/>
                    <a:pt x="13712" y="29677"/>
                  </a:cubicBezTo>
                  <a:cubicBezTo>
                    <a:pt x="13007" y="27862"/>
                    <a:pt x="13309" y="25611"/>
                    <a:pt x="14284" y="23930"/>
                  </a:cubicBezTo>
                  <a:cubicBezTo>
                    <a:pt x="15393" y="22115"/>
                    <a:pt x="17208" y="20704"/>
                    <a:pt x="18182" y="18889"/>
                  </a:cubicBezTo>
                  <a:cubicBezTo>
                    <a:pt x="19325" y="16637"/>
                    <a:pt x="18888" y="13982"/>
                    <a:pt x="17779" y="11898"/>
                  </a:cubicBezTo>
                  <a:cubicBezTo>
                    <a:pt x="16670" y="9781"/>
                    <a:pt x="14822" y="7966"/>
                    <a:pt x="13007" y="6420"/>
                  </a:cubicBezTo>
                  <a:cubicBezTo>
                    <a:pt x="10923" y="4605"/>
                    <a:pt x="8940" y="2925"/>
                    <a:pt x="7260" y="539"/>
                  </a:cubicBezTo>
                  <a:cubicBezTo>
                    <a:pt x="7125" y="135"/>
                    <a:pt x="6722" y="1"/>
                    <a:pt x="6151" y="1"/>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1"/>
            <p:cNvSpPr/>
            <p:nvPr/>
          </p:nvSpPr>
          <p:spPr>
            <a:xfrm>
              <a:off x="5475555" y="1437595"/>
              <a:ext cx="321112" cy="616725"/>
            </a:xfrm>
            <a:custGeom>
              <a:rect b="b" l="l" r="r" t="t"/>
              <a:pathLst>
                <a:path extrusionOk="0" h="24669" w="12605">
                  <a:moveTo>
                    <a:pt x="3093" y="0"/>
                  </a:moveTo>
                  <a:cubicBezTo>
                    <a:pt x="2958" y="168"/>
                    <a:pt x="2689" y="303"/>
                    <a:pt x="2521" y="437"/>
                  </a:cubicBezTo>
                  <a:cubicBezTo>
                    <a:pt x="2387" y="437"/>
                    <a:pt x="2387" y="437"/>
                    <a:pt x="2387" y="572"/>
                  </a:cubicBezTo>
                  <a:cubicBezTo>
                    <a:pt x="1681" y="1277"/>
                    <a:pt x="1144" y="1983"/>
                    <a:pt x="438" y="2823"/>
                  </a:cubicBezTo>
                  <a:cubicBezTo>
                    <a:pt x="707" y="3227"/>
                    <a:pt x="1009" y="3361"/>
                    <a:pt x="1412" y="3932"/>
                  </a:cubicBezTo>
                  <a:cubicBezTo>
                    <a:pt x="2118" y="5042"/>
                    <a:pt x="1681" y="6184"/>
                    <a:pt x="1278" y="7293"/>
                  </a:cubicBezTo>
                  <a:cubicBezTo>
                    <a:pt x="438" y="9243"/>
                    <a:pt x="1" y="12469"/>
                    <a:pt x="1547" y="14149"/>
                  </a:cubicBezTo>
                  <a:cubicBezTo>
                    <a:pt x="2253" y="15124"/>
                    <a:pt x="3530" y="15427"/>
                    <a:pt x="4504" y="16132"/>
                  </a:cubicBezTo>
                  <a:cubicBezTo>
                    <a:pt x="4639" y="16267"/>
                    <a:pt x="4773" y="16267"/>
                    <a:pt x="4908" y="16401"/>
                  </a:cubicBezTo>
                  <a:lnTo>
                    <a:pt x="5882" y="16401"/>
                  </a:lnTo>
                  <a:cubicBezTo>
                    <a:pt x="5882" y="16401"/>
                    <a:pt x="7159" y="14855"/>
                    <a:pt x="8840" y="13040"/>
                  </a:cubicBezTo>
                  <a:cubicBezTo>
                    <a:pt x="9949" y="11763"/>
                    <a:pt x="11361" y="10251"/>
                    <a:pt x="12604" y="8974"/>
                  </a:cubicBezTo>
                  <a:lnTo>
                    <a:pt x="12604" y="7730"/>
                  </a:lnTo>
                  <a:lnTo>
                    <a:pt x="12604" y="5747"/>
                  </a:lnTo>
                  <a:cubicBezTo>
                    <a:pt x="12470" y="5210"/>
                    <a:pt x="12470" y="4638"/>
                    <a:pt x="12470" y="4067"/>
                  </a:cubicBezTo>
                  <a:cubicBezTo>
                    <a:pt x="9243" y="3529"/>
                    <a:pt x="6185" y="2252"/>
                    <a:pt x="3664" y="437"/>
                  </a:cubicBezTo>
                  <a:cubicBezTo>
                    <a:pt x="3530" y="303"/>
                    <a:pt x="3362" y="168"/>
                    <a:pt x="3093" y="0"/>
                  </a:cubicBezTo>
                  <a:close/>
                  <a:moveTo>
                    <a:pt x="11932" y="15124"/>
                  </a:moveTo>
                  <a:lnTo>
                    <a:pt x="10924" y="15695"/>
                  </a:lnTo>
                  <a:lnTo>
                    <a:pt x="6891" y="17947"/>
                  </a:lnTo>
                  <a:lnTo>
                    <a:pt x="6588" y="18351"/>
                  </a:lnTo>
                  <a:cubicBezTo>
                    <a:pt x="6891" y="18787"/>
                    <a:pt x="7159" y="19325"/>
                    <a:pt x="7294" y="19762"/>
                  </a:cubicBezTo>
                  <a:cubicBezTo>
                    <a:pt x="7865" y="21174"/>
                    <a:pt x="8134" y="22989"/>
                    <a:pt x="8134" y="24535"/>
                  </a:cubicBezTo>
                  <a:lnTo>
                    <a:pt x="8134" y="24669"/>
                  </a:lnTo>
                  <a:cubicBezTo>
                    <a:pt x="9815" y="22148"/>
                    <a:pt x="10924" y="19191"/>
                    <a:pt x="11629" y="16132"/>
                  </a:cubicBezTo>
                  <a:cubicBezTo>
                    <a:pt x="11764" y="15830"/>
                    <a:pt x="11764" y="15427"/>
                    <a:pt x="11932" y="15124"/>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1"/>
            <p:cNvSpPr/>
            <p:nvPr/>
          </p:nvSpPr>
          <p:spPr>
            <a:xfrm>
              <a:off x="6153788" y="1270737"/>
              <a:ext cx="349003" cy="668825"/>
            </a:xfrm>
            <a:custGeom>
              <a:rect b="b" l="l" r="r" t="t"/>
              <a:pathLst>
                <a:path extrusionOk="0" h="26753" w="13826">
                  <a:moveTo>
                    <a:pt x="8268" y="0"/>
                  </a:moveTo>
                  <a:cubicBezTo>
                    <a:pt x="7563" y="706"/>
                    <a:pt x="7126" y="706"/>
                    <a:pt x="7126" y="706"/>
                  </a:cubicBezTo>
                  <a:cubicBezTo>
                    <a:pt x="5311" y="3663"/>
                    <a:pt x="2925" y="6184"/>
                    <a:pt x="1" y="7999"/>
                  </a:cubicBezTo>
                  <a:cubicBezTo>
                    <a:pt x="135" y="9948"/>
                    <a:pt x="404" y="12066"/>
                    <a:pt x="841" y="13880"/>
                  </a:cubicBezTo>
                  <a:cubicBezTo>
                    <a:pt x="1815" y="14418"/>
                    <a:pt x="2790" y="14990"/>
                    <a:pt x="3630" y="15426"/>
                  </a:cubicBezTo>
                  <a:cubicBezTo>
                    <a:pt x="6151" y="16804"/>
                    <a:pt x="8268" y="18082"/>
                    <a:pt x="8268" y="18082"/>
                  </a:cubicBezTo>
                  <a:lnTo>
                    <a:pt x="10655" y="17241"/>
                  </a:lnTo>
                  <a:lnTo>
                    <a:pt x="10789" y="17241"/>
                  </a:lnTo>
                  <a:cubicBezTo>
                    <a:pt x="11171" y="17241"/>
                    <a:pt x="11462" y="17603"/>
                    <a:pt x="11235" y="18013"/>
                  </a:cubicBezTo>
                  <a:lnTo>
                    <a:pt x="11235" y="18013"/>
                  </a:lnTo>
                  <a:cubicBezTo>
                    <a:pt x="12428" y="16770"/>
                    <a:pt x="13825" y="15769"/>
                    <a:pt x="13578" y="13578"/>
                  </a:cubicBezTo>
                  <a:cubicBezTo>
                    <a:pt x="13310" y="11494"/>
                    <a:pt x="11495" y="9814"/>
                    <a:pt x="10923" y="7696"/>
                  </a:cubicBezTo>
                  <a:cubicBezTo>
                    <a:pt x="10352" y="6016"/>
                    <a:pt x="10083" y="4336"/>
                    <a:pt x="9512" y="2655"/>
                  </a:cubicBezTo>
                  <a:cubicBezTo>
                    <a:pt x="9243" y="1680"/>
                    <a:pt x="8806" y="840"/>
                    <a:pt x="8268" y="0"/>
                  </a:cubicBezTo>
                  <a:close/>
                  <a:moveTo>
                    <a:pt x="11235" y="18013"/>
                  </a:moveTo>
                  <a:lnTo>
                    <a:pt x="11235" y="18013"/>
                  </a:lnTo>
                  <a:cubicBezTo>
                    <a:pt x="11129" y="18123"/>
                    <a:pt x="11025" y="18235"/>
                    <a:pt x="10923" y="18350"/>
                  </a:cubicBezTo>
                  <a:lnTo>
                    <a:pt x="11192" y="18082"/>
                  </a:lnTo>
                  <a:cubicBezTo>
                    <a:pt x="11208" y="18058"/>
                    <a:pt x="11223" y="18035"/>
                    <a:pt x="11235" y="18013"/>
                  </a:cubicBezTo>
                  <a:close/>
                  <a:moveTo>
                    <a:pt x="10083" y="19325"/>
                  </a:moveTo>
                  <a:lnTo>
                    <a:pt x="9949" y="19459"/>
                  </a:lnTo>
                  <a:lnTo>
                    <a:pt x="9949" y="19459"/>
                  </a:lnTo>
                  <a:lnTo>
                    <a:pt x="10083" y="19325"/>
                  </a:lnTo>
                  <a:close/>
                  <a:moveTo>
                    <a:pt x="2387" y="18787"/>
                  </a:moveTo>
                  <a:lnTo>
                    <a:pt x="2387" y="18787"/>
                  </a:lnTo>
                  <a:cubicBezTo>
                    <a:pt x="3496" y="21846"/>
                    <a:pt x="5176" y="24501"/>
                    <a:pt x="7294" y="26753"/>
                  </a:cubicBezTo>
                  <a:cubicBezTo>
                    <a:pt x="7697" y="24232"/>
                    <a:pt x="8537" y="21711"/>
                    <a:pt x="9949" y="19459"/>
                  </a:cubicBezTo>
                  <a:lnTo>
                    <a:pt x="9949" y="19459"/>
                  </a:lnTo>
                  <a:lnTo>
                    <a:pt x="9377" y="20031"/>
                  </a:lnTo>
                  <a:cubicBezTo>
                    <a:pt x="9243" y="20300"/>
                    <a:pt x="9109" y="20300"/>
                    <a:pt x="8806" y="20300"/>
                  </a:cubicBezTo>
                  <a:cubicBezTo>
                    <a:pt x="8672" y="20300"/>
                    <a:pt x="8537" y="20300"/>
                    <a:pt x="8403" y="20165"/>
                  </a:cubicBezTo>
                  <a:lnTo>
                    <a:pt x="7831" y="19762"/>
                  </a:lnTo>
                  <a:lnTo>
                    <a:pt x="2387" y="18787"/>
                  </a:ln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1"/>
            <p:cNvSpPr/>
            <p:nvPr/>
          </p:nvSpPr>
          <p:spPr>
            <a:xfrm>
              <a:off x="5316925" y="478125"/>
              <a:ext cx="1162025" cy="1070900"/>
            </a:xfrm>
            <a:custGeom>
              <a:rect b="b" l="l" r="r" t="t"/>
              <a:pathLst>
                <a:path extrusionOk="0" h="42836" w="46481">
                  <a:moveTo>
                    <a:pt x="22396" y="1"/>
                  </a:moveTo>
                  <a:cubicBezTo>
                    <a:pt x="21792" y="1"/>
                    <a:pt x="21182" y="27"/>
                    <a:pt x="20568" y="79"/>
                  </a:cubicBezTo>
                  <a:cubicBezTo>
                    <a:pt x="8805" y="1054"/>
                    <a:pt x="0" y="11405"/>
                    <a:pt x="975" y="23168"/>
                  </a:cubicBezTo>
                  <a:cubicBezTo>
                    <a:pt x="1244" y="26395"/>
                    <a:pt x="2084" y="29319"/>
                    <a:pt x="3630" y="31839"/>
                  </a:cubicBezTo>
                  <a:cubicBezTo>
                    <a:pt x="2655" y="32848"/>
                    <a:pt x="2084" y="34091"/>
                    <a:pt x="2252" y="35503"/>
                  </a:cubicBezTo>
                  <a:cubicBezTo>
                    <a:pt x="2382" y="37806"/>
                    <a:pt x="4452" y="39576"/>
                    <a:pt x="6741" y="39576"/>
                  </a:cubicBezTo>
                  <a:cubicBezTo>
                    <a:pt x="6824" y="39576"/>
                    <a:pt x="6907" y="39574"/>
                    <a:pt x="6991" y="39569"/>
                  </a:cubicBezTo>
                  <a:cubicBezTo>
                    <a:pt x="7965" y="39401"/>
                    <a:pt x="8805" y="39133"/>
                    <a:pt x="9377" y="38561"/>
                  </a:cubicBezTo>
                  <a:cubicBezTo>
                    <a:pt x="12990" y="41308"/>
                    <a:pt x="17478" y="42835"/>
                    <a:pt x="22277" y="42835"/>
                  </a:cubicBezTo>
                  <a:cubicBezTo>
                    <a:pt x="22879" y="42835"/>
                    <a:pt x="23486" y="42811"/>
                    <a:pt x="24097" y="42762"/>
                  </a:cubicBezTo>
                  <a:cubicBezTo>
                    <a:pt x="31928" y="42225"/>
                    <a:pt x="38381" y="37452"/>
                    <a:pt x="41574" y="30865"/>
                  </a:cubicBezTo>
                  <a:lnTo>
                    <a:pt x="42280" y="30865"/>
                  </a:lnTo>
                  <a:cubicBezTo>
                    <a:pt x="44666" y="30730"/>
                    <a:pt x="46481" y="28479"/>
                    <a:pt x="46346" y="26126"/>
                  </a:cubicBezTo>
                  <a:cubicBezTo>
                    <a:pt x="46212" y="24446"/>
                    <a:pt x="45103" y="23034"/>
                    <a:pt x="43691" y="22463"/>
                  </a:cubicBezTo>
                  <a:cubicBezTo>
                    <a:pt x="43826" y="21488"/>
                    <a:pt x="43826" y="20648"/>
                    <a:pt x="43691" y="19673"/>
                  </a:cubicBezTo>
                  <a:cubicBezTo>
                    <a:pt x="42767" y="8524"/>
                    <a:pt x="33389" y="1"/>
                    <a:pt x="22396" y="1"/>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1"/>
            <p:cNvSpPr/>
            <p:nvPr/>
          </p:nvSpPr>
          <p:spPr>
            <a:xfrm>
              <a:off x="5806750" y="955650"/>
              <a:ext cx="563825" cy="269750"/>
            </a:xfrm>
            <a:custGeom>
              <a:rect b="b" l="l" r="r" t="t"/>
              <a:pathLst>
                <a:path extrusionOk="0" h="10790" w="22553">
                  <a:moveTo>
                    <a:pt x="1" y="2656"/>
                  </a:moveTo>
                  <a:lnTo>
                    <a:pt x="1" y="2656"/>
                  </a:lnTo>
                  <a:cubicBezTo>
                    <a:pt x="135" y="2824"/>
                    <a:pt x="303" y="2958"/>
                    <a:pt x="438" y="3093"/>
                  </a:cubicBezTo>
                  <a:lnTo>
                    <a:pt x="572" y="3093"/>
                  </a:lnTo>
                  <a:cubicBezTo>
                    <a:pt x="438" y="2958"/>
                    <a:pt x="135" y="2824"/>
                    <a:pt x="1" y="2656"/>
                  </a:cubicBezTo>
                  <a:close/>
                  <a:moveTo>
                    <a:pt x="19191" y="1"/>
                  </a:moveTo>
                  <a:cubicBezTo>
                    <a:pt x="20166" y="2387"/>
                    <a:pt x="20300" y="4908"/>
                    <a:pt x="19763" y="7428"/>
                  </a:cubicBezTo>
                  <a:cubicBezTo>
                    <a:pt x="18217" y="5042"/>
                    <a:pt x="15427" y="3799"/>
                    <a:pt x="12604" y="3362"/>
                  </a:cubicBezTo>
                  <a:lnTo>
                    <a:pt x="12604" y="3362"/>
                  </a:lnTo>
                  <a:cubicBezTo>
                    <a:pt x="16805" y="4639"/>
                    <a:pt x="20166" y="7428"/>
                    <a:pt x="21846" y="10789"/>
                  </a:cubicBezTo>
                  <a:cubicBezTo>
                    <a:pt x="22552" y="6857"/>
                    <a:pt x="21846" y="2387"/>
                    <a:pt x="19191" y="1"/>
                  </a:cubicBez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1"/>
            <p:cNvSpPr/>
            <p:nvPr/>
          </p:nvSpPr>
          <p:spPr>
            <a:xfrm>
              <a:off x="6436925" y="1085050"/>
              <a:ext cx="42025" cy="136975"/>
            </a:xfrm>
            <a:custGeom>
              <a:rect b="b" l="l" r="r" t="t"/>
              <a:pathLst>
                <a:path extrusionOk="0" h="5479" w="1681">
                  <a:moveTo>
                    <a:pt x="975" y="1"/>
                  </a:moveTo>
                  <a:lnTo>
                    <a:pt x="975" y="1"/>
                  </a:lnTo>
                  <a:cubicBezTo>
                    <a:pt x="1277" y="572"/>
                    <a:pt x="1412" y="1143"/>
                    <a:pt x="1546" y="1849"/>
                  </a:cubicBezTo>
                  <a:cubicBezTo>
                    <a:pt x="1681" y="3227"/>
                    <a:pt x="975" y="4639"/>
                    <a:pt x="0" y="5479"/>
                  </a:cubicBezTo>
                  <a:cubicBezTo>
                    <a:pt x="975" y="4639"/>
                    <a:pt x="1681" y="3227"/>
                    <a:pt x="1546" y="1849"/>
                  </a:cubicBezTo>
                  <a:cubicBezTo>
                    <a:pt x="1412" y="1143"/>
                    <a:pt x="1277" y="572"/>
                    <a:pt x="975" y="1"/>
                  </a:cubicBez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1"/>
            <p:cNvSpPr/>
            <p:nvPr/>
          </p:nvSpPr>
          <p:spPr>
            <a:xfrm>
              <a:off x="6388175" y="1085050"/>
              <a:ext cx="90775" cy="164700"/>
            </a:xfrm>
            <a:custGeom>
              <a:rect b="b" l="l" r="r" t="t"/>
              <a:pathLst>
                <a:path extrusionOk="0" h="6588" w="3631">
                  <a:moveTo>
                    <a:pt x="2925" y="1"/>
                  </a:moveTo>
                  <a:cubicBezTo>
                    <a:pt x="1950" y="3361"/>
                    <a:pt x="841" y="5344"/>
                    <a:pt x="1" y="6588"/>
                  </a:cubicBezTo>
                  <a:cubicBezTo>
                    <a:pt x="707" y="6319"/>
                    <a:pt x="1413" y="6050"/>
                    <a:pt x="1950" y="5479"/>
                  </a:cubicBezTo>
                  <a:cubicBezTo>
                    <a:pt x="2925" y="4639"/>
                    <a:pt x="3631" y="3227"/>
                    <a:pt x="3496" y="1849"/>
                  </a:cubicBezTo>
                  <a:cubicBezTo>
                    <a:pt x="3362" y="1143"/>
                    <a:pt x="3227" y="572"/>
                    <a:pt x="2925" y="1"/>
                  </a:cubicBez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1"/>
            <p:cNvSpPr/>
            <p:nvPr/>
          </p:nvSpPr>
          <p:spPr>
            <a:xfrm>
              <a:off x="5400925" y="1432050"/>
              <a:ext cx="126075" cy="35325"/>
            </a:xfrm>
            <a:custGeom>
              <a:rect b="b" l="l" r="r" t="t"/>
              <a:pathLst>
                <a:path extrusionOk="0" h="1413" w="5043">
                  <a:moveTo>
                    <a:pt x="5042" y="976"/>
                  </a:moveTo>
                  <a:cubicBezTo>
                    <a:pt x="4605" y="1244"/>
                    <a:pt x="4202" y="1244"/>
                    <a:pt x="3765" y="1412"/>
                  </a:cubicBezTo>
                  <a:cubicBezTo>
                    <a:pt x="4202" y="1244"/>
                    <a:pt x="4605" y="1244"/>
                    <a:pt x="5042" y="976"/>
                  </a:cubicBezTo>
                  <a:close/>
                  <a:moveTo>
                    <a:pt x="1" y="1"/>
                  </a:moveTo>
                  <a:cubicBezTo>
                    <a:pt x="841" y="841"/>
                    <a:pt x="1950" y="1412"/>
                    <a:pt x="3227" y="1412"/>
                  </a:cubicBezTo>
                  <a:cubicBezTo>
                    <a:pt x="1950" y="1412"/>
                    <a:pt x="841" y="841"/>
                    <a:pt x="1" y="1"/>
                  </a:cubicBez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1"/>
            <p:cNvSpPr/>
            <p:nvPr/>
          </p:nvSpPr>
          <p:spPr>
            <a:xfrm>
              <a:off x="5537050" y="1442150"/>
              <a:ext cx="28600" cy="10950"/>
            </a:xfrm>
            <a:custGeom>
              <a:rect b="b" l="l" r="r" t="t"/>
              <a:pathLst>
                <a:path extrusionOk="0" h="438" w="1144">
                  <a:moveTo>
                    <a:pt x="572" y="0"/>
                  </a:moveTo>
                  <a:cubicBezTo>
                    <a:pt x="437" y="168"/>
                    <a:pt x="168" y="303"/>
                    <a:pt x="0" y="437"/>
                  </a:cubicBezTo>
                  <a:cubicBezTo>
                    <a:pt x="168" y="303"/>
                    <a:pt x="437" y="168"/>
                    <a:pt x="572" y="0"/>
                  </a:cubicBezTo>
                  <a:cubicBezTo>
                    <a:pt x="841" y="168"/>
                    <a:pt x="1009" y="303"/>
                    <a:pt x="1143" y="437"/>
                  </a:cubicBezTo>
                  <a:cubicBezTo>
                    <a:pt x="1009" y="303"/>
                    <a:pt x="841" y="168"/>
                    <a:pt x="572" y="0"/>
                  </a:cubicBezTo>
                  <a:close/>
                </a:path>
              </a:pathLst>
            </a:custGeom>
            <a:solidFill>
              <a:srgbClr val="3B20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1"/>
            <p:cNvSpPr/>
            <p:nvPr/>
          </p:nvSpPr>
          <p:spPr>
            <a:xfrm>
              <a:off x="5369000" y="1089250"/>
              <a:ext cx="273100" cy="378125"/>
            </a:xfrm>
            <a:custGeom>
              <a:rect b="b" l="l" r="r" t="t"/>
              <a:pathLst>
                <a:path extrusionOk="0" h="15125" w="10924">
                  <a:moveTo>
                    <a:pt x="3093" y="1"/>
                  </a:moveTo>
                  <a:lnTo>
                    <a:pt x="3093" y="1"/>
                  </a:lnTo>
                  <a:cubicBezTo>
                    <a:pt x="3362" y="1513"/>
                    <a:pt x="1849" y="6420"/>
                    <a:pt x="5748" y="11596"/>
                  </a:cubicBezTo>
                  <a:cubicBezTo>
                    <a:pt x="3664" y="11192"/>
                    <a:pt x="1849" y="10352"/>
                    <a:pt x="438" y="9075"/>
                  </a:cubicBezTo>
                  <a:cubicBezTo>
                    <a:pt x="169" y="9646"/>
                    <a:pt x="1" y="10352"/>
                    <a:pt x="169" y="11058"/>
                  </a:cubicBezTo>
                  <a:cubicBezTo>
                    <a:pt x="169" y="12032"/>
                    <a:pt x="707" y="13007"/>
                    <a:pt x="1278" y="13713"/>
                  </a:cubicBezTo>
                  <a:cubicBezTo>
                    <a:pt x="2118" y="14553"/>
                    <a:pt x="3227" y="15124"/>
                    <a:pt x="4504" y="15124"/>
                  </a:cubicBezTo>
                  <a:lnTo>
                    <a:pt x="5042" y="15124"/>
                  </a:lnTo>
                  <a:cubicBezTo>
                    <a:pt x="5479" y="14956"/>
                    <a:pt x="5882" y="14956"/>
                    <a:pt x="6319" y="14688"/>
                  </a:cubicBezTo>
                  <a:cubicBezTo>
                    <a:pt x="6454" y="14688"/>
                    <a:pt x="6588" y="14688"/>
                    <a:pt x="6722" y="14553"/>
                  </a:cubicBezTo>
                  <a:cubicBezTo>
                    <a:pt x="6890" y="14419"/>
                    <a:pt x="7159" y="14284"/>
                    <a:pt x="7294" y="14116"/>
                  </a:cubicBezTo>
                  <a:cubicBezTo>
                    <a:pt x="7563" y="14284"/>
                    <a:pt x="7731" y="14419"/>
                    <a:pt x="7865" y="14553"/>
                  </a:cubicBezTo>
                  <a:cubicBezTo>
                    <a:pt x="7294" y="13142"/>
                    <a:pt x="6890" y="11596"/>
                    <a:pt x="6890" y="10083"/>
                  </a:cubicBezTo>
                  <a:cubicBezTo>
                    <a:pt x="6890" y="6722"/>
                    <a:pt x="8403" y="3765"/>
                    <a:pt x="10924" y="1513"/>
                  </a:cubicBezTo>
                  <a:cubicBezTo>
                    <a:pt x="7731" y="1379"/>
                    <a:pt x="4773" y="975"/>
                    <a:pt x="3093" y="1"/>
                  </a:cubicBezTo>
                  <a:close/>
                </a:path>
              </a:pathLst>
            </a:custGeom>
            <a:solidFill>
              <a:srgbClr val="895C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1"/>
            <p:cNvSpPr/>
            <p:nvPr/>
          </p:nvSpPr>
          <p:spPr>
            <a:xfrm>
              <a:off x="5200975" y="391275"/>
              <a:ext cx="1295625" cy="987875"/>
            </a:xfrm>
            <a:custGeom>
              <a:rect b="b" l="l" r="r" t="t"/>
              <a:pathLst>
                <a:path extrusionOk="0" h="39515" w="51825">
                  <a:moveTo>
                    <a:pt x="26091" y="1"/>
                  </a:moveTo>
                  <a:cubicBezTo>
                    <a:pt x="23037" y="1"/>
                    <a:pt x="20087" y="442"/>
                    <a:pt x="17241" y="1302"/>
                  </a:cubicBezTo>
                  <a:cubicBezTo>
                    <a:pt x="11494" y="3251"/>
                    <a:pt x="6722" y="7317"/>
                    <a:pt x="3932" y="12628"/>
                  </a:cubicBezTo>
                  <a:cubicBezTo>
                    <a:pt x="0" y="20190"/>
                    <a:pt x="1277" y="37834"/>
                    <a:pt x="12469" y="39515"/>
                  </a:cubicBezTo>
                  <a:cubicBezTo>
                    <a:pt x="8570" y="34339"/>
                    <a:pt x="10083" y="29432"/>
                    <a:pt x="9814" y="27920"/>
                  </a:cubicBezTo>
                  <a:lnTo>
                    <a:pt x="9814" y="27920"/>
                  </a:lnTo>
                  <a:cubicBezTo>
                    <a:pt x="11667" y="29052"/>
                    <a:pt x="14947" y="29466"/>
                    <a:pt x="18462" y="29466"/>
                  </a:cubicBezTo>
                  <a:cubicBezTo>
                    <a:pt x="21832" y="29466"/>
                    <a:pt x="25417" y="29085"/>
                    <a:pt x="28164" y="28592"/>
                  </a:cubicBezTo>
                  <a:cubicBezTo>
                    <a:pt x="26618" y="27752"/>
                    <a:pt x="25375" y="26642"/>
                    <a:pt x="24232" y="25231"/>
                  </a:cubicBezTo>
                  <a:lnTo>
                    <a:pt x="24232" y="25231"/>
                  </a:lnTo>
                  <a:cubicBezTo>
                    <a:pt x="24938" y="25802"/>
                    <a:pt x="25778" y="25937"/>
                    <a:pt x="26618" y="25937"/>
                  </a:cubicBezTo>
                  <a:cubicBezTo>
                    <a:pt x="27895" y="25937"/>
                    <a:pt x="29004" y="25802"/>
                    <a:pt x="30248" y="25802"/>
                  </a:cubicBezTo>
                  <a:cubicBezTo>
                    <a:pt x="31315" y="25725"/>
                    <a:pt x="32416" y="25647"/>
                    <a:pt x="33531" y="25647"/>
                  </a:cubicBezTo>
                  <a:cubicBezTo>
                    <a:pt x="34347" y="25647"/>
                    <a:pt x="35171" y="25689"/>
                    <a:pt x="35995" y="25802"/>
                  </a:cubicBezTo>
                  <a:cubicBezTo>
                    <a:pt x="39087" y="26071"/>
                    <a:pt x="42313" y="27348"/>
                    <a:pt x="43994" y="30003"/>
                  </a:cubicBezTo>
                  <a:cubicBezTo>
                    <a:pt x="44531" y="27483"/>
                    <a:pt x="44397" y="24962"/>
                    <a:pt x="43422" y="22576"/>
                  </a:cubicBezTo>
                  <a:lnTo>
                    <a:pt x="43422" y="22576"/>
                  </a:lnTo>
                  <a:cubicBezTo>
                    <a:pt x="46783" y="25533"/>
                    <a:pt x="47052" y="31684"/>
                    <a:pt x="45372" y="35885"/>
                  </a:cubicBezTo>
                  <a:cubicBezTo>
                    <a:pt x="45372" y="35885"/>
                    <a:pt x="48195" y="35482"/>
                    <a:pt x="50413" y="27752"/>
                  </a:cubicBezTo>
                  <a:cubicBezTo>
                    <a:pt x="51556" y="23987"/>
                    <a:pt x="51824" y="16291"/>
                    <a:pt x="50144" y="12796"/>
                  </a:cubicBezTo>
                  <a:cubicBezTo>
                    <a:pt x="50010" y="12628"/>
                    <a:pt x="50010" y="12359"/>
                    <a:pt x="49875" y="12224"/>
                  </a:cubicBezTo>
                  <a:cubicBezTo>
                    <a:pt x="48464" y="9704"/>
                    <a:pt x="46212" y="7586"/>
                    <a:pt x="43557" y="6208"/>
                  </a:cubicBezTo>
                  <a:cubicBezTo>
                    <a:pt x="40902" y="4662"/>
                    <a:pt x="37978" y="3688"/>
                    <a:pt x="34886" y="2713"/>
                  </a:cubicBezTo>
                  <a:cubicBezTo>
                    <a:pt x="35457" y="2411"/>
                    <a:pt x="35995" y="2142"/>
                    <a:pt x="36701" y="2142"/>
                  </a:cubicBezTo>
                  <a:cubicBezTo>
                    <a:pt x="36297" y="1873"/>
                    <a:pt x="33474" y="1033"/>
                    <a:pt x="32231" y="730"/>
                  </a:cubicBezTo>
                  <a:cubicBezTo>
                    <a:pt x="30550" y="327"/>
                    <a:pt x="28870" y="192"/>
                    <a:pt x="27324" y="24"/>
                  </a:cubicBezTo>
                  <a:cubicBezTo>
                    <a:pt x="26911" y="9"/>
                    <a:pt x="26500" y="1"/>
                    <a:pt x="26091" y="1"/>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1"/>
            <p:cNvSpPr/>
            <p:nvPr/>
          </p:nvSpPr>
          <p:spPr>
            <a:xfrm>
              <a:off x="5250525" y="391875"/>
              <a:ext cx="867975" cy="500800"/>
            </a:xfrm>
            <a:custGeom>
              <a:rect b="b" l="l" r="r" t="t"/>
              <a:pathLst>
                <a:path extrusionOk="0" h="20032" w="34719">
                  <a:moveTo>
                    <a:pt x="10789" y="3361"/>
                  </a:moveTo>
                  <a:cubicBezTo>
                    <a:pt x="6992" y="5613"/>
                    <a:pt x="3900" y="8839"/>
                    <a:pt x="1950" y="12604"/>
                  </a:cubicBezTo>
                  <a:cubicBezTo>
                    <a:pt x="976" y="14587"/>
                    <a:pt x="270" y="17242"/>
                    <a:pt x="1" y="20031"/>
                  </a:cubicBezTo>
                  <a:cubicBezTo>
                    <a:pt x="270" y="17242"/>
                    <a:pt x="976" y="14587"/>
                    <a:pt x="1950" y="12604"/>
                  </a:cubicBezTo>
                  <a:cubicBezTo>
                    <a:pt x="3900" y="8839"/>
                    <a:pt x="6992" y="5613"/>
                    <a:pt x="10789" y="3361"/>
                  </a:cubicBezTo>
                  <a:close/>
                  <a:moveTo>
                    <a:pt x="34719" y="2118"/>
                  </a:moveTo>
                  <a:lnTo>
                    <a:pt x="34147" y="2118"/>
                  </a:lnTo>
                  <a:lnTo>
                    <a:pt x="34719" y="2118"/>
                  </a:lnTo>
                  <a:lnTo>
                    <a:pt x="34719" y="2118"/>
                  </a:lnTo>
                  <a:close/>
                  <a:moveTo>
                    <a:pt x="24065" y="0"/>
                  </a:moveTo>
                  <a:lnTo>
                    <a:pt x="25342" y="0"/>
                  </a:lnTo>
                  <a:lnTo>
                    <a:pt x="25476" y="0"/>
                  </a:lnTo>
                  <a:lnTo>
                    <a:pt x="25342" y="0"/>
                  </a:lnTo>
                  <a:close/>
                </a:path>
              </a:pathLst>
            </a:custGeom>
            <a:solidFill>
              <a:srgbClr val="CDC4C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1"/>
            <p:cNvSpPr/>
            <p:nvPr/>
          </p:nvSpPr>
          <p:spPr>
            <a:xfrm>
              <a:off x="5247175" y="390353"/>
              <a:ext cx="1242700" cy="697400"/>
            </a:xfrm>
            <a:custGeom>
              <a:rect b="b" l="l" r="r" t="t"/>
              <a:pathLst>
                <a:path extrusionOk="0" h="27896" w="49708">
                  <a:moveTo>
                    <a:pt x="23930" y="0"/>
                  </a:moveTo>
                  <a:cubicBezTo>
                    <a:pt x="21006" y="0"/>
                    <a:pt x="18183" y="437"/>
                    <a:pt x="15393" y="1278"/>
                  </a:cubicBezTo>
                  <a:cubicBezTo>
                    <a:pt x="13847" y="1849"/>
                    <a:pt x="12301" y="2521"/>
                    <a:pt x="10923" y="3361"/>
                  </a:cubicBezTo>
                  <a:cubicBezTo>
                    <a:pt x="7126" y="5613"/>
                    <a:pt x="4034" y="8839"/>
                    <a:pt x="2084" y="12604"/>
                  </a:cubicBezTo>
                  <a:cubicBezTo>
                    <a:pt x="1110" y="14587"/>
                    <a:pt x="404" y="17242"/>
                    <a:pt x="135" y="20031"/>
                  </a:cubicBezTo>
                  <a:cubicBezTo>
                    <a:pt x="0" y="22552"/>
                    <a:pt x="135" y="25375"/>
                    <a:pt x="538" y="27896"/>
                  </a:cubicBezTo>
                  <a:cubicBezTo>
                    <a:pt x="975" y="26350"/>
                    <a:pt x="1378" y="24804"/>
                    <a:pt x="2084" y="23526"/>
                  </a:cubicBezTo>
                  <a:cubicBezTo>
                    <a:pt x="4874" y="18216"/>
                    <a:pt x="9646" y="14150"/>
                    <a:pt x="15393" y="12335"/>
                  </a:cubicBezTo>
                  <a:cubicBezTo>
                    <a:pt x="18183" y="11360"/>
                    <a:pt x="21006" y="10923"/>
                    <a:pt x="23930" y="10923"/>
                  </a:cubicBezTo>
                  <a:lnTo>
                    <a:pt x="25476" y="10923"/>
                  </a:lnTo>
                  <a:cubicBezTo>
                    <a:pt x="27022" y="11091"/>
                    <a:pt x="28702" y="11226"/>
                    <a:pt x="30383" y="11629"/>
                  </a:cubicBezTo>
                  <a:cubicBezTo>
                    <a:pt x="31626" y="11931"/>
                    <a:pt x="34449" y="12772"/>
                    <a:pt x="34853" y="13041"/>
                  </a:cubicBezTo>
                  <a:cubicBezTo>
                    <a:pt x="34147" y="13041"/>
                    <a:pt x="33609" y="13309"/>
                    <a:pt x="33038" y="13612"/>
                  </a:cubicBezTo>
                  <a:cubicBezTo>
                    <a:pt x="36130" y="14587"/>
                    <a:pt x="39054" y="15561"/>
                    <a:pt x="41709" y="17107"/>
                  </a:cubicBezTo>
                  <a:cubicBezTo>
                    <a:pt x="44364" y="18653"/>
                    <a:pt x="46616" y="20602"/>
                    <a:pt x="48027" y="23258"/>
                  </a:cubicBezTo>
                  <a:cubicBezTo>
                    <a:pt x="48162" y="23392"/>
                    <a:pt x="48162" y="23526"/>
                    <a:pt x="48296" y="23694"/>
                  </a:cubicBezTo>
                  <a:cubicBezTo>
                    <a:pt x="48565" y="24232"/>
                    <a:pt x="48867" y="24938"/>
                    <a:pt x="49002" y="25778"/>
                  </a:cubicBezTo>
                  <a:cubicBezTo>
                    <a:pt x="49708" y="21712"/>
                    <a:pt x="49708" y="15696"/>
                    <a:pt x="48296" y="12772"/>
                  </a:cubicBezTo>
                  <a:cubicBezTo>
                    <a:pt x="48162" y="12604"/>
                    <a:pt x="48162" y="12335"/>
                    <a:pt x="48027" y="12200"/>
                  </a:cubicBezTo>
                  <a:cubicBezTo>
                    <a:pt x="46616" y="9680"/>
                    <a:pt x="44364" y="7562"/>
                    <a:pt x="41709" y="6184"/>
                  </a:cubicBezTo>
                  <a:cubicBezTo>
                    <a:pt x="39054" y="4638"/>
                    <a:pt x="36130" y="3664"/>
                    <a:pt x="33038" y="2689"/>
                  </a:cubicBezTo>
                  <a:cubicBezTo>
                    <a:pt x="33441" y="2387"/>
                    <a:pt x="33878" y="2252"/>
                    <a:pt x="34281" y="2118"/>
                  </a:cubicBezTo>
                  <a:lnTo>
                    <a:pt x="34853" y="2118"/>
                  </a:lnTo>
                  <a:cubicBezTo>
                    <a:pt x="34449" y="1849"/>
                    <a:pt x="31626" y="1009"/>
                    <a:pt x="30383" y="706"/>
                  </a:cubicBezTo>
                  <a:cubicBezTo>
                    <a:pt x="28837" y="303"/>
                    <a:pt x="27156" y="168"/>
                    <a:pt x="25610" y="0"/>
                  </a:cubicBezTo>
                  <a:close/>
                </a:path>
              </a:pathLst>
            </a:custGeom>
            <a:solidFill>
              <a:srgbClr val="3F798D"/>
            </a:solidFill>
            <a:ln cap="flat" cmpd="sng" w="9525">
              <a:solidFill>
                <a:srgbClr val="3F798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1"/>
            <p:cNvSpPr/>
            <p:nvPr/>
          </p:nvSpPr>
          <p:spPr>
            <a:xfrm>
              <a:off x="5827775" y="1257300"/>
              <a:ext cx="178975" cy="121850"/>
            </a:xfrm>
            <a:custGeom>
              <a:rect b="b" l="l" r="r" t="t"/>
              <a:pathLst>
                <a:path extrusionOk="0" h="4874" w="7159">
                  <a:moveTo>
                    <a:pt x="6318" y="0"/>
                  </a:moveTo>
                  <a:cubicBezTo>
                    <a:pt x="6016" y="135"/>
                    <a:pt x="5882" y="404"/>
                    <a:pt x="5882" y="672"/>
                  </a:cubicBezTo>
                  <a:cubicBezTo>
                    <a:pt x="6016" y="841"/>
                    <a:pt x="6016" y="975"/>
                    <a:pt x="6016" y="1109"/>
                  </a:cubicBezTo>
                  <a:cubicBezTo>
                    <a:pt x="6184" y="2521"/>
                    <a:pt x="5041" y="3630"/>
                    <a:pt x="3798" y="3764"/>
                  </a:cubicBezTo>
                  <a:cubicBezTo>
                    <a:pt x="3708" y="3774"/>
                    <a:pt x="3618" y="3779"/>
                    <a:pt x="3529" y="3779"/>
                  </a:cubicBezTo>
                  <a:cubicBezTo>
                    <a:pt x="2351" y="3779"/>
                    <a:pt x="1268" y="2971"/>
                    <a:pt x="1143" y="1815"/>
                  </a:cubicBezTo>
                  <a:cubicBezTo>
                    <a:pt x="975" y="1513"/>
                    <a:pt x="706" y="1378"/>
                    <a:pt x="437" y="1378"/>
                  </a:cubicBezTo>
                  <a:cubicBezTo>
                    <a:pt x="134" y="1513"/>
                    <a:pt x="0" y="1815"/>
                    <a:pt x="134" y="2084"/>
                  </a:cubicBezTo>
                  <a:cubicBezTo>
                    <a:pt x="437" y="3630"/>
                    <a:pt x="1815" y="4874"/>
                    <a:pt x="3495" y="4874"/>
                  </a:cubicBezTo>
                  <a:cubicBezTo>
                    <a:pt x="3663" y="4874"/>
                    <a:pt x="3663" y="4874"/>
                    <a:pt x="3798" y="4739"/>
                  </a:cubicBezTo>
                  <a:cubicBezTo>
                    <a:pt x="5747" y="4605"/>
                    <a:pt x="7159" y="2924"/>
                    <a:pt x="7024" y="1109"/>
                  </a:cubicBezTo>
                  <a:cubicBezTo>
                    <a:pt x="7024" y="841"/>
                    <a:pt x="7024" y="538"/>
                    <a:pt x="6856" y="404"/>
                  </a:cubicBezTo>
                  <a:cubicBezTo>
                    <a:pt x="6856" y="135"/>
                    <a:pt x="6587" y="0"/>
                    <a:pt x="63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1"/>
            <p:cNvSpPr/>
            <p:nvPr/>
          </p:nvSpPr>
          <p:spPr>
            <a:xfrm>
              <a:off x="5596700" y="1127050"/>
              <a:ext cx="168075" cy="168075"/>
            </a:xfrm>
            <a:custGeom>
              <a:rect b="b" l="l" r="r" t="t"/>
              <a:pathLst>
                <a:path extrusionOk="0" h="6723" w="6723">
                  <a:moveTo>
                    <a:pt x="3362" y="1"/>
                  </a:moveTo>
                  <a:cubicBezTo>
                    <a:pt x="1547" y="1"/>
                    <a:pt x="1" y="1413"/>
                    <a:pt x="1" y="3362"/>
                  </a:cubicBezTo>
                  <a:cubicBezTo>
                    <a:pt x="1" y="5210"/>
                    <a:pt x="1547" y="6723"/>
                    <a:pt x="3362" y="6723"/>
                  </a:cubicBezTo>
                  <a:cubicBezTo>
                    <a:pt x="5176" y="6723"/>
                    <a:pt x="6722" y="5210"/>
                    <a:pt x="6722" y="3362"/>
                  </a:cubicBezTo>
                  <a:cubicBezTo>
                    <a:pt x="6722" y="1547"/>
                    <a:pt x="5176" y="1"/>
                    <a:pt x="33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1"/>
            <p:cNvSpPr/>
            <p:nvPr/>
          </p:nvSpPr>
          <p:spPr>
            <a:xfrm>
              <a:off x="5537050" y="1180000"/>
              <a:ext cx="91600" cy="71850"/>
            </a:xfrm>
            <a:custGeom>
              <a:rect b="b" l="l" r="r" t="t"/>
              <a:pathLst>
                <a:path extrusionOk="0" h="2874" w="3664">
                  <a:moveTo>
                    <a:pt x="3092" y="0"/>
                  </a:moveTo>
                  <a:cubicBezTo>
                    <a:pt x="2532" y="415"/>
                    <a:pt x="2002" y="553"/>
                    <a:pt x="1544" y="553"/>
                  </a:cubicBezTo>
                  <a:cubicBezTo>
                    <a:pt x="628" y="553"/>
                    <a:pt x="1" y="0"/>
                    <a:pt x="0" y="0"/>
                  </a:cubicBezTo>
                  <a:lnTo>
                    <a:pt x="0" y="0"/>
                  </a:lnTo>
                  <a:cubicBezTo>
                    <a:pt x="115" y="2481"/>
                    <a:pt x="1785" y="2874"/>
                    <a:pt x="2830" y="2874"/>
                  </a:cubicBezTo>
                  <a:cubicBezTo>
                    <a:pt x="3314" y="2874"/>
                    <a:pt x="3664" y="2790"/>
                    <a:pt x="3664" y="2790"/>
                  </a:cubicBezTo>
                  <a:lnTo>
                    <a:pt x="30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1"/>
            <p:cNvSpPr/>
            <p:nvPr/>
          </p:nvSpPr>
          <p:spPr>
            <a:xfrm>
              <a:off x="6024375" y="1042050"/>
              <a:ext cx="181500" cy="166800"/>
            </a:xfrm>
            <a:custGeom>
              <a:rect b="b" l="l" r="r" t="t"/>
              <a:pathLst>
                <a:path extrusionOk="0" h="6672" w="7260">
                  <a:moveTo>
                    <a:pt x="3602" y="0"/>
                  </a:moveTo>
                  <a:cubicBezTo>
                    <a:pt x="3422" y="0"/>
                    <a:pt x="3240" y="13"/>
                    <a:pt x="3059" y="40"/>
                  </a:cubicBezTo>
                  <a:cubicBezTo>
                    <a:pt x="1244" y="343"/>
                    <a:pt x="0" y="2023"/>
                    <a:pt x="404" y="3838"/>
                  </a:cubicBezTo>
                  <a:cubicBezTo>
                    <a:pt x="646" y="5473"/>
                    <a:pt x="2034" y="6672"/>
                    <a:pt x="3659" y="6672"/>
                  </a:cubicBezTo>
                  <a:cubicBezTo>
                    <a:pt x="3837" y="6672"/>
                    <a:pt x="4019" y="6657"/>
                    <a:pt x="4202" y="6627"/>
                  </a:cubicBezTo>
                  <a:cubicBezTo>
                    <a:pt x="6016" y="6359"/>
                    <a:pt x="7260" y="4678"/>
                    <a:pt x="6991" y="2729"/>
                  </a:cubicBezTo>
                  <a:cubicBezTo>
                    <a:pt x="6749" y="1065"/>
                    <a:pt x="5227" y="0"/>
                    <a:pt x="360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1"/>
            <p:cNvSpPr/>
            <p:nvPr/>
          </p:nvSpPr>
          <p:spPr>
            <a:xfrm>
              <a:off x="6174775" y="1071600"/>
              <a:ext cx="86000" cy="84175"/>
            </a:xfrm>
            <a:custGeom>
              <a:rect b="b" l="l" r="r" t="t"/>
              <a:pathLst>
                <a:path extrusionOk="0" h="3367" w="3440">
                  <a:moveTo>
                    <a:pt x="3059" y="1"/>
                  </a:moveTo>
                  <a:cubicBezTo>
                    <a:pt x="3059" y="1"/>
                    <a:pt x="2428" y="880"/>
                    <a:pt x="1282" y="880"/>
                  </a:cubicBezTo>
                  <a:cubicBezTo>
                    <a:pt x="908" y="880"/>
                    <a:pt x="480" y="786"/>
                    <a:pt x="0" y="539"/>
                  </a:cubicBezTo>
                  <a:lnTo>
                    <a:pt x="0" y="3362"/>
                  </a:lnTo>
                  <a:cubicBezTo>
                    <a:pt x="0" y="3362"/>
                    <a:pt x="59" y="3366"/>
                    <a:pt x="159" y="3366"/>
                  </a:cubicBezTo>
                  <a:cubicBezTo>
                    <a:pt x="837" y="3366"/>
                    <a:pt x="3439" y="3162"/>
                    <a:pt x="30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1"/>
            <p:cNvSpPr/>
            <p:nvPr/>
          </p:nvSpPr>
          <p:spPr>
            <a:xfrm>
              <a:off x="5537050" y="1280125"/>
              <a:ext cx="214275" cy="107850"/>
            </a:xfrm>
            <a:custGeom>
              <a:rect b="b" l="l" r="r" t="t"/>
              <a:pathLst>
                <a:path extrusionOk="0" h="4314" w="8571">
                  <a:moveTo>
                    <a:pt x="5028" y="0"/>
                  </a:moveTo>
                  <a:cubicBezTo>
                    <a:pt x="4719" y="0"/>
                    <a:pt x="4397" y="20"/>
                    <a:pt x="4067" y="62"/>
                  </a:cubicBezTo>
                  <a:cubicBezTo>
                    <a:pt x="1849" y="196"/>
                    <a:pt x="0" y="1305"/>
                    <a:pt x="168" y="2448"/>
                  </a:cubicBezTo>
                  <a:cubicBezTo>
                    <a:pt x="286" y="3535"/>
                    <a:pt x="1686" y="4313"/>
                    <a:pt x="3630" y="4313"/>
                  </a:cubicBezTo>
                  <a:cubicBezTo>
                    <a:pt x="3910" y="4313"/>
                    <a:pt x="4203" y="4297"/>
                    <a:pt x="4504" y="4263"/>
                  </a:cubicBezTo>
                  <a:cubicBezTo>
                    <a:pt x="6722" y="4129"/>
                    <a:pt x="8571" y="2986"/>
                    <a:pt x="8403" y="1877"/>
                  </a:cubicBezTo>
                  <a:cubicBezTo>
                    <a:pt x="8403" y="776"/>
                    <a:pt x="6955" y="0"/>
                    <a:pt x="502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1"/>
            <p:cNvSpPr/>
            <p:nvPr/>
          </p:nvSpPr>
          <p:spPr>
            <a:xfrm>
              <a:off x="6034450" y="1183400"/>
              <a:ext cx="216800" cy="112050"/>
            </a:xfrm>
            <a:custGeom>
              <a:rect b="b" l="l" r="r" t="t"/>
              <a:pathLst>
                <a:path extrusionOk="0" h="4482" w="8672">
                  <a:moveTo>
                    <a:pt x="5382" y="0"/>
                  </a:moveTo>
                  <a:cubicBezTo>
                    <a:pt x="4918" y="0"/>
                    <a:pt x="4428" y="43"/>
                    <a:pt x="3933" y="133"/>
                  </a:cubicBezTo>
                  <a:cubicBezTo>
                    <a:pt x="1681" y="570"/>
                    <a:pt x="1" y="1814"/>
                    <a:pt x="270" y="3091"/>
                  </a:cubicBezTo>
                  <a:cubicBezTo>
                    <a:pt x="399" y="3946"/>
                    <a:pt x="1668" y="4481"/>
                    <a:pt x="3274" y="4481"/>
                  </a:cubicBezTo>
                  <a:cubicBezTo>
                    <a:pt x="3751" y="4481"/>
                    <a:pt x="4258" y="4434"/>
                    <a:pt x="4773" y="4334"/>
                  </a:cubicBezTo>
                  <a:cubicBezTo>
                    <a:pt x="6991" y="3931"/>
                    <a:pt x="8672" y="2654"/>
                    <a:pt x="8403" y="1410"/>
                  </a:cubicBezTo>
                  <a:cubicBezTo>
                    <a:pt x="8298" y="523"/>
                    <a:pt x="6997" y="0"/>
                    <a:pt x="538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1"/>
            <p:cNvSpPr/>
            <p:nvPr/>
          </p:nvSpPr>
          <p:spPr>
            <a:xfrm>
              <a:off x="5677375" y="1165700"/>
              <a:ext cx="59675" cy="59700"/>
            </a:xfrm>
            <a:custGeom>
              <a:rect b="b" l="l" r="r" t="t"/>
              <a:pathLst>
                <a:path extrusionOk="0" h="2388" w="2387">
                  <a:moveTo>
                    <a:pt x="1109" y="1"/>
                  </a:moveTo>
                  <a:cubicBezTo>
                    <a:pt x="437" y="1"/>
                    <a:pt x="0" y="572"/>
                    <a:pt x="0" y="1278"/>
                  </a:cubicBezTo>
                  <a:cubicBezTo>
                    <a:pt x="0" y="1816"/>
                    <a:pt x="437" y="2387"/>
                    <a:pt x="1109" y="2387"/>
                  </a:cubicBezTo>
                  <a:cubicBezTo>
                    <a:pt x="1815" y="2387"/>
                    <a:pt x="2386" y="1816"/>
                    <a:pt x="2386" y="1278"/>
                  </a:cubicBezTo>
                  <a:cubicBezTo>
                    <a:pt x="2386" y="572"/>
                    <a:pt x="1815" y="1"/>
                    <a:pt x="11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1"/>
            <p:cNvSpPr/>
            <p:nvPr/>
          </p:nvSpPr>
          <p:spPr>
            <a:xfrm>
              <a:off x="6055450" y="1095975"/>
              <a:ext cx="59700" cy="59675"/>
            </a:xfrm>
            <a:custGeom>
              <a:rect b="b" l="l" r="r" t="t"/>
              <a:pathLst>
                <a:path extrusionOk="0" h="2387" w="2388">
                  <a:moveTo>
                    <a:pt x="1278" y="0"/>
                  </a:moveTo>
                  <a:cubicBezTo>
                    <a:pt x="572" y="0"/>
                    <a:pt x="1" y="572"/>
                    <a:pt x="1" y="1110"/>
                  </a:cubicBezTo>
                  <a:cubicBezTo>
                    <a:pt x="1" y="1815"/>
                    <a:pt x="572" y="2387"/>
                    <a:pt x="1278" y="2387"/>
                  </a:cubicBezTo>
                  <a:cubicBezTo>
                    <a:pt x="1816" y="2387"/>
                    <a:pt x="2387" y="1815"/>
                    <a:pt x="2387" y="1110"/>
                  </a:cubicBezTo>
                  <a:cubicBezTo>
                    <a:pt x="2387" y="572"/>
                    <a:pt x="1816" y="0"/>
                    <a:pt x="12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1"/>
            <p:cNvSpPr/>
            <p:nvPr/>
          </p:nvSpPr>
          <p:spPr>
            <a:xfrm>
              <a:off x="5814325" y="1572375"/>
              <a:ext cx="94125" cy="360475"/>
            </a:xfrm>
            <a:custGeom>
              <a:rect b="b" l="l" r="r" t="t"/>
              <a:pathLst>
                <a:path extrusionOk="0" h="14419" w="3765">
                  <a:moveTo>
                    <a:pt x="3630" y="1"/>
                  </a:moveTo>
                  <a:cubicBezTo>
                    <a:pt x="3193" y="269"/>
                    <a:pt x="2924" y="404"/>
                    <a:pt x="2521" y="673"/>
                  </a:cubicBezTo>
                  <a:lnTo>
                    <a:pt x="2790" y="3059"/>
                  </a:lnTo>
                  <a:lnTo>
                    <a:pt x="2790" y="3630"/>
                  </a:lnTo>
                  <a:cubicBezTo>
                    <a:pt x="2790" y="5882"/>
                    <a:pt x="1681" y="7831"/>
                    <a:pt x="0" y="8940"/>
                  </a:cubicBezTo>
                  <a:cubicBezTo>
                    <a:pt x="135" y="10083"/>
                    <a:pt x="269" y="11327"/>
                    <a:pt x="269" y="12436"/>
                  </a:cubicBezTo>
                  <a:lnTo>
                    <a:pt x="269" y="13444"/>
                  </a:lnTo>
                  <a:cubicBezTo>
                    <a:pt x="1244" y="13847"/>
                    <a:pt x="2218" y="14116"/>
                    <a:pt x="3193" y="14419"/>
                  </a:cubicBezTo>
                  <a:cubicBezTo>
                    <a:pt x="3496" y="12436"/>
                    <a:pt x="3496" y="10621"/>
                    <a:pt x="3193" y="8672"/>
                  </a:cubicBezTo>
                  <a:cubicBezTo>
                    <a:pt x="2790" y="4739"/>
                    <a:pt x="3193" y="2219"/>
                    <a:pt x="3764" y="538"/>
                  </a:cubicBezTo>
                  <a:lnTo>
                    <a:pt x="3764" y="135"/>
                  </a:lnTo>
                  <a:lnTo>
                    <a:pt x="363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1"/>
            <p:cNvSpPr/>
            <p:nvPr/>
          </p:nvSpPr>
          <p:spPr>
            <a:xfrm>
              <a:off x="5908425" y="1575725"/>
              <a:ext cx="3375" cy="10125"/>
            </a:xfrm>
            <a:custGeom>
              <a:rect b="b" l="l" r="r" t="t"/>
              <a:pathLst>
                <a:path extrusionOk="0" h="405" w="135">
                  <a:moveTo>
                    <a:pt x="0" y="1"/>
                  </a:moveTo>
                  <a:lnTo>
                    <a:pt x="0" y="404"/>
                  </a:lnTo>
                  <a:cubicBezTo>
                    <a:pt x="0" y="270"/>
                    <a:pt x="135" y="270"/>
                    <a:pt x="135" y="135"/>
                  </a:cubicBezTo>
                  <a:cubicBezTo>
                    <a:pt x="135" y="135"/>
                    <a:pt x="0" y="135"/>
                    <a:pt x="0" y="1"/>
                  </a:cubicBezTo>
                  <a:close/>
                </a:path>
              </a:pathLst>
            </a:custGeom>
            <a:solidFill>
              <a:srgbClr val="A37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1"/>
            <p:cNvSpPr/>
            <p:nvPr/>
          </p:nvSpPr>
          <p:spPr>
            <a:xfrm>
              <a:off x="5905075" y="1568175"/>
              <a:ext cx="10100" cy="10950"/>
            </a:xfrm>
            <a:custGeom>
              <a:rect b="b" l="l" r="r" t="t"/>
              <a:pathLst>
                <a:path extrusionOk="0" h="438" w="404">
                  <a:moveTo>
                    <a:pt x="403" y="1"/>
                  </a:moveTo>
                  <a:cubicBezTo>
                    <a:pt x="269" y="1"/>
                    <a:pt x="134" y="169"/>
                    <a:pt x="0" y="169"/>
                  </a:cubicBezTo>
                  <a:lnTo>
                    <a:pt x="134" y="303"/>
                  </a:lnTo>
                  <a:cubicBezTo>
                    <a:pt x="134" y="437"/>
                    <a:pt x="269" y="437"/>
                    <a:pt x="269" y="437"/>
                  </a:cubicBezTo>
                  <a:cubicBezTo>
                    <a:pt x="269" y="303"/>
                    <a:pt x="403" y="169"/>
                    <a:pt x="403" y="1"/>
                  </a:cubicBezTo>
                  <a:close/>
                </a:path>
              </a:pathLst>
            </a:custGeom>
            <a:solidFill>
              <a:srgbClr val="8657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1"/>
            <p:cNvSpPr/>
            <p:nvPr/>
          </p:nvSpPr>
          <p:spPr>
            <a:xfrm>
              <a:off x="6006725" y="1554725"/>
              <a:ext cx="181525" cy="349550"/>
            </a:xfrm>
            <a:custGeom>
              <a:rect b="b" l="l" r="r" t="t"/>
              <a:pathLst>
                <a:path extrusionOk="0" h="13982" w="7261">
                  <a:moveTo>
                    <a:pt x="1" y="1"/>
                  </a:moveTo>
                  <a:lnTo>
                    <a:pt x="1" y="270"/>
                  </a:lnTo>
                  <a:lnTo>
                    <a:pt x="1" y="404"/>
                  </a:lnTo>
                  <a:cubicBezTo>
                    <a:pt x="975" y="1379"/>
                    <a:pt x="1950" y="3362"/>
                    <a:pt x="2521" y="6723"/>
                  </a:cubicBezTo>
                  <a:cubicBezTo>
                    <a:pt x="2925" y="9109"/>
                    <a:pt x="3630" y="11629"/>
                    <a:pt x="4471" y="13982"/>
                  </a:cubicBezTo>
                  <a:cubicBezTo>
                    <a:pt x="5445" y="13444"/>
                    <a:pt x="6285" y="13007"/>
                    <a:pt x="7260" y="12302"/>
                  </a:cubicBezTo>
                  <a:cubicBezTo>
                    <a:pt x="6722" y="10924"/>
                    <a:pt x="6420" y="9378"/>
                    <a:pt x="6420" y="7697"/>
                  </a:cubicBezTo>
                  <a:lnTo>
                    <a:pt x="6420" y="7126"/>
                  </a:lnTo>
                  <a:cubicBezTo>
                    <a:pt x="4067" y="6588"/>
                    <a:pt x="2219" y="4908"/>
                    <a:pt x="1681" y="2521"/>
                  </a:cubicBezTo>
                  <a:lnTo>
                    <a:pt x="1244" y="270"/>
                  </a:lnTo>
                  <a:cubicBezTo>
                    <a:pt x="841" y="135"/>
                    <a:pt x="404" y="135"/>
                    <a:pt x="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1"/>
            <p:cNvSpPr/>
            <p:nvPr/>
          </p:nvSpPr>
          <p:spPr>
            <a:xfrm>
              <a:off x="6003375" y="1561450"/>
              <a:ext cx="3375" cy="3400"/>
            </a:xfrm>
            <a:custGeom>
              <a:rect b="b" l="l" r="r" t="t"/>
              <a:pathLst>
                <a:path extrusionOk="0" h="136" w="135">
                  <a:moveTo>
                    <a:pt x="0" y="1"/>
                  </a:moveTo>
                  <a:cubicBezTo>
                    <a:pt x="135" y="1"/>
                    <a:pt x="135" y="135"/>
                    <a:pt x="135" y="135"/>
                  </a:cubicBezTo>
                  <a:lnTo>
                    <a:pt x="135" y="1"/>
                  </a:lnTo>
                  <a:close/>
                </a:path>
              </a:pathLst>
            </a:custGeom>
            <a:solidFill>
              <a:srgbClr val="A375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1"/>
            <p:cNvSpPr/>
            <p:nvPr/>
          </p:nvSpPr>
          <p:spPr>
            <a:xfrm>
              <a:off x="5999175" y="1554725"/>
              <a:ext cx="7575" cy="6750"/>
            </a:xfrm>
            <a:custGeom>
              <a:rect b="b" l="l" r="r" t="t"/>
              <a:pathLst>
                <a:path extrusionOk="0" h="270" w="303">
                  <a:moveTo>
                    <a:pt x="0" y="1"/>
                  </a:moveTo>
                  <a:cubicBezTo>
                    <a:pt x="0" y="135"/>
                    <a:pt x="168" y="135"/>
                    <a:pt x="168" y="270"/>
                  </a:cubicBezTo>
                  <a:lnTo>
                    <a:pt x="303" y="270"/>
                  </a:lnTo>
                  <a:lnTo>
                    <a:pt x="303" y="1"/>
                  </a:lnTo>
                  <a:close/>
                </a:path>
              </a:pathLst>
            </a:custGeom>
            <a:solidFill>
              <a:srgbClr val="8657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1"/>
            <p:cNvSpPr/>
            <p:nvPr/>
          </p:nvSpPr>
          <p:spPr>
            <a:xfrm>
              <a:off x="5761375" y="1862250"/>
              <a:ext cx="531900" cy="451225"/>
            </a:xfrm>
            <a:custGeom>
              <a:rect b="b" l="l" r="r" t="t"/>
              <a:pathLst>
                <a:path extrusionOk="0" h="18049" w="21276">
                  <a:moveTo>
                    <a:pt x="17074" y="1"/>
                  </a:moveTo>
                  <a:cubicBezTo>
                    <a:pt x="16099" y="706"/>
                    <a:pt x="15259" y="1143"/>
                    <a:pt x="14285" y="1681"/>
                  </a:cubicBezTo>
                  <a:cubicBezTo>
                    <a:pt x="12205" y="2589"/>
                    <a:pt x="10108" y="3056"/>
                    <a:pt x="7958" y="3056"/>
                  </a:cubicBezTo>
                  <a:cubicBezTo>
                    <a:pt x="7085" y="3056"/>
                    <a:pt x="6204" y="2979"/>
                    <a:pt x="5311" y="2824"/>
                  </a:cubicBezTo>
                  <a:cubicBezTo>
                    <a:pt x="4336" y="2521"/>
                    <a:pt x="3362" y="2252"/>
                    <a:pt x="2387" y="1849"/>
                  </a:cubicBezTo>
                  <a:cubicBezTo>
                    <a:pt x="270" y="8134"/>
                    <a:pt x="1" y="11932"/>
                    <a:pt x="135" y="13746"/>
                  </a:cubicBezTo>
                  <a:cubicBezTo>
                    <a:pt x="270" y="14856"/>
                    <a:pt x="707" y="15965"/>
                    <a:pt x="1547" y="16670"/>
                  </a:cubicBezTo>
                  <a:cubicBezTo>
                    <a:pt x="2522" y="17376"/>
                    <a:pt x="3362" y="17813"/>
                    <a:pt x="4336" y="17948"/>
                  </a:cubicBezTo>
                  <a:cubicBezTo>
                    <a:pt x="4824" y="18015"/>
                    <a:pt x="5277" y="18048"/>
                    <a:pt x="5735" y="18048"/>
                  </a:cubicBezTo>
                  <a:cubicBezTo>
                    <a:pt x="6193" y="18048"/>
                    <a:pt x="6655" y="18015"/>
                    <a:pt x="7160" y="17948"/>
                  </a:cubicBezTo>
                  <a:cubicBezTo>
                    <a:pt x="9378" y="17813"/>
                    <a:pt x="11495" y="16670"/>
                    <a:pt x="13310" y="15292"/>
                  </a:cubicBezTo>
                  <a:cubicBezTo>
                    <a:pt x="15125" y="13746"/>
                    <a:pt x="16671" y="12906"/>
                    <a:pt x="17780" y="12469"/>
                  </a:cubicBezTo>
                  <a:cubicBezTo>
                    <a:pt x="18620" y="12200"/>
                    <a:pt x="19326" y="12066"/>
                    <a:pt x="19763" y="11932"/>
                  </a:cubicBezTo>
                  <a:cubicBezTo>
                    <a:pt x="20301" y="11932"/>
                    <a:pt x="20737" y="11495"/>
                    <a:pt x="20872" y="10923"/>
                  </a:cubicBezTo>
                  <a:cubicBezTo>
                    <a:pt x="21275" y="3361"/>
                    <a:pt x="17074" y="1"/>
                    <a:pt x="1707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1"/>
            <p:cNvSpPr/>
            <p:nvPr/>
          </p:nvSpPr>
          <p:spPr>
            <a:xfrm>
              <a:off x="5764750" y="1908475"/>
              <a:ext cx="129425" cy="402475"/>
            </a:xfrm>
            <a:custGeom>
              <a:rect b="b" l="l" r="r" t="t"/>
              <a:pathLst>
                <a:path extrusionOk="0" h="16099" w="5177">
                  <a:moveTo>
                    <a:pt x="2252" y="0"/>
                  </a:moveTo>
                  <a:cubicBezTo>
                    <a:pt x="437" y="5310"/>
                    <a:pt x="0" y="8805"/>
                    <a:pt x="0" y="10923"/>
                  </a:cubicBezTo>
                  <a:lnTo>
                    <a:pt x="0" y="11897"/>
                  </a:lnTo>
                  <a:cubicBezTo>
                    <a:pt x="135" y="13007"/>
                    <a:pt x="572" y="14116"/>
                    <a:pt x="1412" y="14821"/>
                  </a:cubicBezTo>
                  <a:cubicBezTo>
                    <a:pt x="2387" y="15527"/>
                    <a:pt x="3227" y="15964"/>
                    <a:pt x="4201" y="16099"/>
                  </a:cubicBezTo>
                  <a:cubicBezTo>
                    <a:pt x="3798" y="13443"/>
                    <a:pt x="3664" y="11057"/>
                    <a:pt x="3798" y="8940"/>
                  </a:cubicBezTo>
                  <a:cubicBezTo>
                    <a:pt x="3933" y="6991"/>
                    <a:pt x="4201" y="5310"/>
                    <a:pt x="4638" y="4033"/>
                  </a:cubicBezTo>
                  <a:cubicBezTo>
                    <a:pt x="4907" y="3058"/>
                    <a:pt x="5042" y="1949"/>
                    <a:pt x="5176" y="975"/>
                  </a:cubicBezTo>
                  <a:cubicBezTo>
                    <a:pt x="4201" y="672"/>
                    <a:pt x="3227" y="403"/>
                    <a:pt x="225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1"/>
            <p:cNvSpPr/>
            <p:nvPr/>
          </p:nvSpPr>
          <p:spPr>
            <a:xfrm>
              <a:off x="6118475" y="1862250"/>
              <a:ext cx="164700" cy="311750"/>
            </a:xfrm>
            <a:custGeom>
              <a:rect b="b" l="l" r="r" t="t"/>
              <a:pathLst>
                <a:path extrusionOk="0" h="12470" w="6588">
                  <a:moveTo>
                    <a:pt x="2790" y="1"/>
                  </a:moveTo>
                  <a:cubicBezTo>
                    <a:pt x="1815" y="706"/>
                    <a:pt x="975" y="1143"/>
                    <a:pt x="1" y="1681"/>
                  </a:cubicBezTo>
                  <a:cubicBezTo>
                    <a:pt x="572" y="3093"/>
                    <a:pt x="1110" y="4639"/>
                    <a:pt x="1681" y="6050"/>
                  </a:cubicBezTo>
                  <a:cubicBezTo>
                    <a:pt x="2118" y="6890"/>
                    <a:pt x="2387" y="7865"/>
                    <a:pt x="2790" y="9108"/>
                  </a:cubicBezTo>
                  <a:cubicBezTo>
                    <a:pt x="3093" y="10083"/>
                    <a:pt x="3227" y="11226"/>
                    <a:pt x="3496" y="12469"/>
                  </a:cubicBezTo>
                  <a:cubicBezTo>
                    <a:pt x="4336" y="12200"/>
                    <a:pt x="5042" y="12066"/>
                    <a:pt x="5479" y="11932"/>
                  </a:cubicBezTo>
                  <a:cubicBezTo>
                    <a:pt x="6017" y="11932"/>
                    <a:pt x="6453" y="11495"/>
                    <a:pt x="6588" y="10923"/>
                  </a:cubicBezTo>
                  <a:lnTo>
                    <a:pt x="6588" y="9680"/>
                  </a:lnTo>
                  <a:cubicBezTo>
                    <a:pt x="6588" y="3093"/>
                    <a:pt x="2790" y="1"/>
                    <a:pt x="279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1"/>
            <p:cNvSpPr/>
            <p:nvPr/>
          </p:nvSpPr>
          <p:spPr>
            <a:xfrm>
              <a:off x="5541250" y="1768150"/>
              <a:ext cx="205875" cy="145000"/>
            </a:xfrm>
            <a:custGeom>
              <a:rect b="b" l="l" r="r" t="t"/>
              <a:pathLst>
                <a:path extrusionOk="0" h="5800" w="8235">
                  <a:moveTo>
                    <a:pt x="6151" y="0"/>
                  </a:moveTo>
                  <a:cubicBezTo>
                    <a:pt x="4470" y="1815"/>
                    <a:pt x="3193" y="3361"/>
                    <a:pt x="3193" y="3361"/>
                  </a:cubicBezTo>
                  <a:lnTo>
                    <a:pt x="673" y="3496"/>
                  </a:lnTo>
                  <a:cubicBezTo>
                    <a:pt x="135" y="3496"/>
                    <a:pt x="0" y="4067"/>
                    <a:pt x="404" y="4336"/>
                  </a:cubicBezTo>
                  <a:lnTo>
                    <a:pt x="2790" y="5747"/>
                  </a:lnTo>
                  <a:cubicBezTo>
                    <a:pt x="2896" y="5783"/>
                    <a:pt x="3004" y="5800"/>
                    <a:pt x="3109" y="5800"/>
                  </a:cubicBezTo>
                  <a:cubicBezTo>
                    <a:pt x="3402" y="5800"/>
                    <a:pt x="3666" y="5668"/>
                    <a:pt x="3765" y="5445"/>
                  </a:cubicBezTo>
                  <a:lnTo>
                    <a:pt x="4202" y="4907"/>
                  </a:lnTo>
                  <a:lnTo>
                    <a:pt x="8235" y="2655"/>
                  </a:lnTo>
                  <a:lnTo>
                    <a:pt x="6151" y="0"/>
                  </a:lnTo>
                  <a:close/>
                </a:path>
              </a:pathLst>
            </a:custGeom>
            <a:solidFill>
              <a:srgbClr val="A67C52"/>
            </a:solidFill>
            <a:ln cap="flat" cmpd="sng" w="9525">
              <a:solidFill>
                <a:srgbClr val="A67C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1"/>
            <p:cNvSpPr/>
            <p:nvPr/>
          </p:nvSpPr>
          <p:spPr>
            <a:xfrm>
              <a:off x="5695000" y="1589175"/>
              <a:ext cx="195800" cy="245375"/>
            </a:xfrm>
            <a:custGeom>
              <a:rect b="b" l="l" r="r" t="t"/>
              <a:pathLst>
                <a:path extrusionOk="0" h="9815" w="7832">
                  <a:moveTo>
                    <a:pt x="7294" y="1"/>
                  </a:moveTo>
                  <a:cubicBezTo>
                    <a:pt x="6017" y="572"/>
                    <a:pt x="2522" y="4370"/>
                    <a:pt x="1" y="7159"/>
                  </a:cubicBezTo>
                  <a:lnTo>
                    <a:pt x="2085" y="9814"/>
                  </a:lnTo>
                  <a:lnTo>
                    <a:pt x="4336" y="8571"/>
                  </a:lnTo>
                  <a:cubicBezTo>
                    <a:pt x="6454" y="7294"/>
                    <a:pt x="7832" y="4908"/>
                    <a:pt x="7563" y="2387"/>
                  </a:cubicBezTo>
                  <a:lnTo>
                    <a:pt x="7294" y="1"/>
                  </a:lnTo>
                  <a:close/>
                </a:path>
              </a:pathLst>
            </a:custGeom>
            <a:solidFill>
              <a:srgbClr val="F6E5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1"/>
            <p:cNvSpPr/>
            <p:nvPr/>
          </p:nvSpPr>
          <p:spPr>
            <a:xfrm>
              <a:off x="5695000" y="1589175"/>
              <a:ext cx="189075" cy="245375"/>
            </a:xfrm>
            <a:custGeom>
              <a:rect b="b" l="l" r="r" t="t"/>
              <a:pathLst>
                <a:path extrusionOk="0" h="9815" w="7563">
                  <a:moveTo>
                    <a:pt x="7294" y="1"/>
                  </a:moveTo>
                  <a:cubicBezTo>
                    <a:pt x="6588" y="303"/>
                    <a:pt x="5177" y="1547"/>
                    <a:pt x="3765" y="3093"/>
                  </a:cubicBezTo>
                  <a:cubicBezTo>
                    <a:pt x="2522" y="4370"/>
                    <a:pt x="1110" y="5882"/>
                    <a:pt x="1" y="7159"/>
                  </a:cubicBezTo>
                  <a:lnTo>
                    <a:pt x="2085" y="9814"/>
                  </a:lnTo>
                  <a:lnTo>
                    <a:pt x="4336" y="8571"/>
                  </a:lnTo>
                  <a:cubicBezTo>
                    <a:pt x="6286" y="7428"/>
                    <a:pt x="7563" y="5345"/>
                    <a:pt x="7563" y="2958"/>
                  </a:cubicBezTo>
                  <a:lnTo>
                    <a:pt x="7563" y="2387"/>
                  </a:lnTo>
                  <a:lnTo>
                    <a:pt x="72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1"/>
            <p:cNvSpPr/>
            <p:nvPr/>
          </p:nvSpPr>
          <p:spPr>
            <a:xfrm>
              <a:off x="6216768" y="1658326"/>
              <a:ext cx="227288" cy="121869"/>
            </a:xfrm>
            <a:custGeom>
              <a:rect b="b" l="l" r="r" t="t"/>
              <a:pathLst>
                <a:path extrusionOk="0" h="4952" w="9077">
                  <a:moveTo>
                    <a:pt x="1244" y="0"/>
                  </a:moveTo>
                  <a:lnTo>
                    <a:pt x="1" y="3361"/>
                  </a:lnTo>
                  <a:lnTo>
                    <a:pt x="5445" y="4336"/>
                  </a:lnTo>
                  <a:lnTo>
                    <a:pt x="6017" y="4739"/>
                  </a:lnTo>
                  <a:cubicBezTo>
                    <a:pt x="6139" y="4877"/>
                    <a:pt x="6296" y="4952"/>
                    <a:pt x="6456" y="4952"/>
                  </a:cubicBezTo>
                  <a:cubicBezTo>
                    <a:pt x="6648" y="4952"/>
                    <a:pt x="6845" y="4843"/>
                    <a:pt x="6991" y="4605"/>
                  </a:cubicBezTo>
                  <a:lnTo>
                    <a:pt x="8806" y="2656"/>
                  </a:lnTo>
                  <a:cubicBezTo>
                    <a:pt x="9077" y="2265"/>
                    <a:pt x="8757" y="1794"/>
                    <a:pt x="8398" y="1794"/>
                  </a:cubicBezTo>
                  <a:cubicBezTo>
                    <a:pt x="8355" y="1794"/>
                    <a:pt x="8311" y="1801"/>
                    <a:pt x="8269" y="1815"/>
                  </a:cubicBezTo>
                  <a:lnTo>
                    <a:pt x="5882" y="2656"/>
                  </a:lnTo>
                  <a:cubicBezTo>
                    <a:pt x="5882" y="2656"/>
                    <a:pt x="3765" y="1378"/>
                    <a:pt x="1244" y="0"/>
                  </a:cubicBezTo>
                  <a:close/>
                </a:path>
              </a:pathLst>
            </a:custGeom>
            <a:solidFill>
              <a:srgbClr val="A67C52"/>
            </a:solidFill>
            <a:ln cap="flat" cmpd="sng" w="9525">
              <a:solidFill>
                <a:srgbClr val="A67C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1"/>
            <p:cNvSpPr/>
            <p:nvPr/>
          </p:nvSpPr>
          <p:spPr>
            <a:xfrm>
              <a:off x="6037825" y="1561450"/>
              <a:ext cx="210075" cy="179000"/>
            </a:xfrm>
            <a:custGeom>
              <a:rect b="b" l="l" r="r" t="t"/>
              <a:pathLst>
                <a:path extrusionOk="0" h="7160" w="8403">
                  <a:moveTo>
                    <a:pt x="0" y="1"/>
                  </a:moveTo>
                  <a:lnTo>
                    <a:pt x="437" y="2252"/>
                  </a:lnTo>
                  <a:cubicBezTo>
                    <a:pt x="975" y="4773"/>
                    <a:pt x="3092" y="6588"/>
                    <a:pt x="5478" y="6991"/>
                  </a:cubicBezTo>
                  <a:lnTo>
                    <a:pt x="7159" y="7159"/>
                  </a:lnTo>
                  <a:lnTo>
                    <a:pt x="8402" y="3798"/>
                  </a:lnTo>
                  <a:cubicBezTo>
                    <a:pt x="5344" y="2118"/>
                    <a:pt x="1412" y="135"/>
                    <a:pt x="0" y="1"/>
                  </a:cubicBezTo>
                  <a:close/>
                </a:path>
              </a:pathLst>
            </a:custGeom>
            <a:solidFill>
              <a:srgbClr val="F6E5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1"/>
            <p:cNvSpPr/>
            <p:nvPr/>
          </p:nvSpPr>
          <p:spPr>
            <a:xfrm>
              <a:off x="6037825" y="1561450"/>
              <a:ext cx="210075" cy="179000"/>
            </a:xfrm>
            <a:custGeom>
              <a:rect b="b" l="l" r="r" t="t"/>
              <a:pathLst>
                <a:path extrusionOk="0" h="7160" w="8403">
                  <a:moveTo>
                    <a:pt x="0" y="1"/>
                  </a:moveTo>
                  <a:lnTo>
                    <a:pt x="437" y="2252"/>
                  </a:lnTo>
                  <a:cubicBezTo>
                    <a:pt x="975" y="4773"/>
                    <a:pt x="3092" y="6588"/>
                    <a:pt x="5478" y="6991"/>
                  </a:cubicBezTo>
                  <a:lnTo>
                    <a:pt x="7159" y="7159"/>
                  </a:lnTo>
                  <a:lnTo>
                    <a:pt x="8402" y="3798"/>
                  </a:lnTo>
                  <a:cubicBezTo>
                    <a:pt x="7562" y="3362"/>
                    <a:pt x="6587" y="2790"/>
                    <a:pt x="5613" y="2252"/>
                  </a:cubicBezTo>
                  <a:cubicBezTo>
                    <a:pt x="3227" y="1110"/>
                    <a:pt x="975" y="1"/>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 name="Google Shape;935;p31"/>
          <p:cNvGrpSpPr/>
          <p:nvPr/>
        </p:nvGrpSpPr>
        <p:grpSpPr>
          <a:xfrm>
            <a:off x="5541724" y="2612459"/>
            <a:ext cx="1715426" cy="1760950"/>
            <a:chOff x="2718975" y="493050"/>
            <a:chExt cx="2013175" cy="2066600"/>
          </a:xfrm>
        </p:grpSpPr>
        <p:sp>
          <p:nvSpPr>
            <p:cNvPr id="936" name="Google Shape;936;p31"/>
            <p:cNvSpPr/>
            <p:nvPr/>
          </p:nvSpPr>
          <p:spPr>
            <a:xfrm>
              <a:off x="3297025" y="2415950"/>
              <a:ext cx="962925" cy="143700"/>
            </a:xfrm>
            <a:custGeom>
              <a:rect b="b" l="l" r="r" t="t"/>
              <a:pathLst>
                <a:path extrusionOk="0" h="5748" w="38517">
                  <a:moveTo>
                    <a:pt x="19326" y="1"/>
                  </a:moveTo>
                  <a:cubicBezTo>
                    <a:pt x="8672" y="1"/>
                    <a:pt x="1" y="1379"/>
                    <a:pt x="1" y="2925"/>
                  </a:cubicBezTo>
                  <a:cubicBezTo>
                    <a:pt x="1" y="4471"/>
                    <a:pt x="8672" y="5748"/>
                    <a:pt x="19326" y="5748"/>
                  </a:cubicBezTo>
                  <a:cubicBezTo>
                    <a:pt x="29946" y="5748"/>
                    <a:pt x="38516" y="4471"/>
                    <a:pt x="38516" y="2925"/>
                  </a:cubicBezTo>
                  <a:cubicBezTo>
                    <a:pt x="38516" y="1379"/>
                    <a:pt x="29946" y="1"/>
                    <a:pt x="1932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1"/>
            <p:cNvSpPr/>
            <p:nvPr/>
          </p:nvSpPr>
          <p:spPr>
            <a:xfrm>
              <a:off x="3853250" y="2190975"/>
              <a:ext cx="381500" cy="366800"/>
            </a:xfrm>
            <a:custGeom>
              <a:rect b="b" l="l" r="r" t="t"/>
              <a:pathLst>
                <a:path extrusionOk="0" h="14672" w="15260">
                  <a:moveTo>
                    <a:pt x="4963" y="1"/>
                  </a:moveTo>
                  <a:cubicBezTo>
                    <a:pt x="4854" y="1"/>
                    <a:pt x="4745" y="9"/>
                    <a:pt x="4639" y="26"/>
                  </a:cubicBezTo>
                  <a:cubicBezTo>
                    <a:pt x="3362" y="161"/>
                    <a:pt x="2387" y="732"/>
                    <a:pt x="1681" y="1438"/>
                  </a:cubicBezTo>
                  <a:cubicBezTo>
                    <a:pt x="1144" y="1975"/>
                    <a:pt x="572" y="2816"/>
                    <a:pt x="303" y="3824"/>
                  </a:cubicBezTo>
                  <a:cubicBezTo>
                    <a:pt x="1" y="4664"/>
                    <a:pt x="303" y="5773"/>
                    <a:pt x="1144" y="6345"/>
                  </a:cubicBezTo>
                  <a:lnTo>
                    <a:pt x="10789" y="13738"/>
                  </a:lnTo>
                  <a:lnTo>
                    <a:pt x="11629" y="14444"/>
                  </a:lnTo>
                  <a:cubicBezTo>
                    <a:pt x="11764" y="14595"/>
                    <a:pt x="11940" y="14671"/>
                    <a:pt x="12117" y="14671"/>
                  </a:cubicBezTo>
                  <a:cubicBezTo>
                    <a:pt x="12293" y="14671"/>
                    <a:pt x="12470" y="14595"/>
                    <a:pt x="12604" y="14444"/>
                  </a:cubicBezTo>
                  <a:lnTo>
                    <a:pt x="12739" y="14310"/>
                  </a:lnTo>
                  <a:lnTo>
                    <a:pt x="15125" y="12495"/>
                  </a:lnTo>
                  <a:cubicBezTo>
                    <a:pt x="15259" y="12361"/>
                    <a:pt x="15259" y="11924"/>
                    <a:pt x="14990" y="11924"/>
                  </a:cubicBezTo>
                  <a:lnTo>
                    <a:pt x="13175" y="11655"/>
                  </a:lnTo>
                  <a:lnTo>
                    <a:pt x="13041" y="11655"/>
                  </a:lnTo>
                  <a:lnTo>
                    <a:pt x="6857" y="1135"/>
                  </a:lnTo>
                  <a:cubicBezTo>
                    <a:pt x="6505" y="401"/>
                    <a:pt x="5716" y="1"/>
                    <a:pt x="4963" y="1"/>
                  </a:cubicBezTo>
                  <a:close/>
                </a:path>
              </a:pathLst>
            </a:custGeom>
            <a:solidFill>
              <a:srgbClr val="EBBB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1"/>
            <p:cNvSpPr/>
            <p:nvPr/>
          </p:nvSpPr>
          <p:spPr>
            <a:xfrm>
              <a:off x="3975925" y="2373950"/>
              <a:ext cx="195800" cy="181500"/>
            </a:xfrm>
            <a:custGeom>
              <a:rect b="b" l="l" r="r" t="t"/>
              <a:pathLst>
                <a:path extrusionOk="0" h="7260" w="7832">
                  <a:moveTo>
                    <a:pt x="1816" y="0"/>
                  </a:moveTo>
                  <a:cubicBezTo>
                    <a:pt x="1547" y="135"/>
                    <a:pt x="1412" y="404"/>
                    <a:pt x="1110" y="538"/>
                  </a:cubicBezTo>
                  <a:cubicBezTo>
                    <a:pt x="841" y="975"/>
                    <a:pt x="572" y="1378"/>
                    <a:pt x="270" y="1681"/>
                  </a:cubicBezTo>
                  <a:cubicBezTo>
                    <a:pt x="135" y="1681"/>
                    <a:pt x="135" y="1815"/>
                    <a:pt x="1" y="1950"/>
                  </a:cubicBezTo>
                  <a:lnTo>
                    <a:pt x="5882" y="6419"/>
                  </a:lnTo>
                  <a:lnTo>
                    <a:pt x="6722" y="7125"/>
                  </a:lnTo>
                  <a:cubicBezTo>
                    <a:pt x="6857" y="7260"/>
                    <a:pt x="6991" y="7260"/>
                    <a:pt x="7159" y="7260"/>
                  </a:cubicBezTo>
                  <a:cubicBezTo>
                    <a:pt x="7294" y="7260"/>
                    <a:pt x="7563" y="7260"/>
                    <a:pt x="7697" y="7125"/>
                  </a:cubicBezTo>
                  <a:lnTo>
                    <a:pt x="7832" y="6991"/>
                  </a:lnTo>
                  <a:cubicBezTo>
                    <a:pt x="6588" y="5310"/>
                    <a:pt x="4202" y="2521"/>
                    <a:pt x="1816" y="0"/>
                  </a:cubicBezTo>
                  <a:close/>
                </a:path>
              </a:pathLst>
            </a:custGeom>
            <a:solidFill>
              <a:srgbClr val="E2A2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1"/>
            <p:cNvSpPr/>
            <p:nvPr/>
          </p:nvSpPr>
          <p:spPr>
            <a:xfrm>
              <a:off x="3366775" y="2190975"/>
              <a:ext cx="381475" cy="366800"/>
            </a:xfrm>
            <a:custGeom>
              <a:rect b="b" l="l" r="r" t="t"/>
              <a:pathLst>
                <a:path extrusionOk="0" h="14672" w="15259">
                  <a:moveTo>
                    <a:pt x="10330" y="1"/>
                  </a:moveTo>
                  <a:cubicBezTo>
                    <a:pt x="9576" y="1"/>
                    <a:pt x="8784" y="401"/>
                    <a:pt x="8403" y="1135"/>
                  </a:cubicBezTo>
                  <a:lnTo>
                    <a:pt x="2252" y="11655"/>
                  </a:lnTo>
                  <a:lnTo>
                    <a:pt x="2118" y="11655"/>
                  </a:lnTo>
                  <a:lnTo>
                    <a:pt x="269" y="11924"/>
                  </a:lnTo>
                  <a:cubicBezTo>
                    <a:pt x="0" y="11924"/>
                    <a:pt x="0" y="12361"/>
                    <a:pt x="135" y="12495"/>
                  </a:cubicBezTo>
                  <a:lnTo>
                    <a:pt x="2387" y="14175"/>
                  </a:lnTo>
                  <a:lnTo>
                    <a:pt x="2656" y="14444"/>
                  </a:lnTo>
                  <a:cubicBezTo>
                    <a:pt x="2807" y="14595"/>
                    <a:pt x="2983" y="14671"/>
                    <a:pt x="3155" y="14671"/>
                  </a:cubicBezTo>
                  <a:cubicBezTo>
                    <a:pt x="3328" y="14671"/>
                    <a:pt x="3496" y="14595"/>
                    <a:pt x="3630" y="14444"/>
                  </a:cubicBezTo>
                  <a:lnTo>
                    <a:pt x="4470" y="13738"/>
                  </a:lnTo>
                  <a:lnTo>
                    <a:pt x="14284" y="6345"/>
                  </a:lnTo>
                  <a:cubicBezTo>
                    <a:pt x="14990" y="5773"/>
                    <a:pt x="15259" y="4664"/>
                    <a:pt x="14990" y="3824"/>
                  </a:cubicBezTo>
                  <a:cubicBezTo>
                    <a:pt x="14721" y="2984"/>
                    <a:pt x="14284" y="2278"/>
                    <a:pt x="13881" y="1707"/>
                  </a:cubicBezTo>
                  <a:cubicBezTo>
                    <a:pt x="13041" y="866"/>
                    <a:pt x="12032" y="161"/>
                    <a:pt x="10654" y="26"/>
                  </a:cubicBezTo>
                  <a:cubicBezTo>
                    <a:pt x="10548" y="9"/>
                    <a:pt x="10440" y="1"/>
                    <a:pt x="10330" y="1"/>
                  </a:cubicBezTo>
                  <a:close/>
                </a:path>
              </a:pathLst>
            </a:custGeom>
            <a:solidFill>
              <a:srgbClr val="EBBB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1"/>
            <p:cNvSpPr/>
            <p:nvPr/>
          </p:nvSpPr>
          <p:spPr>
            <a:xfrm>
              <a:off x="3426425" y="2377300"/>
              <a:ext cx="199150" cy="178150"/>
            </a:xfrm>
            <a:custGeom>
              <a:rect b="b" l="l" r="r" t="t"/>
              <a:pathLst>
                <a:path extrusionOk="0" h="7126" w="7966">
                  <a:moveTo>
                    <a:pt x="6151" y="1"/>
                  </a:moveTo>
                  <a:cubicBezTo>
                    <a:pt x="3933" y="2387"/>
                    <a:pt x="1412" y="5042"/>
                    <a:pt x="1" y="6722"/>
                  </a:cubicBezTo>
                  <a:lnTo>
                    <a:pt x="270" y="6991"/>
                  </a:lnTo>
                  <a:cubicBezTo>
                    <a:pt x="404" y="7126"/>
                    <a:pt x="706" y="7126"/>
                    <a:pt x="841" y="7126"/>
                  </a:cubicBezTo>
                  <a:cubicBezTo>
                    <a:pt x="975" y="7126"/>
                    <a:pt x="1110" y="7126"/>
                    <a:pt x="1244" y="6991"/>
                  </a:cubicBezTo>
                  <a:lnTo>
                    <a:pt x="2084" y="6285"/>
                  </a:lnTo>
                  <a:lnTo>
                    <a:pt x="7966" y="1816"/>
                  </a:lnTo>
                  <a:cubicBezTo>
                    <a:pt x="7697" y="1681"/>
                    <a:pt x="7563" y="1412"/>
                    <a:pt x="7428" y="1110"/>
                  </a:cubicBezTo>
                  <a:lnTo>
                    <a:pt x="6991" y="706"/>
                  </a:lnTo>
                  <a:cubicBezTo>
                    <a:pt x="6722" y="404"/>
                    <a:pt x="6454" y="135"/>
                    <a:pt x="6151" y="1"/>
                  </a:cubicBezTo>
                  <a:close/>
                </a:path>
              </a:pathLst>
            </a:custGeom>
            <a:solidFill>
              <a:srgbClr val="E2A2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1"/>
            <p:cNvSpPr/>
            <p:nvPr/>
          </p:nvSpPr>
          <p:spPr>
            <a:xfrm>
              <a:off x="3366775" y="2482325"/>
              <a:ext cx="111775" cy="75450"/>
            </a:xfrm>
            <a:custGeom>
              <a:rect b="b" l="l" r="r" t="t"/>
              <a:pathLst>
                <a:path extrusionOk="0" h="3018" w="4471">
                  <a:moveTo>
                    <a:pt x="2118" y="1"/>
                  </a:moveTo>
                  <a:lnTo>
                    <a:pt x="269" y="270"/>
                  </a:lnTo>
                  <a:cubicBezTo>
                    <a:pt x="0" y="270"/>
                    <a:pt x="0" y="707"/>
                    <a:pt x="135" y="841"/>
                  </a:cubicBezTo>
                  <a:lnTo>
                    <a:pt x="2656" y="2790"/>
                  </a:lnTo>
                  <a:cubicBezTo>
                    <a:pt x="2807" y="2941"/>
                    <a:pt x="2983" y="3017"/>
                    <a:pt x="3155" y="3017"/>
                  </a:cubicBezTo>
                  <a:cubicBezTo>
                    <a:pt x="3328" y="3017"/>
                    <a:pt x="3496" y="2941"/>
                    <a:pt x="3630" y="2790"/>
                  </a:cubicBezTo>
                  <a:lnTo>
                    <a:pt x="4470" y="2084"/>
                  </a:lnTo>
                  <a:lnTo>
                    <a:pt x="2118"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1"/>
            <p:cNvSpPr/>
            <p:nvPr/>
          </p:nvSpPr>
          <p:spPr>
            <a:xfrm>
              <a:off x="4122975" y="2482325"/>
              <a:ext cx="111775" cy="75450"/>
            </a:xfrm>
            <a:custGeom>
              <a:rect b="b" l="l" r="r" t="t"/>
              <a:pathLst>
                <a:path extrusionOk="0" h="3018" w="4471">
                  <a:moveTo>
                    <a:pt x="2386" y="1"/>
                  </a:moveTo>
                  <a:lnTo>
                    <a:pt x="0" y="2084"/>
                  </a:lnTo>
                  <a:lnTo>
                    <a:pt x="840" y="2790"/>
                  </a:lnTo>
                  <a:cubicBezTo>
                    <a:pt x="975" y="2941"/>
                    <a:pt x="1151" y="3017"/>
                    <a:pt x="1328" y="3017"/>
                  </a:cubicBezTo>
                  <a:cubicBezTo>
                    <a:pt x="1504" y="3017"/>
                    <a:pt x="1681" y="2941"/>
                    <a:pt x="1815" y="2790"/>
                  </a:cubicBezTo>
                  <a:lnTo>
                    <a:pt x="4336" y="841"/>
                  </a:lnTo>
                  <a:cubicBezTo>
                    <a:pt x="4470" y="707"/>
                    <a:pt x="4470" y="270"/>
                    <a:pt x="4201" y="270"/>
                  </a:cubicBezTo>
                  <a:lnTo>
                    <a:pt x="238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1"/>
            <p:cNvSpPr/>
            <p:nvPr/>
          </p:nvSpPr>
          <p:spPr>
            <a:xfrm>
              <a:off x="3559175" y="1745975"/>
              <a:ext cx="473075" cy="611225"/>
            </a:xfrm>
            <a:custGeom>
              <a:rect b="b" l="l" r="r" t="t"/>
              <a:pathLst>
                <a:path extrusionOk="0" h="24449" w="18923">
                  <a:moveTo>
                    <a:pt x="9163" y="1"/>
                  </a:moveTo>
                  <a:cubicBezTo>
                    <a:pt x="7538" y="1"/>
                    <a:pt x="5920" y="545"/>
                    <a:pt x="4639" y="1593"/>
                  </a:cubicBezTo>
                  <a:lnTo>
                    <a:pt x="4504" y="1593"/>
                  </a:lnTo>
                  <a:cubicBezTo>
                    <a:pt x="2387" y="3274"/>
                    <a:pt x="1412" y="5929"/>
                    <a:pt x="1816" y="8449"/>
                  </a:cubicBezTo>
                  <a:cubicBezTo>
                    <a:pt x="2253" y="11373"/>
                    <a:pt x="1984" y="14331"/>
                    <a:pt x="975" y="16986"/>
                  </a:cubicBezTo>
                  <a:lnTo>
                    <a:pt x="438" y="18532"/>
                  </a:lnTo>
                  <a:cubicBezTo>
                    <a:pt x="1" y="19641"/>
                    <a:pt x="438" y="21053"/>
                    <a:pt x="1412" y="21758"/>
                  </a:cubicBezTo>
                  <a:lnTo>
                    <a:pt x="4639" y="23977"/>
                  </a:lnTo>
                  <a:cubicBezTo>
                    <a:pt x="4969" y="24224"/>
                    <a:pt x="5411" y="24449"/>
                    <a:pt x="5874" y="24449"/>
                  </a:cubicBezTo>
                  <a:cubicBezTo>
                    <a:pt x="5977" y="24449"/>
                    <a:pt x="6081" y="24438"/>
                    <a:pt x="6185" y="24413"/>
                  </a:cubicBezTo>
                  <a:lnTo>
                    <a:pt x="12066" y="24279"/>
                  </a:lnTo>
                  <a:cubicBezTo>
                    <a:pt x="12470" y="24279"/>
                    <a:pt x="13041" y="24145"/>
                    <a:pt x="13444" y="23708"/>
                  </a:cubicBezTo>
                  <a:lnTo>
                    <a:pt x="17511" y="20918"/>
                  </a:lnTo>
                  <a:cubicBezTo>
                    <a:pt x="18486" y="20212"/>
                    <a:pt x="18922" y="18801"/>
                    <a:pt x="18351" y="17692"/>
                  </a:cubicBezTo>
                  <a:lnTo>
                    <a:pt x="17376" y="15305"/>
                  </a:lnTo>
                  <a:cubicBezTo>
                    <a:pt x="16536" y="13222"/>
                    <a:pt x="16099" y="10701"/>
                    <a:pt x="16267" y="8315"/>
                  </a:cubicBezTo>
                  <a:lnTo>
                    <a:pt x="16267" y="7475"/>
                  </a:lnTo>
                  <a:cubicBezTo>
                    <a:pt x="16402" y="4820"/>
                    <a:pt x="14990" y="2299"/>
                    <a:pt x="12604" y="887"/>
                  </a:cubicBezTo>
                  <a:cubicBezTo>
                    <a:pt x="11540" y="291"/>
                    <a:pt x="10350" y="1"/>
                    <a:pt x="916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1"/>
            <p:cNvSpPr/>
            <p:nvPr/>
          </p:nvSpPr>
          <p:spPr>
            <a:xfrm>
              <a:off x="3597825" y="2020200"/>
              <a:ext cx="14325" cy="111775"/>
            </a:xfrm>
            <a:custGeom>
              <a:rect b="b" l="l" r="r" t="t"/>
              <a:pathLst>
                <a:path extrusionOk="0" h="4471" w="573">
                  <a:moveTo>
                    <a:pt x="572" y="1"/>
                  </a:moveTo>
                  <a:cubicBezTo>
                    <a:pt x="572" y="1547"/>
                    <a:pt x="270" y="3093"/>
                    <a:pt x="1" y="4471"/>
                  </a:cubicBezTo>
                  <a:lnTo>
                    <a:pt x="1" y="4471"/>
                  </a:lnTo>
                  <a:cubicBezTo>
                    <a:pt x="270" y="3093"/>
                    <a:pt x="572" y="1547"/>
                    <a:pt x="572" y="1"/>
                  </a:cubicBezTo>
                  <a:close/>
                </a:path>
              </a:pathLst>
            </a:custGeom>
            <a:solidFill>
              <a:srgbClr val="CACC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1"/>
            <p:cNvSpPr/>
            <p:nvPr/>
          </p:nvSpPr>
          <p:spPr>
            <a:xfrm>
              <a:off x="3595030" y="1907045"/>
              <a:ext cx="59700" cy="252100"/>
            </a:xfrm>
            <a:custGeom>
              <a:rect b="b" l="l" r="r" t="t"/>
              <a:pathLst>
                <a:path extrusionOk="0" h="10084" w="2388">
                  <a:moveTo>
                    <a:pt x="438" y="1"/>
                  </a:moveTo>
                  <a:cubicBezTo>
                    <a:pt x="270" y="1"/>
                    <a:pt x="135" y="303"/>
                    <a:pt x="135" y="1009"/>
                  </a:cubicBezTo>
                  <a:cubicBezTo>
                    <a:pt x="135" y="1278"/>
                    <a:pt x="135" y="1681"/>
                    <a:pt x="270" y="2118"/>
                  </a:cubicBezTo>
                  <a:cubicBezTo>
                    <a:pt x="438" y="2959"/>
                    <a:pt x="438" y="3799"/>
                    <a:pt x="572" y="4639"/>
                  </a:cubicBezTo>
                  <a:cubicBezTo>
                    <a:pt x="572" y="6185"/>
                    <a:pt x="270" y="7731"/>
                    <a:pt x="1" y="9109"/>
                  </a:cubicBezTo>
                  <a:cubicBezTo>
                    <a:pt x="270" y="9243"/>
                    <a:pt x="1816" y="9949"/>
                    <a:pt x="1950" y="9949"/>
                  </a:cubicBezTo>
                  <a:cubicBezTo>
                    <a:pt x="2118" y="10084"/>
                    <a:pt x="2253" y="10084"/>
                    <a:pt x="2387" y="10084"/>
                  </a:cubicBezTo>
                  <a:cubicBezTo>
                    <a:pt x="1816" y="2690"/>
                    <a:pt x="841" y="1"/>
                    <a:pt x="43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1"/>
            <p:cNvSpPr/>
            <p:nvPr/>
          </p:nvSpPr>
          <p:spPr>
            <a:xfrm>
              <a:off x="3965850" y="1984925"/>
              <a:ext cx="31100" cy="147050"/>
            </a:xfrm>
            <a:custGeom>
              <a:rect b="b" l="l" r="r" t="t"/>
              <a:pathLst>
                <a:path extrusionOk="0" h="5882" w="1244">
                  <a:moveTo>
                    <a:pt x="0" y="0"/>
                  </a:moveTo>
                  <a:cubicBezTo>
                    <a:pt x="0" y="1983"/>
                    <a:pt x="404" y="3933"/>
                    <a:pt x="1109" y="5747"/>
                  </a:cubicBezTo>
                  <a:lnTo>
                    <a:pt x="1109" y="5747"/>
                  </a:lnTo>
                  <a:lnTo>
                    <a:pt x="1244" y="5882"/>
                  </a:lnTo>
                  <a:lnTo>
                    <a:pt x="1109" y="5747"/>
                  </a:lnTo>
                  <a:cubicBezTo>
                    <a:pt x="404" y="3933"/>
                    <a:pt x="0" y="1983"/>
                    <a:pt x="0" y="0"/>
                  </a:cubicBezTo>
                  <a:close/>
                </a:path>
              </a:pathLst>
            </a:custGeom>
            <a:solidFill>
              <a:srgbClr val="CACC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1"/>
            <p:cNvSpPr/>
            <p:nvPr/>
          </p:nvSpPr>
          <p:spPr>
            <a:xfrm>
              <a:off x="3877625" y="1852175"/>
              <a:ext cx="115975" cy="308375"/>
            </a:xfrm>
            <a:custGeom>
              <a:rect b="b" l="l" r="r" t="t"/>
              <a:pathLst>
                <a:path extrusionOk="0" h="12335" w="4639">
                  <a:moveTo>
                    <a:pt x="841" y="0"/>
                  </a:moveTo>
                  <a:cubicBezTo>
                    <a:pt x="303" y="0"/>
                    <a:pt x="0" y="269"/>
                    <a:pt x="169" y="1109"/>
                  </a:cubicBezTo>
                  <a:cubicBezTo>
                    <a:pt x="841" y="4336"/>
                    <a:pt x="1143" y="8537"/>
                    <a:pt x="1278" y="12335"/>
                  </a:cubicBezTo>
                  <a:cubicBezTo>
                    <a:pt x="1546" y="12167"/>
                    <a:pt x="1849" y="12032"/>
                    <a:pt x="2252" y="12032"/>
                  </a:cubicBezTo>
                  <a:cubicBezTo>
                    <a:pt x="2252" y="11898"/>
                    <a:pt x="4504" y="11192"/>
                    <a:pt x="4638" y="11057"/>
                  </a:cubicBezTo>
                  <a:cubicBezTo>
                    <a:pt x="3933" y="9243"/>
                    <a:pt x="3529" y="7293"/>
                    <a:pt x="3529" y="5310"/>
                  </a:cubicBezTo>
                  <a:cubicBezTo>
                    <a:pt x="3361" y="4907"/>
                    <a:pt x="3361" y="4470"/>
                    <a:pt x="3529" y="4067"/>
                  </a:cubicBezTo>
                  <a:lnTo>
                    <a:pt x="3529" y="3227"/>
                  </a:lnTo>
                  <a:lnTo>
                    <a:pt x="3529" y="2924"/>
                  </a:lnTo>
                  <a:cubicBezTo>
                    <a:pt x="3529" y="1244"/>
                    <a:pt x="1849" y="0"/>
                    <a:pt x="8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1"/>
            <p:cNvSpPr/>
            <p:nvPr/>
          </p:nvSpPr>
          <p:spPr>
            <a:xfrm>
              <a:off x="3486075" y="2128600"/>
              <a:ext cx="622625" cy="372375"/>
            </a:xfrm>
            <a:custGeom>
              <a:rect b="b" l="l" r="r" t="t"/>
              <a:pathLst>
                <a:path extrusionOk="0" h="14895" w="24905">
                  <a:moveTo>
                    <a:pt x="20300" y="0"/>
                  </a:moveTo>
                  <a:cubicBezTo>
                    <a:pt x="17304" y="1203"/>
                    <a:pt x="14432" y="1916"/>
                    <a:pt x="11618" y="1916"/>
                  </a:cubicBezTo>
                  <a:cubicBezTo>
                    <a:pt x="9161" y="1916"/>
                    <a:pt x="6749" y="1372"/>
                    <a:pt x="4336" y="135"/>
                  </a:cubicBezTo>
                  <a:lnTo>
                    <a:pt x="1" y="9108"/>
                  </a:lnTo>
                  <a:cubicBezTo>
                    <a:pt x="62" y="9108"/>
                    <a:pt x="527" y="8879"/>
                    <a:pt x="1241" y="8879"/>
                  </a:cubicBezTo>
                  <a:cubicBezTo>
                    <a:pt x="2095" y="8879"/>
                    <a:pt x="3305" y="9208"/>
                    <a:pt x="4605" y="10654"/>
                  </a:cubicBezTo>
                  <a:lnTo>
                    <a:pt x="5042" y="11058"/>
                  </a:lnTo>
                  <a:cubicBezTo>
                    <a:pt x="6420" y="13041"/>
                    <a:pt x="8537" y="14419"/>
                    <a:pt x="10924" y="14721"/>
                  </a:cubicBezTo>
                  <a:cubicBezTo>
                    <a:pt x="11577" y="14826"/>
                    <a:pt x="12267" y="14894"/>
                    <a:pt x="12972" y="14894"/>
                  </a:cubicBezTo>
                  <a:cubicBezTo>
                    <a:pt x="14986" y="14894"/>
                    <a:pt x="17122" y="14336"/>
                    <a:pt x="18889" y="12469"/>
                  </a:cubicBezTo>
                  <a:cubicBezTo>
                    <a:pt x="19326" y="12200"/>
                    <a:pt x="19595" y="11764"/>
                    <a:pt x="19864" y="11495"/>
                  </a:cubicBezTo>
                  <a:cubicBezTo>
                    <a:pt x="20166" y="11192"/>
                    <a:pt x="20435" y="10789"/>
                    <a:pt x="20704" y="10352"/>
                  </a:cubicBezTo>
                  <a:cubicBezTo>
                    <a:pt x="21531" y="9549"/>
                    <a:pt x="22640" y="8675"/>
                    <a:pt x="23713" y="8675"/>
                  </a:cubicBezTo>
                  <a:cubicBezTo>
                    <a:pt x="24121" y="8675"/>
                    <a:pt x="24525" y="8802"/>
                    <a:pt x="24905" y="9108"/>
                  </a:cubicBezTo>
                  <a:lnTo>
                    <a:pt x="20300"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1"/>
            <p:cNvSpPr/>
            <p:nvPr/>
          </p:nvSpPr>
          <p:spPr>
            <a:xfrm>
              <a:off x="3486075" y="2131950"/>
              <a:ext cx="111775" cy="224375"/>
            </a:xfrm>
            <a:custGeom>
              <a:rect b="b" l="l" r="r" t="t"/>
              <a:pathLst>
                <a:path extrusionOk="0" h="8975" w="4471">
                  <a:moveTo>
                    <a:pt x="4336" y="1"/>
                  </a:moveTo>
                  <a:lnTo>
                    <a:pt x="1" y="8974"/>
                  </a:lnTo>
                  <a:lnTo>
                    <a:pt x="1" y="8974"/>
                  </a:lnTo>
                  <a:lnTo>
                    <a:pt x="4336" y="1"/>
                  </a:lnTo>
                  <a:lnTo>
                    <a:pt x="4471" y="1"/>
                  </a:lnTo>
                  <a:lnTo>
                    <a:pt x="4471" y="1"/>
                  </a:lnTo>
                  <a:close/>
                </a:path>
              </a:pathLst>
            </a:custGeom>
            <a:solidFill>
              <a:srgbClr val="BAC5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1"/>
            <p:cNvSpPr/>
            <p:nvPr/>
          </p:nvSpPr>
          <p:spPr>
            <a:xfrm>
              <a:off x="3597825" y="2131950"/>
              <a:ext cx="25" cy="25"/>
            </a:xfrm>
            <a:custGeom>
              <a:rect b="b" l="l" r="r" t="t"/>
              <a:pathLst>
                <a:path extrusionOk="0" h="1" w="1">
                  <a:moveTo>
                    <a:pt x="1" y="1"/>
                  </a:moveTo>
                  <a:lnTo>
                    <a:pt x="1" y="1"/>
                  </a:lnTo>
                  <a:lnTo>
                    <a:pt x="1" y="1"/>
                  </a:lnTo>
                  <a:lnTo>
                    <a:pt x="1" y="1"/>
                  </a:lnTo>
                  <a:close/>
                </a:path>
              </a:pathLst>
            </a:custGeom>
            <a:solidFill>
              <a:srgbClr val="949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1"/>
            <p:cNvSpPr/>
            <p:nvPr/>
          </p:nvSpPr>
          <p:spPr>
            <a:xfrm>
              <a:off x="3486075" y="2131950"/>
              <a:ext cx="160525" cy="231100"/>
            </a:xfrm>
            <a:custGeom>
              <a:rect b="b" l="l" r="r" t="t"/>
              <a:pathLst>
                <a:path extrusionOk="0" h="9244" w="6421">
                  <a:moveTo>
                    <a:pt x="4336" y="1"/>
                  </a:moveTo>
                  <a:lnTo>
                    <a:pt x="1" y="8974"/>
                  </a:lnTo>
                  <a:cubicBezTo>
                    <a:pt x="135" y="8974"/>
                    <a:pt x="539" y="8706"/>
                    <a:pt x="1244" y="8706"/>
                  </a:cubicBezTo>
                  <a:cubicBezTo>
                    <a:pt x="1816" y="8706"/>
                    <a:pt x="2387" y="8840"/>
                    <a:pt x="3059" y="9243"/>
                  </a:cubicBezTo>
                  <a:cubicBezTo>
                    <a:pt x="3362" y="5882"/>
                    <a:pt x="4471" y="3093"/>
                    <a:pt x="6420" y="841"/>
                  </a:cubicBezTo>
                  <a:cubicBezTo>
                    <a:pt x="5748" y="707"/>
                    <a:pt x="5042" y="438"/>
                    <a:pt x="447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1"/>
            <p:cNvSpPr/>
            <p:nvPr/>
          </p:nvSpPr>
          <p:spPr>
            <a:xfrm>
              <a:off x="3996925" y="2131950"/>
              <a:ext cx="111775" cy="224375"/>
            </a:xfrm>
            <a:custGeom>
              <a:rect b="b" l="l" r="r" t="t"/>
              <a:pathLst>
                <a:path extrusionOk="0" h="8975" w="4471">
                  <a:moveTo>
                    <a:pt x="1" y="1"/>
                  </a:moveTo>
                  <a:lnTo>
                    <a:pt x="1" y="1"/>
                  </a:lnTo>
                  <a:lnTo>
                    <a:pt x="4471" y="8974"/>
                  </a:lnTo>
                  <a:lnTo>
                    <a:pt x="4471" y="8974"/>
                  </a:lnTo>
                  <a:close/>
                </a:path>
              </a:pathLst>
            </a:custGeom>
            <a:solidFill>
              <a:srgbClr val="BAC5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1"/>
            <p:cNvSpPr/>
            <p:nvPr/>
          </p:nvSpPr>
          <p:spPr>
            <a:xfrm>
              <a:off x="3993575" y="2128600"/>
              <a:ext cx="3375" cy="3375"/>
            </a:xfrm>
            <a:custGeom>
              <a:rect b="b" l="l" r="r" t="t"/>
              <a:pathLst>
                <a:path extrusionOk="0" h="135" w="135">
                  <a:moveTo>
                    <a:pt x="0" y="0"/>
                  </a:moveTo>
                  <a:lnTo>
                    <a:pt x="0" y="135"/>
                  </a:lnTo>
                  <a:lnTo>
                    <a:pt x="135" y="135"/>
                  </a:lnTo>
                  <a:lnTo>
                    <a:pt x="0" y="0"/>
                  </a:lnTo>
                  <a:close/>
                </a:path>
              </a:pathLst>
            </a:custGeom>
            <a:solidFill>
              <a:srgbClr val="949E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1"/>
            <p:cNvSpPr/>
            <p:nvPr/>
          </p:nvSpPr>
          <p:spPr>
            <a:xfrm>
              <a:off x="3933925" y="2128600"/>
              <a:ext cx="59675" cy="24400"/>
            </a:xfrm>
            <a:custGeom>
              <a:rect b="b" l="l" r="r" t="t"/>
              <a:pathLst>
                <a:path extrusionOk="0" h="976" w="2387">
                  <a:moveTo>
                    <a:pt x="2386" y="0"/>
                  </a:moveTo>
                  <a:lnTo>
                    <a:pt x="2386" y="0"/>
                  </a:lnTo>
                  <a:cubicBezTo>
                    <a:pt x="2324" y="33"/>
                    <a:pt x="2262" y="64"/>
                    <a:pt x="2200" y="95"/>
                  </a:cubicBezTo>
                  <a:lnTo>
                    <a:pt x="2200" y="95"/>
                  </a:lnTo>
                  <a:cubicBezTo>
                    <a:pt x="2300" y="53"/>
                    <a:pt x="2366" y="20"/>
                    <a:pt x="2386" y="0"/>
                  </a:cubicBezTo>
                  <a:close/>
                  <a:moveTo>
                    <a:pt x="2200" y="95"/>
                  </a:moveTo>
                  <a:lnTo>
                    <a:pt x="2200" y="95"/>
                  </a:lnTo>
                  <a:cubicBezTo>
                    <a:pt x="1632" y="332"/>
                    <a:pt x="0" y="861"/>
                    <a:pt x="0" y="975"/>
                  </a:cubicBezTo>
                  <a:cubicBezTo>
                    <a:pt x="654" y="726"/>
                    <a:pt x="1423" y="477"/>
                    <a:pt x="2200" y="95"/>
                  </a:cubicBezTo>
                  <a:close/>
                </a:path>
              </a:pathLst>
            </a:custGeom>
            <a:solidFill>
              <a:srgbClr val="2E3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1"/>
            <p:cNvSpPr/>
            <p:nvPr/>
          </p:nvSpPr>
          <p:spPr>
            <a:xfrm>
              <a:off x="3933925" y="2128600"/>
              <a:ext cx="174775" cy="237800"/>
            </a:xfrm>
            <a:custGeom>
              <a:rect b="b" l="l" r="r" t="t"/>
              <a:pathLst>
                <a:path extrusionOk="0" h="9512" w="6991">
                  <a:moveTo>
                    <a:pt x="2386" y="0"/>
                  </a:moveTo>
                  <a:cubicBezTo>
                    <a:pt x="1546" y="437"/>
                    <a:pt x="706" y="706"/>
                    <a:pt x="0" y="975"/>
                  </a:cubicBezTo>
                  <a:cubicBezTo>
                    <a:pt x="2252" y="2656"/>
                    <a:pt x="3227" y="5748"/>
                    <a:pt x="3798" y="9512"/>
                  </a:cubicBezTo>
                  <a:cubicBezTo>
                    <a:pt x="4336" y="9108"/>
                    <a:pt x="5042" y="8672"/>
                    <a:pt x="5747" y="8672"/>
                  </a:cubicBezTo>
                  <a:cubicBezTo>
                    <a:pt x="6151" y="8672"/>
                    <a:pt x="6588" y="8840"/>
                    <a:pt x="6991" y="9108"/>
                  </a:cubicBezTo>
                  <a:lnTo>
                    <a:pt x="2521" y="135"/>
                  </a:lnTo>
                  <a:lnTo>
                    <a:pt x="2386" y="135"/>
                  </a:lnTo>
                  <a:lnTo>
                    <a:pt x="238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1"/>
            <p:cNvSpPr/>
            <p:nvPr/>
          </p:nvSpPr>
          <p:spPr>
            <a:xfrm>
              <a:off x="3801175" y="2093300"/>
              <a:ext cx="108400" cy="238650"/>
            </a:xfrm>
            <a:custGeom>
              <a:rect b="b" l="l" r="r" t="t"/>
              <a:pathLst>
                <a:path extrusionOk="0" h="9546" w="4336">
                  <a:moveTo>
                    <a:pt x="4336" y="1"/>
                  </a:moveTo>
                  <a:lnTo>
                    <a:pt x="403" y="169"/>
                  </a:lnTo>
                  <a:lnTo>
                    <a:pt x="0" y="7731"/>
                  </a:lnTo>
                  <a:cubicBezTo>
                    <a:pt x="0" y="8000"/>
                    <a:pt x="135" y="8403"/>
                    <a:pt x="403" y="8706"/>
                  </a:cubicBezTo>
                  <a:cubicBezTo>
                    <a:pt x="1244" y="9546"/>
                    <a:pt x="2521" y="9411"/>
                    <a:pt x="3361" y="9546"/>
                  </a:cubicBezTo>
                  <a:cubicBezTo>
                    <a:pt x="3899" y="9546"/>
                    <a:pt x="4201" y="8974"/>
                    <a:pt x="3899" y="8403"/>
                  </a:cubicBezTo>
                  <a:lnTo>
                    <a:pt x="2084" y="7025"/>
                  </a:lnTo>
                  <a:lnTo>
                    <a:pt x="4336" y="1"/>
                  </a:lnTo>
                  <a:close/>
                </a:path>
              </a:pathLst>
            </a:custGeom>
            <a:solidFill>
              <a:srgbClr val="EBBB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1"/>
            <p:cNvSpPr/>
            <p:nvPr/>
          </p:nvSpPr>
          <p:spPr>
            <a:xfrm>
              <a:off x="3814600" y="1806800"/>
              <a:ext cx="147075" cy="241175"/>
            </a:xfrm>
            <a:custGeom>
              <a:rect b="b" l="l" r="r" t="t"/>
              <a:pathLst>
                <a:path extrusionOk="0" h="9647" w="5883">
                  <a:moveTo>
                    <a:pt x="2824" y="0"/>
                  </a:moveTo>
                  <a:cubicBezTo>
                    <a:pt x="1984" y="0"/>
                    <a:pt x="1144" y="404"/>
                    <a:pt x="707" y="1378"/>
                  </a:cubicBezTo>
                  <a:cubicBezTo>
                    <a:pt x="438" y="1681"/>
                    <a:pt x="438" y="2084"/>
                    <a:pt x="438" y="2387"/>
                  </a:cubicBezTo>
                  <a:lnTo>
                    <a:pt x="1" y="9646"/>
                  </a:lnTo>
                  <a:lnTo>
                    <a:pt x="4370" y="9512"/>
                  </a:lnTo>
                  <a:lnTo>
                    <a:pt x="5613" y="5176"/>
                  </a:lnTo>
                  <a:cubicBezTo>
                    <a:pt x="5748" y="4605"/>
                    <a:pt x="5882" y="4201"/>
                    <a:pt x="5882" y="3630"/>
                  </a:cubicBezTo>
                  <a:cubicBezTo>
                    <a:pt x="5882" y="2790"/>
                    <a:pt x="5479" y="1815"/>
                    <a:pt x="4908" y="1109"/>
                  </a:cubicBezTo>
                  <a:cubicBezTo>
                    <a:pt x="4504" y="269"/>
                    <a:pt x="3664" y="0"/>
                    <a:pt x="28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1"/>
            <p:cNvSpPr/>
            <p:nvPr/>
          </p:nvSpPr>
          <p:spPr>
            <a:xfrm>
              <a:off x="3807875" y="2044575"/>
              <a:ext cx="140350" cy="52950"/>
            </a:xfrm>
            <a:custGeom>
              <a:rect b="b" l="l" r="r" t="t"/>
              <a:pathLst>
                <a:path extrusionOk="0" h="2118" w="5614">
                  <a:moveTo>
                    <a:pt x="5614" y="1"/>
                  </a:moveTo>
                  <a:lnTo>
                    <a:pt x="135" y="135"/>
                  </a:lnTo>
                  <a:lnTo>
                    <a:pt x="1" y="2118"/>
                  </a:lnTo>
                  <a:lnTo>
                    <a:pt x="4336" y="1950"/>
                  </a:lnTo>
                  <a:lnTo>
                    <a:pt x="56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1"/>
            <p:cNvSpPr/>
            <p:nvPr/>
          </p:nvSpPr>
          <p:spPr>
            <a:xfrm>
              <a:off x="3618850" y="2044575"/>
              <a:ext cx="143700" cy="48750"/>
            </a:xfrm>
            <a:custGeom>
              <a:rect b="b" l="l" r="r" t="t"/>
              <a:pathLst>
                <a:path extrusionOk="0" h="1950" w="5748">
                  <a:moveTo>
                    <a:pt x="0" y="1"/>
                  </a:moveTo>
                  <a:lnTo>
                    <a:pt x="1412" y="1950"/>
                  </a:lnTo>
                  <a:lnTo>
                    <a:pt x="5747" y="1950"/>
                  </a:lnTo>
                  <a:lnTo>
                    <a:pt x="54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1"/>
            <p:cNvSpPr/>
            <p:nvPr/>
          </p:nvSpPr>
          <p:spPr>
            <a:xfrm>
              <a:off x="3612125" y="1806800"/>
              <a:ext cx="143700" cy="237800"/>
            </a:xfrm>
            <a:custGeom>
              <a:rect b="b" l="l" r="r" t="t"/>
              <a:pathLst>
                <a:path extrusionOk="0" h="9512" w="5748">
                  <a:moveTo>
                    <a:pt x="3059" y="0"/>
                  </a:moveTo>
                  <a:cubicBezTo>
                    <a:pt x="2218" y="0"/>
                    <a:pt x="1546" y="269"/>
                    <a:pt x="975" y="975"/>
                  </a:cubicBezTo>
                  <a:cubicBezTo>
                    <a:pt x="403" y="1815"/>
                    <a:pt x="0" y="2790"/>
                    <a:pt x="0" y="3899"/>
                  </a:cubicBezTo>
                  <a:cubicBezTo>
                    <a:pt x="0" y="4336"/>
                    <a:pt x="135" y="4739"/>
                    <a:pt x="135" y="5042"/>
                  </a:cubicBezTo>
                  <a:lnTo>
                    <a:pt x="1378" y="9512"/>
                  </a:lnTo>
                  <a:lnTo>
                    <a:pt x="5747" y="9512"/>
                  </a:lnTo>
                  <a:lnTo>
                    <a:pt x="5579" y="2521"/>
                  </a:lnTo>
                  <a:cubicBezTo>
                    <a:pt x="5579" y="2084"/>
                    <a:pt x="5445" y="1815"/>
                    <a:pt x="5310" y="1378"/>
                  </a:cubicBezTo>
                  <a:cubicBezTo>
                    <a:pt x="4907" y="538"/>
                    <a:pt x="3899" y="0"/>
                    <a:pt x="305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1"/>
            <p:cNvSpPr/>
            <p:nvPr/>
          </p:nvSpPr>
          <p:spPr>
            <a:xfrm>
              <a:off x="3654125" y="2093300"/>
              <a:ext cx="105050" cy="238650"/>
            </a:xfrm>
            <a:custGeom>
              <a:rect b="b" l="l" r="r" t="t"/>
              <a:pathLst>
                <a:path extrusionOk="0" h="9546" w="4202">
                  <a:moveTo>
                    <a:pt x="269" y="1"/>
                  </a:moveTo>
                  <a:lnTo>
                    <a:pt x="2084" y="7025"/>
                  </a:lnTo>
                  <a:lnTo>
                    <a:pt x="269" y="8403"/>
                  </a:lnTo>
                  <a:cubicBezTo>
                    <a:pt x="1" y="8974"/>
                    <a:pt x="269" y="9546"/>
                    <a:pt x="841" y="9546"/>
                  </a:cubicBezTo>
                  <a:cubicBezTo>
                    <a:pt x="1681" y="9411"/>
                    <a:pt x="2925" y="9546"/>
                    <a:pt x="3765" y="8840"/>
                  </a:cubicBezTo>
                  <a:cubicBezTo>
                    <a:pt x="4067" y="8571"/>
                    <a:pt x="4202" y="8134"/>
                    <a:pt x="4202" y="7731"/>
                  </a:cubicBezTo>
                  <a:lnTo>
                    <a:pt x="4067" y="1"/>
                  </a:lnTo>
                  <a:close/>
                </a:path>
              </a:pathLst>
            </a:custGeom>
            <a:solidFill>
              <a:srgbClr val="EBBB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1"/>
            <p:cNvSpPr/>
            <p:nvPr/>
          </p:nvSpPr>
          <p:spPr>
            <a:xfrm>
              <a:off x="3706225" y="1631200"/>
              <a:ext cx="119325" cy="203350"/>
            </a:xfrm>
            <a:custGeom>
              <a:rect b="b" l="l" r="r" t="t"/>
              <a:pathLst>
                <a:path extrusionOk="0" h="8134" w="4773">
                  <a:moveTo>
                    <a:pt x="3933" y="0"/>
                  </a:moveTo>
                  <a:lnTo>
                    <a:pt x="0" y="437"/>
                  </a:lnTo>
                  <a:lnTo>
                    <a:pt x="0" y="1277"/>
                  </a:lnTo>
                  <a:lnTo>
                    <a:pt x="572" y="5210"/>
                  </a:lnTo>
                  <a:lnTo>
                    <a:pt x="572" y="6319"/>
                  </a:lnTo>
                  <a:cubicBezTo>
                    <a:pt x="706" y="7428"/>
                    <a:pt x="1681" y="8133"/>
                    <a:pt x="2823" y="8133"/>
                  </a:cubicBezTo>
                  <a:cubicBezTo>
                    <a:pt x="3933" y="7999"/>
                    <a:pt x="4773" y="7024"/>
                    <a:pt x="4638" y="5882"/>
                  </a:cubicBezTo>
                  <a:lnTo>
                    <a:pt x="4504" y="4907"/>
                  </a:lnTo>
                  <a:lnTo>
                    <a:pt x="4067" y="840"/>
                  </a:lnTo>
                  <a:lnTo>
                    <a:pt x="3933" y="0"/>
                  </a:lnTo>
                  <a:close/>
                </a:path>
              </a:pathLst>
            </a:custGeom>
            <a:solidFill>
              <a:srgbClr val="EBBB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1"/>
            <p:cNvSpPr/>
            <p:nvPr/>
          </p:nvSpPr>
          <p:spPr>
            <a:xfrm>
              <a:off x="3717150" y="1729500"/>
              <a:ext cx="101675" cy="42025"/>
            </a:xfrm>
            <a:custGeom>
              <a:rect b="b" l="l" r="r" t="t"/>
              <a:pathLst>
                <a:path extrusionOk="0" h="1681" w="4067">
                  <a:moveTo>
                    <a:pt x="4067" y="0"/>
                  </a:moveTo>
                  <a:cubicBezTo>
                    <a:pt x="2924" y="135"/>
                    <a:pt x="1815" y="135"/>
                    <a:pt x="706" y="135"/>
                  </a:cubicBezTo>
                  <a:lnTo>
                    <a:pt x="0" y="135"/>
                  </a:lnTo>
                  <a:lnTo>
                    <a:pt x="135" y="1278"/>
                  </a:lnTo>
                  <a:cubicBezTo>
                    <a:pt x="706" y="1546"/>
                    <a:pt x="1378" y="1681"/>
                    <a:pt x="1950" y="1681"/>
                  </a:cubicBezTo>
                  <a:cubicBezTo>
                    <a:pt x="2790" y="1681"/>
                    <a:pt x="3496" y="1412"/>
                    <a:pt x="4067" y="975"/>
                  </a:cubicBezTo>
                  <a:lnTo>
                    <a:pt x="4067" y="0"/>
                  </a:lnTo>
                  <a:close/>
                </a:path>
              </a:pathLst>
            </a:custGeom>
            <a:solidFill>
              <a:srgbClr val="E2A2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1"/>
            <p:cNvSpPr/>
            <p:nvPr/>
          </p:nvSpPr>
          <p:spPr>
            <a:xfrm>
              <a:off x="3891900" y="493050"/>
              <a:ext cx="840250" cy="1409575"/>
            </a:xfrm>
            <a:custGeom>
              <a:rect b="b" l="l" r="r" t="t"/>
              <a:pathLst>
                <a:path extrusionOk="0" h="56383" w="33610">
                  <a:moveTo>
                    <a:pt x="18315" y="1"/>
                  </a:moveTo>
                  <a:cubicBezTo>
                    <a:pt x="15526" y="1"/>
                    <a:pt x="12803" y="587"/>
                    <a:pt x="10520" y="1835"/>
                  </a:cubicBezTo>
                  <a:cubicBezTo>
                    <a:pt x="10352" y="1835"/>
                    <a:pt x="10218" y="2003"/>
                    <a:pt x="10083" y="2137"/>
                  </a:cubicBezTo>
                  <a:cubicBezTo>
                    <a:pt x="7159" y="3818"/>
                    <a:pt x="4908" y="6607"/>
                    <a:pt x="3362" y="9699"/>
                  </a:cubicBezTo>
                  <a:cubicBezTo>
                    <a:pt x="135" y="16421"/>
                    <a:pt x="1" y="24252"/>
                    <a:pt x="2118" y="31411"/>
                  </a:cubicBezTo>
                  <a:cubicBezTo>
                    <a:pt x="3799" y="37695"/>
                    <a:pt x="6991" y="43711"/>
                    <a:pt x="11193" y="48753"/>
                  </a:cubicBezTo>
                  <a:cubicBezTo>
                    <a:pt x="12470" y="50299"/>
                    <a:pt x="13881" y="51710"/>
                    <a:pt x="15259" y="53088"/>
                  </a:cubicBezTo>
                  <a:cubicBezTo>
                    <a:pt x="17376" y="54937"/>
                    <a:pt x="19326" y="56180"/>
                    <a:pt x="22115" y="56315"/>
                  </a:cubicBezTo>
                  <a:cubicBezTo>
                    <a:pt x="22454" y="56360"/>
                    <a:pt x="22799" y="56383"/>
                    <a:pt x="23145" y="56383"/>
                  </a:cubicBezTo>
                  <a:cubicBezTo>
                    <a:pt x="25103" y="56383"/>
                    <a:pt x="27120" y="55659"/>
                    <a:pt x="28434" y="54231"/>
                  </a:cubicBezTo>
                  <a:lnTo>
                    <a:pt x="28434" y="54231"/>
                  </a:lnTo>
                  <a:cubicBezTo>
                    <a:pt x="28305" y="54257"/>
                    <a:pt x="28180" y="54270"/>
                    <a:pt x="28060" y="54270"/>
                  </a:cubicBezTo>
                  <a:cubicBezTo>
                    <a:pt x="26356" y="54270"/>
                    <a:pt x="25487" y="51734"/>
                    <a:pt x="25644" y="50164"/>
                  </a:cubicBezTo>
                  <a:cubicBezTo>
                    <a:pt x="26047" y="47644"/>
                    <a:pt x="28165" y="45963"/>
                    <a:pt x="29677" y="44148"/>
                  </a:cubicBezTo>
                  <a:cubicBezTo>
                    <a:pt x="31358" y="42165"/>
                    <a:pt x="32366" y="39645"/>
                    <a:pt x="31929" y="37124"/>
                  </a:cubicBezTo>
                  <a:cubicBezTo>
                    <a:pt x="31526" y="35175"/>
                    <a:pt x="30517" y="33629"/>
                    <a:pt x="29980" y="31814"/>
                  </a:cubicBezTo>
                  <a:cubicBezTo>
                    <a:pt x="29677" y="30974"/>
                    <a:pt x="28837" y="28319"/>
                    <a:pt x="29408" y="27478"/>
                  </a:cubicBezTo>
                  <a:lnTo>
                    <a:pt x="29408" y="27478"/>
                  </a:lnTo>
                  <a:cubicBezTo>
                    <a:pt x="30390" y="28579"/>
                    <a:pt x="31292" y="30364"/>
                    <a:pt x="32931" y="30364"/>
                  </a:cubicBezTo>
                  <a:cubicBezTo>
                    <a:pt x="33144" y="30364"/>
                    <a:pt x="33370" y="30334"/>
                    <a:pt x="33609" y="30268"/>
                  </a:cubicBezTo>
                  <a:lnTo>
                    <a:pt x="33609" y="30268"/>
                  </a:lnTo>
                  <a:cubicBezTo>
                    <a:pt x="33599" y="30270"/>
                    <a:pt x="33588" y="30272"/>
                    <a:pt x="33576" y="30272"/>
                  </a:cubicBezTo>
                  <a:cubicBezTo>
                    <a:pt x="32992" y="30272"/>
                    <a:pt x="31792" y="26899"/>
                    <a:pt x="31660" y="26504"/>
                  </a:cubicBezTo>
                  <a:cubicBezTo>
                    <a:pt x="30954" y="23983"/>
                    <a:pt x="31089" y="21462"/>
                    <a:pt x="31223" y="18942"/>
                  </a:cubicBezTo>
                  <a:cubicBezTo>
                    <a:pt x="31358" y="16421"/>
                    <a:pt x="31526" y="14035"/>
                    <a:pt x="31223" y="11514"/>
                  </a:cubicBezTo>
                  <a:cubicBezTo>
                    <a:pt x="30685" y="8153"/>
                    <a:pt x="29274" y="4792"/>
                    <a:pt x="26619" y="2675"/>
                  </a:cubicBezTo>
                  <a:cubicBezTo>
                    <a:pt x="24502" y="995"/>
                    <a:pt x="21846" y="154"/>
                    <a:pt x="19191" y="20"/>
                  </a:cubicBezTo>
                  <a:cubicBezTo>
                    <a:pt x="18899" y="7"/>
                    <a:pt x="18607" y="1"/>
                    <a:pt x="18315" y="1"/>
                  </a:cubicBezTo>
                  <a:close/>
                </a:path>
              </a:pathLst>
            </a:custGeom>
            <a:solidFill>
              <a:srgbClr val="FFE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1"/>
            <p:cNvSpPr/>
            <p:nvPr/>
          </p:nvSpPr>
          <p:spPr>
            <a:xfrm>
              <a:off x="4056600" y="538900"/>
              <a:ext cx="304175" cy="1172975"/>
            </a:xfrm>
            <a:custGeom>
              <a:rect b="b" l="l" r="r" t="t"/>
              <a:pathLst>
                <a:path extrusionOk="0" h="46919" w="12167">
                  <a:moveTo>
                    <a:pt x="3932" y="1"/>
                  </a:moveTo>
                  <a:cubicBezTo>
                    <a:pt x="3764" y="1"/>
                    <a:pt x="3630" y="169"/>
                    <a:pt x="3495" y="303"/>
                  </a:cubicBezTo>
                  <a:cubicBezTo>
                    <a:pt x="2084" y="1009"/>
                    <a:pt x="975" y="1984"/>
                    <a:pt x="0" y="3093"/>
                  </a:cubicBezTo>
                  <a:cubicBezTo>
                    <a:pt x="1815" y="4202"/>
                    <a:pt x="3630" y="5345"/>
                    <a:pt x="5445" y="6723"/>
                  </a:cubicBezTo>
                  <a:cubicBezTo>
                    <a:pt x="4336" y="6050"/>
                    <a:pt x="3495" y="5614"/>
                    <a:pt x="2252" y="5614"/>
                  </a:cubicBezTo>
                  <a:lnTo>
                    <a:pt x="1949" y="5614"/>
                  </a:lnTo>
                  <a:cubicBezTo>
                    <a:pt x="3764" y="7160"/>
                    <a:pt x="6285" y="7865"/>
                    <a:pt x="8268" y="9546"/>
                  </a:cubicBezTo>
                  <a:cubicBezTo>
                    <a:pt x="8806" y="10083"/>
                    <a:pt x="9377" y="10655"/>
                    <a:pt x="9948" y="11226"/>
                  </a:cubicBezTo>
                  <a:cubicBezTo>
                    <a:pt x="9814" y="10789"/>
                    <a:pt x="9814" y="10252"/>
                    <a:pt x="9814" y="9680"/>
                  </a:cubicBezTo>
                  <a:cubicBezTo>
                    <a:pt x="9242" y="6319"/>
                    <a:pt x="7696" y="2958"/>
                    <a:pt x="5041" y="841"/>
                  </a:cubicBezTo>
                  <a:cubicBezTo>
                    <a:pt x="4605" y="572"/>
                    <a:pt x="4336" y="303"/>
                    <a:pt x="3932" y="1"/>
                  </a:cubicBezTo>
                  <a:close/>
                  <a:moveTo>
                    <a:pt x="10217" y="25073"/>
                  </a:moveTo>
                  <a:cubicBezTo>
                    <a:pt x="9948" y="25644"/>
                    <a:pt x="9646" y="26216"/>
                    <a:pt x="9242" y="26888"/>
                  </a:cubicBezTo>
                  <a:lnTo>
                    <a:pt x="9108" y="27056"/>
                  </a:lnTo>
                  <a:cubicBezTo>
                    <a:pt x="9814" y="27896"/>
                    <a:pt x="10486" y="28568"/>
                    <a:pt x="11494" y="28568"/>
                  </a:cubicBezTo>
                  <a:cubicBezTo>
                    <a:pt x="11763" y="28568"/>
                    <a:pt x="11898" y="28568"/>
                    <a:pt x="12166" y="28434"/>
                  </a:cubicBezTo>
                  <a:cubicBezTo>
                    <a:pt x="11629" y="28434"/>
                    <a:pt x="10654" y="26048"/>
                    <a:pt x="10217" y="25073"/>
                  </a:cubicBezTo>
                  <a:close/>
                  <a:moveTo>
                    <a:pt x="10217" y="34618"/>
                  </a:moveTo>
                  <a:cubicBezTo>
                    <a:pt x="9948" y="35592"/>
                    <a:pt x="9108" y="36433"/>
                    <a:pt x="8268" y="36970"/>
                  </a:cubicBezTo>
                  <a:cubicBezTo>
                    <a:pt x="7562" y="37273"/>
                    <a:pt x="6991" y="37407"/>
                    <a:pt x="6150" y="37407"/>
                  </a:cubicBezTo>
                  <a:lnTo>
                    <a:pt x="5445" y="37407"/>
                  </a:lnTo>
                  <a:cubicBezTo>
                    <a:pt x="4336" y="39222"/>
                    <a:pt x="2924" y="40903"/>
                    <a:pt x="1412" y="42449"/>
                  </a:cubicBezTo>
                  <a:cubicBezTo>
                    <a:pt x="2386" y="43995"/>
                    <a:pt x="3495" y="45541"/>
                    <a:pt x="4605" y="46919"/>
                  </a:cubicBezTo>
                  <a:cubicBezTo>
                    <a:pt x="5445" y="45104"/>
                    <a:pt x="6991" y="43692"/>
                    <a:pt x="8268" y="42314"/>
                  </a:cubicBezTo>
                  <a:cubicBezTo>
                    <a:pt x="9948" y="40331"/>
                    <a:pt x="10923" y="37811"/>
                    <a:pt x="10352" y="35290"/>
                  </a:cubicBezTo>
                  <a:cubicBezTo>
                    <a:pt x="10352" y="35021"/>
                    <a:pt x="10352" y="34887"/>
                    <a:pt x="10217" y="34618"/>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1"/>
            <p:cNvSpPr/>
            <p:nvPr/>
          </p:nvSpPr>
          <p:spPr>
            <a:xfrm>
              <a:off x="2718975" y="714525"/>
              <a:ext cx="861250" cy="1396700"/>
            </a:xfrm>
            <a:custGeom>
              <a:rect b="b" l="l" r="r" t="t"/>
              <a:pathLst>
                <a:path extrusionOk="0" h="55868" w="34450">
                  <a:moveTo>
                    <a:pt x="0" y="28971"/>
                  </a:moveTo>
                  <a:lnTo>
                    <a:pt x="0" y="28971"/>
                  </a:lnTo>
                  <a:cubicBezTo>
                    <a:pt x="15" y="28978"/>
                    <a:pt x="30" y="28984"/>
                    <a:pt x="46" y="28987"/>
                  </a:cubicBezTo>
                  <a:lnTo>
                    <a:pt x="46" y="28987"/>
                  </a:lnTo>
                  <a:cubicBezTo>
                    <a:pt x="31" y="28981"/>
                    <a:pt x="15" y="28976"/>
                    <a:pt x="0" y="28971"/>
                  </a:cubicBezTo>
                  <a:close/>
                  <a:moveTo>
                    <a:pt x="16805" y="0"/>
                  </a:moveTo>
                  <a:cubicBezTo>
                    <a:pt x="14149" y="0"/>
                    <a:pt x="11494" y="538"/>
                    <a:pt x="9243" y="1949"/>
                  </a:cubicBezTo>
                  <a:cubicBezTo>
                    <a:pt x="6453" y="3899"/>
                    <a:pt x="4638" y="7125"/>
                    <a:pt x="3932" y="10486"/>
                  </a:cubicBezTo>
                  <a:cubicBezTo>
                    <a:pt x="3361" y="12872"/>
                    <a:pt x="3361" y="15393"/>
                    <a:pt x="3227" y="17779"/>
                  </a:cubicBezTo>
                  <a:cubicBezTo>
                    <a:pt x="3227" y="20300"/>
                    <a:pt x="3092" y="22820"/>
                    <a:pt x="2252" y="25341"/>
                  </a:cubicBezTo>
                  <a:cubicBezTo>
                    <a:pt x="2123" y="25728"/>
                    <a:pt x="696" y="28989"/>
                    <a:pt x="75" y="28989"/>
                  </a:cubicBezTo>
                  <a:cubicBezTo>
                    <a:pt x="65" y="28989"/>
                    <a:pt x="55" y="28988"/>
                    <a:pt x="46" y="28987"/>
                  </a:cubicBezTo>
                  <a:lnTo>
                    <a:pt x="46" y="28987"/>
                  </a:lnTo>
                  <a:cubicBezTo>
                    <a:pt x="319" y="29079"/>
                    <a:pt x="578" y="29120"/>
                    <a:pt x="825" y="29120"/>
                  </a:cubicBezTo>
                  <a:cubicBezTo>
                    <a:pt x="2344" y="29120"/>
                    <a:pt x="3389" y="27540"/>
                    <a:pt x="4336" y="26450"/>
                  </a:cubicBezTo>
                  <a:lnTo>
                    <a:pt x="4336" y="26450"/>
                  </a:lnTo>
                  <a:cubicBezTo>
                    <a:pt x="4907" y="27425"/>
                    <a:pt x="3932" y="29945"/>
                    <a:pt x="3496" y="30786"/>
                  </a:cubicBezTo>
                  <a:cubicBezTo>
                    <a:pt x="2823" y="32466"/>
                    <a:pt x="1681" y="34012"/>
                    <a:pt x="1277" y="35827"/>
                  </a:cubicBezTo>
                  <a:cubicBezTo>
                    <a:pt x="572" y="38516"/>
                    <a:pt x="1277" y="41036"/>
                    <a:pt x="2823" y="43120"/>
                  </a:cubicBezTo>
                  <a:cubicBezTo>
                    <a:pt x="4201" y="44935"/>
                    <a:pt x="6184" y="46918"/>
                    <a:pt x="6319" y="49438"/>
                  </a:cubicBezTo>
                  <a:cubicBezTo>
                    <a:pt x="6443" y="50994"/>
                    <a:pt x="5502" y="53385"/>
                    <a:pt x="3682" y="53385"/>
                  </a:cubicBezTo>
                  <a:cubicBezTo>
                    <a:pt x="3536" y="53385"/>
                    <a:pt x="3384" y="53370"/>
                    <a:pt x="3227" y="53337"/>
                  </a:cubicBezTo>
                  <a:lnTo>
                    <a:pt x="3227" y="53337"/>
                  </a:lnTo>
                  <a:cubicBezTo>
                    <a:pt x="4773" y="55017"/>
                    <a:pt x="7159" y="55858"/>
                    <a:pt x="9377" y="55858"/>
                  </a:cubicBezTo>
                  <a:cubicBezTo>
                    <a:pt x="9517" y="55864"/>
                    <a:pt x="9655" y="55868"/>
                    <a:pt x="9792" y="55868"/>
                  </a:cubicBezTo>
                  <a:cubicBezTo>
                    <a:pt x="12407" y="55868"/>
                    <a:pt x="14396" y="54665"/>
                    <a:pt x="16536" y="53068"/>
                  </a:cubicBezTo>
                  <a:cubicBezTo>
                    <a:pt x="18787" y="51253"/>
                    <a:pt x="21006" y="49136"/>
                    <a:pt x="22989" y="46750"/>
                  </a:cubicBezTo>
                  <a:cubicBezTo>
                    <a:pt x="26618" y="42549"/>
                    <a:pt x="29408" y="37810"/>
                    <a:pt x="31391" y="32634"/>
                  </a:cubicBezTo>
                  <a:cubicBezTo>
                    <a:pt x="33911" y="25610"/>
                    <a:pt x="34449" y="17779"/>
                    <a:pt x="31794" y="10923"/>
                  </a:cubicBezTo>
                  <a:cubicBezTo>
                    <a:pt x="30550" y="7696"/>
                    <a:pt x="28568" y="4739"/>
                    <a:pt x="25778" y="2655"/>
                  </a:cubicBezTo>
                  <a:cubicBezTo>
                    <a:pt x="25207" y="2386"/>
                    <a:pt x="24669" y="1949"/>
                    <a:pt x="24098" y="1681"/>
                  </a:cubicBezTo>
                  <a:cubicBezTo>
                    <a:pt x="21846" y="538"/>
                    <a:pt x="19325" y="0"/>
                    <a:pt x="16805" y="0"/>
                  </a:cubicBezTo>
                  <a:close/>
                </a:path>
              </a:pathLst>
            </a:custGeom>
            <a:solidFill>
              <a:srgbClr val="FFE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1"/>
            <p:cNvSpPr/>
            <p:nvPr/>
          </p:nvSpPr>
          <p:spPr>
            <a:xfrm>
              <a:off x="3135725" y="1369050"/>
              <a:ext cx="315100" cy="514225"/>
            </a:xfrm>
            <a:custGeom>
              <a:rect b="b" l="l" r="r" t="t"/>
              <a:pathLst>
                <a:path extrusionOk="0" h="20569" w="12604">
                  <a:moveTo>
                    <a:pt x="975" y="0"/>
                  </a:moveTo>
                  <a:cubicBezTo>
                    <a:pt x="706" y="572"/>
                    <a:pt x="269" y="840"/>
                    <a:pt x="135" y="840"/>
                  </a:cubicBezTo>
                  <a:lnTo>
                    <a:pt x="0" y="840"/>
                  </a:lnTo>
                  <a:cubicBezTo>
                    <a:pt x="437" y="975"/>
                    <a:pt x="706" y="1109"/>
                    <a:pt x="840" y="1109"/>
                  </a:cubicBezTo>
                  <a:cubicBezTo>
                    <a:pt x="1277" y="1109"/>
                    <a:pt x="1546" y="975"/>
                    <a:pt x="1949" y="840"/>
                  </a:cubicBezTo>
                  <a:cubicBezTo>
                    <a:pt x="1546" y="572"/>
                    <a:pt x="1277" y="269"/>
                    <a:pt x="975" y="0"/>
                  </a:cubicBezTo>
                  <a:close/>
                  <a:moveTo>
                    <a:pt x="3932" y="1950"/>
                  </a:moveTo>
                  <a:cubicBezTo>
                    <a:pt x="3798" y="2252"/>
                    <a:pt x="3630" y="2521"/>
                    <a:pt x="3630" y="2655"/>
                  </a:cubicBezTo>
                  <a:cubicBezTo>
                    <a:pt x="3495" y="2790"/>
                    <a:pt x="3495" y="2924"/>
                    <a:pt x="3361" y="3092"/>
                  </a:cubicBezTo>
                  <a:cubicBezTo>
                    <a:pt x="3630" y="2790"/>
                    <a:pt x="3932" y="2386"/>
                    <a:pt x="4201" y="2084"/>
                  </a:cubicBezTo>
                  <a:cubicBezTo>
                    <a:pt x="4067" y="2084"/>
                    <a:pt x="3932" y="2084"/>
                    <a:pt x="3932" y="1950"/>
                  </a:cubicBezTo>
                  <a:close/>
                  <a:moveTo>
                    <a:pt x="2958" y="3932"/>
                  </a:moveTo>
                  <a:lnTo>
                    <a:pt x="2958" y="3932"/>
                  </a:lnTo>
                  <a:cubicBezTo>
                    <a:pt x="2386" y="5176"/>
                    <a:pt x="1681" y="6453"/>
                    <a:pt x="1277" y="7831"/>
                  </a:cubicBezTo>
                  <a:cubicBezTo>
                    <a:pt x="571" y="10352"/>
                    <a:pt x="1277" y="12872"/>
                    <a:pt x="2958" y="14990"/>
                  </a:cubicBezTo>
                  <a:cubicBezTo>
                    <a:pt x="4201" y="16670"/>
                    <a:pt x="5882" y="18485"/>
                    <a:pt x="6319" y="20569"/>
                  </a:cubicBezTo>
                  <a:cubicBezTo>
                    <a:pt x="8671" y="17779"/>
                    <a:pt x="10788" y="14687"/>
                    <a:pt x="12603" y="11326"/>
                  </a:cubicBezTo>
                  <a:cubicBezTo>
                    <a:pt x="11494" y="10789"/>
                    <a:pt x="10520" y="9948"/>
                    <a:pt x="9679" y="9243"/>
                  </a:cubicBezTo>
                  <a:cubicBezTo>
                    <a:pt x="9511" y="9243"/>
                    <a:pt x="9377" y="9377"/>
                    <a:pt x="9242" y="9512"/>
                  </a:cubicBezTo>
                  <a:cubicBezTo>
                    <a:pt x="8537" y="9814"/>
                    <a:pt x="7831" y="9948"/>
                    <a:pt x="7159" y="9948"/>
                  </a:cubicBezTo>
                  <a:cubicBezTo>
                    <a:pt x="4773" y="9948"/>
                    <a:pt x="2655" y="7966"/>
                    <a:pt x="2655" y="5445"/>
                  </a:cubicBezTo>
                  <a:cubicBezTo>
                    <a:pt x="2655" y="4907"/>
                    <a:pt x="2790" y="4470"/>
                    <a:pt x="2958" y="3932"/>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1"/>
            <p:cNvSpPr/>
            <p:nvPr/>
          </p:nvSpPr>
          <p:spPr>
            <a:xfrm>
              <a:off x="3198725" y="661575"/>
              <a:ext cx="1124250" cy="1071300"/>
            </a:xfrm>
            <a:custGeom>
              <a:rect b="b" l="l" r="r" t="t"/>
              <a:pathLst>
                <a:path extrusionOk="0" h="42852" w="44970">
                  <a:moveTo>
                    <a:pt x="21443" y="1"/>
                  </a:moveTo>
                  <a:cubicBezTo>
                    <a:pt x="9512" y="1"/>
                    <a:pt x="1" y="9680"/>
                    <a:pt x="1" y="21443"/>
                  </a:cubicBezTo>
                  <a:cubicBezTo>
                    <a:pt x="1" y="24670"/>
                    <a:pt x="707" y="27593"/>
                    <a:pt x="1816" y="30383"/>
                  </a:cubicBezTo>
                  <a:cubicBezTo>
                    <a:pt x="841" y="31089"/>
                    <a:pt x="135" y="32366"/>
                    <a:pt x="135" y="33744"/>
                  </a:cubicBezTo>
                  <a:cubicBezTo>
                    <a:pt x="135" y="36265"/>
                    <a:pt x="2253" y="38247"/>
                    <a:pt x="4639" y="38247"/>
                  </a:cubicBezTo>
                  <a:cubicBezTo>
                    <a:pt x="5613" y="38247"/>
                    <a:pt x="6454" y="37945"/>
                    <a:pt x="7159" y="37542"/>
                  </a:cubicBezTo>
                  <a:cubicBezTo>
                    <a:pt x="10924" y="40903"/>
                    <a:pt x="15965" y="42852"/>
                    <a:pt x="21443" y="42852"/>
                  </a:cubicBezTo>
                  <a:cubicBezTo>
                    <a:pt x="29274" y="42852"/>
                    <a:pt x="35996" y="38651"/>
                    <a:pt x="39760" y="32500"/>
                  </a:cubicBezTo>
                  <a:lnTo>
                    <a:pt x="40465" y="32500"/>
                  </a:lnTo>
                  <a:cubicBezTo>
                    <a:pt x="42852" y="32500"/>
                    <a:pt x="44969" y="30551"/>
                    <a:pt x="44969" y="28030"/>
                  </a:cubicBezTo>
                  <a:cubicBezTo>
                    <a:pt x="44969" y="26484"/>
                    <a:pt x="43961" y="24938"/>
                    <a:pt x="42717" y="24233"/>
                  </a:cubicBezTo>
                  <a:cubicBezTo>
                    <a:pt x="42717" y="23258"/>
                    <a:pt x="42852" y="22418"/>
                    <a:pt x="42852" y="21443"/>
                  </a:cubicBezTo>
                  <a:cubicBezTo>
                    <a:pt x="42852" y="9680"/>
                    <a:pt x="33206" y="1"/>
                    <a:pt x="21443" y="1"/>
                  </a:cubicBezTo>
                  <a:close/>
                </a:path>
              </a:pathLst>
            </a:custGeom>
            <a:solidFill>
              <a:srgbClr val="EBBB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1"/>
            <p:cNvSpPr/>
            <p:nvPr/>
          </p:nvSpPr>
          <p:spPr>
            <a:xfrm>
              <a:off x="3352500" y="1064050"/>
              <a:ext cx="830150" cy="259650"/>
            </a:xfrm>
            <a:custGeom>
              <a:rect b="b" l="l" r="r" t="t"/>
              <a:pathLst>
                <a:path extrusionOk="0" h="10386" w="33206">
                  <a:moveTo>
                    <a:pt x="21711" y="0"/>
                  </a:moveTo>
                  <a:cubicBezTo>
                    <a:pt x="21577" y="841"/>
                    <a:pt x="20333" y="1681"/>
                    <a:pt x="19056" y="2823"/>
                  </a:cubicBezTo>
                  <a:cubicBezTo>
                    <a:pt x="20468" y="2823"/>
                    <a:pt x="21711" y="2958"/>
                    <a:pt x="22854" y="3227"/>
                  </a:cubicBezTo>
                  <a:cubicBezTo>
                    <a:pt x="22854" y="2689"/>
                    <a:pt x="22551" y="1983"/>
                    <a:pt x="22417" y="1412"/>
                  </a:cubicBezTo>
                  <a:cubicBezTo>
                    <a:pt x="22283" y="1009"/>
                    <a:pt x="21711" y="572"/>
                    <a:pt x="21711" y="0"/>
                  </a:cubicBezTo>
                  <a:close/>
                  <a:moveTo>
                    <a:pt x="0" y="6184"/>
                  </a:moveTo>
                  <a:cubicBezTo>
                    <a:pt x="168" y="6453"/>
                    <a:pt x="571" y="7730"/>
                    <a:pt x="1008" y="8839"/>
                  </a:cubicBezTo>
                  <a:cubicBezTo>
                    <a:pt x="1412" y="8402"/>
                    <a:pt x="1849" y="7999"/>
                    <a:pt x="2252" y="7730"/>
                  </a:cubicBezTo>
                  <a:cubicBezTo>
                    <a:pt x="1546" y="7428"/>
                    <a:pt x="706" y="6890"/>
                    <a:pt x="0" y="6184"/>
                  </a:cubicBezTo>
                  <a:close/>
                  <a:moveTo>
                    <a:pt x="29408" y="437"/>
                  </a:moveTo>
                  <a:cubicBezTo>
                    <a:pt x="28567" y="1681"/>
                    <a:pt x="27324" y="2958"/>
                    <a:pt x="26047" y="4067"/>
                  </a:cubicBezTo>
                  <a:lnTo>
                    <a:pt x="25912" y="4067"/>
                  </a:lnTo>
                  <a:cubicBezTo>
                    <a:pt x="29004" y="5344"/>
                    <a:pt x="31525" y="7293"/>
                    <a:pt x="33205" y="10385"/>
                  </a:cubicBezTo>
                  <a:lnTo>
                    <a:pt x="33205" y="9680"/>
                  </a:lnTo>
                  <a:cubicBezTo>
                    <a:pt x="33071" y="8571"/>
                    <a:pt x="32769" y="7428"/>
                    <a:pt x="32365" y="6319"/>
                  </a:cubicBezTo>
                  <a:cubicBezTo>
                    <a:pt x="31525" y="4369"/>
                    <a:pt x="30248" y="2521"/>
                    <a:pt x="29408" y="437"/>
                  </a:cubicBezTo>
                  <a:close/>
                </a:path>
              </a:pathLst>
            </a:custGeom>
            <a:solidFill>
              <a:srgbClr val="E6A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1"/>
            <p:cNvSpPr/>
            <p:nvPr/>
          </p:nvSpPr>
          <p:spPr>
            <a:xfrm>
              <a:off x="4266650" y="1267375"/>
              <a:ext cx="56325" cy="94975"/>
            </a:xfrm>
            <a:custGeom>
              <a:rect b="b" l="l" r="r" t="t"/>
              <a:pathLst>
                <a:path extrusionOk="0" h="3799" w="2253">
                  <a:moveTo>
                    <a:pt x="1" y="1"/>
                  </a:moveTo>
                  <a:cubicBezTo>
                    <a:pt x="1244" y="707"/>
                    <a:pt x="2252" y="2253"/>
                    <a:pt x="2252" y="3798"/>
                  </a:cubicBezTo>
                  <a:cubicBezTo>
                    <a:pt x="2252" y="2118"/>
                    <a:pt x="1244" y="707"/>
                    <a:pt x="1" y="1"/>
                  </a:cubicBezTo>
                  <a:close/>
                </a:path>
              </a:pathLst>
            </a:custGeom>
            <a:solidFill>
              <a:srgbClr val="F0D3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1"/>
            <p:cNvSpPr/>
            <p:nvPr/>
          </p:nvSpPr>
          <p:spPr>
            <a:xfrm>
              <a:off x="4210350" y="1463150"/>
              <a:ext cx="52950" cy="10950"/>
            </a:xfrm>
            <a:custGeom>
              <a:rect b="b" l="l" r="r" t="t"/>
              <a:pathLst>
                <a:path extrusionOk="0" h="438" w="2118">
                  <a:moveTo>
                    <a:pt x="2117" y="1"/>
                  </a:moveTo>
                  <a:lnTo>
                    <a:pt x="2117" y="1"/>
                  </a:lnTo>
                  <a:cubicBezTo>
                    <a:pt x="1412" y="303"/>
                    <a:pt x="706" y="437"/>
                    <a:pt x="0" y="437"/>
                  </a:cubicBezTo>
                  <a:cubicBezTo>
                    <a:pt x="841" y="437"/>
                    <a:pt x="1412" y="303"/>
                    <a:pt x="2117" y="1"/>
                  </a:cubicBezTo>
                  <a:close/>
                </a:path>
              </a:pathLst>
            </a:custGeom>
            <a:solidFill>
              <a:srgbClr val="E7BD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1"/>
            <p:cNvSpPr/>
            <p:nvPr/>
          </p:nvSpPr>
          <p:spPr>
            <a:xfrm>
              <a:off x="4192700" y="1243000"/>
              <a:ext cx="130275" cy="231100"/>
            </a:xfrm>
            <a:custGeom>
              <a:rect b="b" l="l" r="r" t="t"/>
              <a:pathLst>
                <a:path extrusionOk="0" h="9244" w="5211">
                  <a:moveTo>
                    <a:pt x="2958" y="1"/>
                  </a:moveTo>
                  <a:cubicBezTo>
                    <a:pt x="2118" y="1413"/>
                    <a:pt x="1143" y="2925"/>
                    <a:pt x="1" y="4336"/>
                  </a:cubicBezTo>
                  <a:cubicBezTo>
                    <a:pt x="706" y="5882"/>
                    <a:pt x="706" y="7697"/>
                    <a:pt x="1" y="9243"/>
                  </a:cubicBezTo>
                  <a:lnTo>
                    <a:pt x="706" y="9243"/>
                  </a:lnTo>
                  <a:cubicBezTo>
                    <a:pt x="1412" y="9243"/>
                    <a:pt x="2118" y="9109"/>
                    <a:pt x="2824" y="8806"/>
                  </a:cubicBezTo>
                  <a:cubicBezTo>
                    <a:pt x="4067" y="7966"/>
                    <a:pt x="5042" y="6588"/>
                    <a:pt x="5210" y="5177"/>
                  </a:cubicBezTo>
                  <a:lnTo>
                    <a:pt x="5210" y="4773"/>
                  </a:lnTo>
                  <a:cubicBezTo>
                    <a:pt x="5210" y="3227"/>
                    <a:pt x="4202" y="1681"/>
                    <a:pt x="2958" y="976"/>
                  </a:cubicBezTo>
                  <a:lnTo>
                    <a:pt x="2958" y="1"/>
                  </a:lnTo>
                  <a:close/>
                </a:path>
              </a:pathLst>
            </a:custGeom>
            <a:solidFill>
              <a:srgbClr val="E6A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1"/>
            <p:cNvSpPr/>
            <p:nvPr/>
          </p:nvSpPr>
          <p:spPr>
            <a:xfrm>
              <a:off x="3209650" y="1446350"/>
              <a:ext cx="10100" cy="21025"/>
            </a:xfrm>
            <a:custGeom>
              <a:rect b="b" l="l" r="r" t="t"/>
              <a:pathLst>
                <a:path extrusionOk="0" h="841" w="404">
                  <a:moveTo>
                    <a:pt x="404" y="0"/>
                  </a:moveTo>
                  <a:cubicBezTo>
                    <a:pt x="270" y="269"/>
                    <a:pt x="135" y="538"/>
                    <a:pt x="1" y="840"/>
                  </a:cubicBezTo>
                  <a:lnTo>
                    <a:pt x="135" y="840"/>
                  </a:lnTo>
                  <a:cubicBezTo>
                    <a:pt x="135" y="538"/>
                    <a:pt x="270" y="404"/>
                    <a:pt x="404" y="135"/>
                  </a:cubicBezTo>
                  <a:lnTo>
                    <a:pt x="404" y="0"/>
                  </a:lnTo>
                  <a:close/>
                </a:path>
              </a:pathLst>
            </a:custGeom>
            <a:solidFill>
              <a:srgbClr val="F0D3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1"/>
            <p:cNvSpPr/>
            <p:nvPr/>
          </p:nvSpPr>
          <p:spPr>
            <a:xfrm>
              <a:off x="3202100" y="1421125"/>
              <a:ext cx="38675" cy="83975"/>
            </a:xfrm>
            <a:custGeom>
              <a:rect b="b" l="l" r="r" t="t"/>
              <a:pathLst>
                <a:path extrusionOk="0" h="3359" w="1547">
                  <a:moveTo>
                    <a:pt x="1546" y="1"/>
                  </a:moveTo>
                  <a:cubicBezTo>
                    <a:pt x="1277" y="303"/>
                    <a:pt x="975" y="707"/>
                    <a:pt x="706" y="1009"/>
                  </a:cubicBezTo>
                  <a:lnTo>
                    <a:pt x="706" y="1144"/>
                  </a:lnTo>
                  <a:cubicBezTo>
                    <a:pt x="975" y="707"/>
                    <a:pt x="1277" y="438"/>
                    <a:pt x="1546" y="169"/>
                  </a:cubicBezTo>
                  <a:lnTo>
                    <a:pt x="1546" y="1"/>
                  </a:lnTo>
                  <a:close/>
                  <a:moveTo>
                    <a:pt x="303" y="1849"/>
                  </a:moveTo>
                  <a:cubicBezTo>
                    <a:pt x="192" y="2204"/>
                    <a:pt x="96" y="2514"/>
                    <a:pt x="43" y="2839"/>
                  </a:cubicBezTo>
                  <a:lnTo>
                    <a:pt x="43" y="2839"/>
                  </a:lnTo>
                  <a:cubicBezTo>
                    <a:pt x="104" y="2474"/>
                    <a:pt x="232" y="2123"/>
                    <a:pt x="437" y="1849"/>
                  </a:cubicBezTo>
                  <a:close/>
                  <a:moveTo>
                    <a:pt x="43" y="2839"/>
                  </a:moveTo>
                  <a:cubicBezTo>
                    <a:pt x="14" y="3011"/>
                    <a:pt x="0" y="3186"/>
                    <a:pt x="0" y="3358"/>
                  </a:cubicBezTo>
                  <a:lnTo>
                    <a:pt x="0" y="3358"/>
                  </a:lnTo>
                  <a:cubicBezTo>
                    <a:pt x="0" y="3176"/>
                    <a:pt x="16" y="3006"/>
                    <a:pt x="43" y="2839"/>
                  </a:cubicBezTo>
                  <a:close/>
                </a:path>
              </a:pathLst>
            </a:custGeom>
            <a:solidFill>
              <a:srgbClr val="E7BD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1"/>
            <p:cNvSpPr/>
            <p:nvPr/>
          </p:nvSpPr>
          <p:spPr>
            <a:xfrm>
              <a:off x="3202100" y="1320300"/>
              <a:ext cx="175625" cy="297475"/>
            </a:xfrm>
            <a:custGeom>
              <a:rect b="b" l="l" r="r" t="t"/>
              <a:pathLst>
                <a:path extrusionOk="0" h="11899" w="7025">
                  <a:moveTo>
                    <a:pt x="2655" y="1"/>
                  </a:moveTo>
                  <a:cubicBezTo>
                    <a:pt x="2655" y="1"/>
                    <a:pt x="2521" y="841"/>
                    <a:pt x="2521" y="1816"/>
                  </a:cubicBezTo>
                  <a:cubicBezTo>
                    <a:pt x="2655" y="2522"/>
                    <a:pt x="2958" y="3496"/>
                    <a:pt x="3495" y="4336"/>
                  </a:cubicBezTo>
                  <a:lnTo>
                    <a:pt x="3495" y="4471"/>
                  </a:lnTo>
                  <a:lnTo>
                    <a:pt x="3092" y="4471"/>
                  </a:lnTo>
                  <a:cubicBezTo>
                    <a:pt x="2655" y="4471"/>
                    <a:pt x="2118" y="4336"/>
                    <a:pt x="1546" y="4202"/>
                  </a:cubicBezTo>
                  <a:cubicBezTo>
                    <a:pt x="1277" y="4471"/>
                    <a:pt x="975" y="4740"/>
                    <a:pt x="706" y="5177"/>
                  </a:cubicBezTo>
                  <a:cubicBezTo>
                    <a:pt x="572" y="5446"/>
                    <a:pt x="437" y="5580"/>
                    <a:pt x="437" y="5882"/>
                  </a:cubicBezTo>
                  <a:cubicBezTo>
                    <a:pt x="135" y="6286"/>
                    <a:pt x="0" y="6857"/>
                    <a:pt x="0" y="7395"/>
                  </a:cubicBezTo>
                  <a:cubicBezTo>
                    <a:pt x="0" y="9916"/>
                    <a:pt x="2118" y="11898"/>
                    <a:pt x="4504" y="11898"/>
                  </a:cubicBezTo>
                  <a:cubicBezTo>
                    <a:pt x="4773" y="11898"/>
                    <a:pt x="5747" y="11764"/>
                    <a:pt x="6587" y="11462"/>
                  </a:cubicBezTo>
                  <a:cubicBezTo>
                    <a:pt x="6722" y="11327"/>
                    <a:pt x="6856" y="11193"/>
                    <a:pt x="7024" y="11193"/>
                  </a:cubicBezTo>
                  <a:cubicBezTo>
                    <a:pt x="6016" y="8672"/>
                    <a:pt x="2823" y="5580"/>
                    <a:pt x="5747" y="135"/>
                  </a:cubicBezTo>
                  <a:cubicBezTo>
                    <a:pt x="5882" y="135"/>
                    <a:pt x="5882" y="1"/>
                    <a:pt x="5882" y="1"/>
                  </a:cubicBezTo>
                  <a:cubicBezTo>
                    <a:pt x="5344" y="1"/>
                    <a:pt x="4773" y="135"/>
                    <a:pt x="4336" y="135"/>
                  </a:cubicBezTo>
                  <a:cubicBezTo>
                    <a:pt x="3361" y="135"/>
                    <a:pt x="2655" y="1"/>
                    <a:pt x="2655" y="1"/>
                  </a:cubicBezTo>
                  <a:close/>
                </a:path>
              </a:pathLst>
            </a:custGeom>
            <a:solidFill>
              <a:srgbClr val="E6A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1"/>
            <p:cNvSpPr/>
            <p:nvPr/>
          </p:nvSpPr>
          <p:spPr>
            <a:xfrm>
              <a:off x="3058425" y="530950"/>
              <a:ext cx="1320000" cy="898800"/>
            </a:xfrm>
            <a:custGeom>
              <a:rect b="b" l="l" r="r" t="t"/>
              <a:pathLst>
                <a:path extrusionOk="0" h="35952" w="52800">
                  <a:moveTo>
                    <a:pt x="27902" y="0"/>
                  </a:moveTo>
                  <a:cubicBezTo>
                    <a:pt x="27435" y="0"/>
                    <a:pt x="26964" y="17"/>
                    <a:pt x="26484" y="50"/>
                  </a:cubicBezTo>
                  <a:cubicBezTo>
                    <a:pt x="25643" y="184"/>
                    <a:pt x="24803" y="184"/>
                    <a:pt x="24097" y="487"/>
                  </a:cubicBezTo>
                  <a:cubicBezTo>
                    <a:pt x="23123" y="890"/>
                    <a:pt x="22686" y="1730"/>
                    <a:pt x="21846" y="2302"/>
                  </a:cubicBezTo>
                  <a:cubicBezTo>
                    <a:pt x="21679" y="2385"/>
                    <a:pt x="21470" y="2417"/>
                    <a:pt x="21236" y="2417"/>
                  </a:cubicBezTo>
                  <a:cubicBezTo>
                    <a:pt x="20716" y="2417"/>
                    <a:pt x="20073" y="2260"/>
                    <a:pt x="19493" y="2167"/>
                  </a:cubicBezTo>
                  <a:cubicBezTo>
                    <a:pt x="18653" y="2167"/>
                    <a:pt x="17645" y="2167"/>
                    <a:pt x="16670" y="2302"/>
                  </a:cubicBezTo>
                  <a:cubicBezTo>
                    <a:pt x="14721" y="2571"/>
                    <a:pt x="12906" y="3276"/>
                    <a:pt x="11494" y="4520"/>
                  </a:cubicBezTo>
                  <a:cubicBezTo>
                    <a:pt x="10654" y="5360"/>
                    <a:pt x="10083" y="6200"/>
                    <a:pt x="9411" y="7209"/>
                  </a:cubicBezTo>
                  <a:cubicBezTo>
                    <a:pt x="8839" y="7746"/>
                    <a:pt x="8133" y="8452"/>
                    <a:pt x="7730" y="9292"/>
                  </a:cubicBezTo>
                  <a:cubicBezTo>
                    <a:pt x="6722" y="10973"/>
                    <a:pt x="6319" y="13090"/>
                    <a:pt x="5882" y="14905"/>
                  </a:cubicBezTo>
                  <a:cubicBezTo>
                    <a:pt x="5209" y="17291"/>
                    <a:pt x="4067" y="19644"/>
                    <a:pt x="3092" y="21896"/>
                  </a:cubicBezTo>
                  <a:cubicBezTo>
                    <a:pt x="2252" y="23711"/>
                    <a:pt x="840" y="25391"/>
                    <a:pt x="0" y="27206"/>
                  </a:cubicBezTo>
                  <a:cubicBezTo>
                    <a:pt x="706" y="27071"/>
                    <a:pt x="1546" y="26668"/>
                    <a:pt x="2252" y="26366"/>
                  </a:cubicBezTo>
                  <a:lnTo>
                    <a:pt x="2252" y="26366"/>
                  </a:lnTo>
                  <a:cubicBezTo>
                    <a:pt x="1143" y="28483"/>
                    <a:pt x="1681" y="30298"/>
                    <a:pt x="2823" y="32113"/>
                  </a:cubicBezTo>
                  <a:cubicBezTo>
                    <a:pt x="3730" y="33552"/>
                    <a:pt x="6705" y="35952"/>
                    <a:pt x="8793" y="35952"/>
                  </a:cubicBezTo>
                  <a:cubicBezTo>
                    <a:pt x="8948" y="35952"/>
                    <a:pt x="9098" y="35938"/>
                    <a:pt x="9242" y="35910"/>
                  </a:cubicBezTo>
                  <a:cubicBezTo>
                    <a:pt x="7865" y="33928"/>
                    <a:pt x="8402" y="31575"/>
                    <a:pt x="8402" y="31575"/>
                  </a:cubicBezTo>
                  <a:lnTo>
                    <a:pt x="8402" y="31575"/>
                  </a:lnTo>
                  <a:cubicBezTo>
                    <a:pt x="8402" y="31575"/>
                    <a:pt x="9001" y="31616"/>
                    <a:pt x="9789" y="31616"/>
                  </a:cubicBezTo>
                  <a:cubicBezTo>
                    <a:pt x="11021" y="31616"/>
                    <a:pt x="12715" y="31516"/>
                    <a:pt x="13309" y="31004"/>
                  </a:cubicBezTo>
                  <a:cubicBezTo>
                    <a:pt x="12771" y="30298"/>
                    <a:pt x="11763" y="27509"/>
                    <a:pt x="11763" y="27508"/>
                  </a:cubicBezTo>
                  <a:lnTo>
                    <a:pt x="11763" y="27508"/>
                  </a:lnTo>
                  <a:cubicBezTo>
                    <a:pt x="13256" y="28983"/>
                    <a:pt x="14864" y="29421"/>
                    <a:pt x="16528" y="29421"/>
                  </a:cubicBezTo>
                  <a:cubicBezTo>
                    <a:pt x="17859" y="29421"/>
                    <a:pt x="19228" y="29140"/>
                    <a:pt x="20602" y="28886"/>
                  </a:cubicBezTo>
                  <a:cubicBezTo>
                    <a:pt x="21972" y="28609"/>
                    <a:pt x="23342" y="28323"/>
                    <a:pt x="24637" y="28323"/>
                  </a:cubicBezTo>
                  <a:cubicBezTo>
                    <a:pt x="25854" y="28323"/>
                    <a:pt x="27005" y="28575"/>
                    <a:pt x="28030" y="29323"/>
                  </a:cubicBezTo>
                  <a:cubicBezTo>
                    <a:pt x="27738" y="25005"/>
                    <a:pt x="33090" y="23291"/>
                    <a:pt x="33455" y="21392"/>
                  </a:cubicBezTo>
                  <a:lnTo>
                    <a:pt x="33455" y="21392"/>
                  </a:lnTo>
                  <a:cubicBezTo>
                    <a:pt x="33474" y="21862"/>
                    <a:pt x="33944" y="22234"/>
                    <a:pt x="34180" y="22736"/>
                  </a:cubicBezTo>
                  <a:cubicBezTo>
                    <a:pt x="34314" y="23307"/>
                    <a:pt x="34617" y="24013"/>
                    <a:pt x="34751" y="24685"/>
                  </a:cubicBezTo>
                  <a:cubicBezTo>
                    <a:pt x="34886" y="25828"/>
                    <a:pt x="34617" y="26937"/>
                    <a:pt x="33911" y="27777"/>
                  </a:cubicBezTo>
                  <a:cubicBezTo>
                    <a:pt x="35155" y="26803"/>
                    <a:pt x="36566" y="26366"/>
                    <a:pt x="37810" y="25257"/>
                  </a:cubicBezTo>
                  <a:cubicBezTo>
                    <a:pt x="39087" y="24282"/>
                    <a:pt x="40330" y="23005"/>
                    <a:pt x="41171" y="21761"/>
                  </a:cubicBezTo>
                  <a:cubicBezTo>
                    <a:pt x="42011" y="23711"/>
                    <a:pt x="43288" y="25693"/>
                    <a:pt x="44128" y="27643"/>
                  </a:cubicBezTo>
                  <a:cubicBezTo>
                    <a:pt x="44968" y="29458"/>
                    <a:pt x="45103" y="31844"/>
                    <a:pt x="44700" y="33659"/>
                  </a:cubicBezTo>
                  <a:cubicBezTo>
                    <a:pt x="46380" y="31709"/>
                    <a:pt x="47758" y="29323"/>
                    <a:pt x="49169" y="27206"/>
                  </a:cubicBezTo>
                  <a:cubicBezTo>
                    <a:pt x="50984" y="24282"/>
                    <a:pt x="51556" y="21761"/>
                    <a:pt x="51556" y="18400"/>
                  </a:cubicBezTo>
                  <a:cubicBezTo>
                    <a:pt x="51556" y="17291"/>
                    <a:pt x="51690" y="16283"/>
                    <a:pt x="51253" y="15308"/>
                  </a:cubicBezTo>
                  <a:lnTo>
                    <a:pt x="51253" y="15308"/>
                  </a:lnTo>
                  <a:cubicBezTo>
                    <a:pt x="51690" y="16014"/>
                    <a:pt x="52261" y="16585"/>
                    <a:pt x="52665" y="17123"/>
                  </a:cubicBezTo>
                  <a:cubicBezTo>
                    <a:pt x="52799" y="16014"/>
                    <a:pt x="52261" y="14771"/>
                    <a:pt x="51556" y="13762"/>
                  </a:cubicBezTo>
                  <a:cubicBezTo>
                    <a:pt x="50715" y="12519"/>
                    <a:pt x="49304" y="10973"/>
                    <a:pt x="48195" y="9864"/>
                  </a:cubicBezTo>
                  <a:cubicBezTo>
                    <a:pt x="46212" y="8183"/>
                    <a:pt x="43691" y="7478"/>
                    <a:pt x="41876" y="5932"/>
                  </a:cubicBezTo>
                  <a:cubicBezTo>
                    <a:pt x="42017" y="5918"/>
                    <a:pt x="42152" y="5912"/>
                    <a:pt x="42282" y="5912"/>
                  </a:cubicBezTo>
                  <a:cubicBezTo>
                    <a:pt x="43459" y="5912"/>
                    <a:pt x="44252" y="6435"/>
                    <a:pt x="45372" y="7041"/>
                  </a:cubicBezTo>
                  <a:cubicBezTo>
                    <a:pt x="41473" y="3982"/>
                    <a:pt x="36970" y="1730"/>
                    <a:pt x="32096" y="487"/>
                  </a:cubicBezTo>
                  <a:cubicBezTo>
                    <a:pt x="30703" y="158"/>
                    <a:pt x="29329" y="0"/>
                    <a:pt x="27902" y="0"/>
                  </a:cubicBezTo>
                  <a:close/>
                </a:path>
              </a:pathLst>
            </a:custGeom>
            <a:solidFill>
              <a:srgbClr val="FFEC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1"/>
            <p:cNvSpPr/>
            <p:nvPr/>
          </p:nvSpPr>
          <p:spPr>
            <a:xfrm>
              <a:off x="4266650" y="996350"/>
              <a:ext cx="80675" cy="246675"/>
            </a:xfrm>
            <a:custGeom>
              <a:rect b="b" l="l" r="r" t="t"/>
              <a:pathLst>
                <a:path extrusionOk="0" h="9867" w="3227">
                  <a:moveTo>
                    <a:pt x="3226" y="0"/>
                  </a:moveTo>
                  <a:cubicBezTo>
                    <a:pt x="3210" y="2555"/>
                    <a:pt x="2894" y="4614"/>
                    <a:pt x="1815" y="6641"/>
                  </a:cubicBezTo>
                  <a:lnTo>
                    <a:pt x="1815" y="6775"/>
                  </a:lnTo>
                  <a:cubicBezTo>
                    <a:pt x="2894" y="4617"/>
                    <a:pt x="3210" y="2555"/>
                    <a:pt x="3226" y="0"/>
                  </a:cubicBezTo>
                  <a:close/>
                  <a:moveTo>
                    <a:pt x="701" y="8765"/>
                  </a:moveTo>
                  <a:lnTo>
                    <a:pt x="701" y="8765"/>
                  </a:lnTo>
                  <a:cubicBezTo>
                    <a:pt x="402" y="9164"/>
                    <a:pt x="268" y="9432"/>
                    <a:pt x="0" y="9733"/>
                  </a:cubicBezTo>
                  <a:lnTo>
                    <a:pt x="0" y="9867"/>
                  </a:lnTo>
                  <a:cubicBezTo>
                    <a:pt x="268" y="9432"/>
                    <a:pt x="402" y="9164"/>
                    <a:pt x="701" y="8765"/>
                  </a:cubicBezTo>
                  <a:close/>
                </a:path>
              </a:pathLst>
            </a:custGeom>
            <a:solidFill>
              <a:srgbClr val="EDCE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1"/>
            <p:cNvSpPr/>
            <p:nvPr/>
          </p:nvSpPr>
          <p:spPr>
            <a:xfrm>
              <a:off x="4287650" y="1162350"/>
              <a:ext cx="24400" cy="48750"/>
            </a:xfrm>
            <a:custGeom>
              <a:rect b="b" l="l" r="r" t="t"/>
              <a:pathLst>
                <a:path extrusionOk="0" h="1950" w="976">
                  <a:moveTo>
                    <a:pt x="975" y="1"/>
                  </a:moveTo>
                  <a:cubicBezTo>
                    <a:pt x="706" y="706"/>
                    <a:pt x="404" y="1278"/>
                    <a:pt x="0" y="1950"/>
                  </a:cubicBezTo>
                  <a:cubicBezTo>
                    <a:pt x="404" y="1278"/>
                    <a:pt x="706" y="706"/>
                    <a:pt x="975" y="135"/>
                  </a:cubicBezTo>
                  <a:lnTo>
                    <a:pt x="975" y="1"/>
                  </a:lnTo>
                  <a:close/>
                </a:path>
              </a:pathLst>
            </a:custGeom>
            <a:solidFill>
              <a:srgbClr val="E5B9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1"/>
            <p:cNvSpPr/>
            <p:nvPr/>
          </p:nvSpPr>
          <p:spPr>
            <a:xfrm>
              <a:off x="3759150" y="1134625"/>
              <a:ext cx="241150" cy="122700"/>
            </a:xfrm>
            <a:custGeom>
              <a:rect b="b" l="l" r="r" t="t"/>
              <a:pathLst>
                <a:path extrusionOk="0" h="4908" w="9646">
                  <a:moveTo>
                    <a:pt x="6588" y="404"/>
                  </a:moveTo>
                  <a:cubicBezTo>
                    <a:pt x="6722" y="404"/>
                    <a:pt x="6722" y="538"/>
                    <a:pt x="6722" y="538"/>
                  </a:cubicBezTo>
                  <a:cubicBezTo>
                    <a:pt x="6722" y="404"/>
                    <a:pt x="6722" y="404"/>
                    <a:pt x="6588" y="404"/>
                  </a:cubicBezTo>
                  <a:close/>
                  <a:moveTo>
                    <a:pt x="9646" y="1245"/>
                  </a:moveTo>
                  <a:lnTo>
                    <a:pt x="9646" y="1245"/>
                  </a:lnTo>
                  <a:cubicBezTo>
                    <a:pt x="8537" y="2219"/>
                    <a:pt x="6991" y="2656"/>
                    <a:pt x="5882" y="3630"/>
                  </a:cubicBezTo>
                  <a:cubicBezTo>
                    <a:pt x="7125" y="2656"/>
                    <a:pt x="8537" y="2219"/>
                    <a:pt x="9646" y="1245"/>
                  </a:cubicBezTo>
                  <a:close/>
                  <a:moveTo>
                    <a:pt x="2790" y="0"/>
                  </a:moveTo>
                  <a:lnTo>
                    <a:pt x="2790" y="0"/>
                  </a:lnTo>
                  <a:cubicBezTo>
                    <a:pt x="1379" y="1110"/>
                    <a:pt x="1" y="2656"/>
                    <a:pt x="1" y="4907"/>
                  </a:cubicBezTo>
                  <a:cubicBezTo>
                    <a:pt x="1" y="2656"/>
                    <a:pt x="1547" y="1110"/>
                    <a:pt x="2790" y="0"/>
                  </a:cubicBezTo>
                  <a:close/>
                </a:path>
              </a:pathLst>
            </a:custGeom>
            <a:solidFill>
              <a:srgbClr val="E3A8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1"/>
            <p:cNvSpPr/>
            <p:nvPr/>
          </p:nvSpPr>
          <p:spPr>
            <a:xfrm>
              <a:off x="3058425" y="1190075"/>
              <a:ext cx="56300" cy="21025"/>
            </a:xfrm>
            <a:custGeom>
              <a:rect b="b" l="l" r="r" t="t"/>
              <a:pathLst>
                <a:path extrusionOk="0" h="841" w="2252">
                  <a:moveTo>
                    <a:pt x="2252" y="1"/>
                  </a:moveTo>
                  <a:cubicBezTo>
                    <a:pt x="1546" y="303"/>
                    <a:pt x="706" y="706"/>
                    <a:pt x="0" y="841"/>
                  </a:cubicBezTo>
                  <a:cubicBezTo>
                    <a:pt x="706" y="706"/>
                    <a:pt x="1546" y="438"/>
                    <a:pt x="2252" y="169"/>
                  </a:cubicBezTo>
                  <a:lnTo>
                    <a:pt x="2252" y="1"/>
                  </a:lnTo>
                  <a:close/>
                </a:path>
              </a:pathLst>
            </a:custGeom>
            <a:solidFill>
              <a:srgbClr val="EDCE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1"/>
            <p:cNvSpPr/>
            <p:nvPr/>
          </p:nvSpPr>
          <p:spPr>
            <a:xfrm>
              <a:off x="3671800" y="1239650"/>
              <a:ext cx="87375" cy="27750"/>
            </a:xfrm>
            <a:custGeom>
              <a:rect b="b" l="l" r="r" t="t"/>
              <a:pathLst>
                <a:path extrusionOk="0" h="1110" w="3495">
                  <a:moveTo>
                    <a:pt x="0" y="1"/>
                  </a:moveTo>
                  <a:lnTo>
                    <a:pt x="0" y="1"/>
                  </a:lnTo>
                  <a:cubicBezTo>
                    <a:pt x="1243" y="1"/>
                    <a:pt x="2520" y="270"/>
                    <a:pt x="3495" y="1110"/>
                  </a:cubicBezTo>
                  <a:lnTo>
                    <a:pt x="3495" y="975"/>
                  </a:lnTo>
                  <a:cubicBezTo>
                    <a:pt x="2520" y="270"/>
                    <a:pt x="1243" y="1"/>
                    <a:pt x="0" y="1"/>
                  </a:cubicBezTo>
                  <a:close/>
                </a:path>
              </a:pathLst>
            </a:custGeom>
            <a:solidFill>
              <a:srgbClr val="E3A8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1"/>
            <p:cNvSpPr/>
            <p:nvPr/>
          </p:nvSpPr>
          <p:spPr>
            <a:xfrm>
              <a:off x="3097075" y="1260650"/>
              <a:ext cx="136975" cy="157150"/>
            </a:xfrm>
            <a:custGeom>
              <a:rect b="b" l="l" r="r" t="t"/>
              <a:pathLst>
                <a:path extrusionOk="0" h="6286" w="5479">
                  <a:moveTo>
                    <a:pt x="3495" y="5176"/>
                  </a:moveTo>
                  <a:lnTo>
                    <a:pt x="3495" y="5176"/>
                  </a:lnTo>
                  <a:cubicBezTo>
                    <a:pt x="4067" y="5580"/>
                    <a:pt x="4773" y="6017"/>
                    <a:pt x="5478" y="6286"/>
                  </a:cubicBezTo>
                  <a:lnTo>
                    <a:pt x="5478" y="6286"/>
                  </a:lnTo>
                  <a:cubicBezTo>
                    <a:pt x="4773" y="6017"/>
                    <a:pt x="4067" y="5580"/>
                    <a:pt x="3495" y="5176"/>
                  </a:cubicBezTo>
                  <a:close/>
                  <a:moveTo>
                    <a:pt x="0" y="1"/>
                  </a:moveTo>
                  <a:cubicBezTo>
                    <a:pt x="135" y="975"/>
                    <a:pt x="571" y="1950"/>
                    <a:pt x="1277" y="2925"/>
                  </a:cubicBezTo>
                  <a:cubicBezTo>
                    <a:pt x="1546" y="3362"/>
                    <a:pt x="1983" y="3899"/>
                    <a:pt x="2521" y="4336"/>
                  </a:cubicBezTo>
                  <a:lnTo>
                    <a:pt x="2521" y="4336"/>
                  </a:lnTo>
                  <a:cubicBezTo>
                    <a:pt x="1983" y="3899"/>
                    <a:pt x="1546" y="3362"/>
                    <a:pt x="1277" y="2925"/>
                  </a:cubicBezTo>
                  <a:cubicBezTo>
                    <a:pt x="571" y="1950"/>
                    <a:pt x="135" y="975"/>
                    <a:pt x="0" y="1"/>
                  </a:cubicBezTo>
                  <a:close/>
                </a:path>
              </a:pathLst>
            </a:custGeom>
            <a:solidFill>
              <a:srgbClr val="EDCE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1"/>
            <p:cNvSpPr/>
            <p:nvPr/>
          </p:nvSpPr>
          <p:spPr>
            <a:xfrm>
              <a:off x="3234025" y="1417775"/>
              <a:ext cx="6750" cy="3375"/>
            </a:xfrm>
            <a:custGeom>
              <a:rect b="b" l="l" r="r" t="t"/>
              <a:pathLst>
                <a:path extrusionOk="0" h="135" w="270">
                  <a:moveTo>
                    <a:pt x="0" y="1"/>
                  </a:moveTo>
                  <a:cubicBezTo>
                    <a:pt x="0" y="135"/>
                    <a:pt x="135" y="135"/>
                    <a:pt x="269" y="135"/>
                  </a:cubicBezTo>
                  <a:cubicBezTo>
                    <a:pt x="135" y="135"/>
                    <a:pt x="135" y="135"/>
                    <a:pt x="0" y="1"/>
                  </a:cubicBezTo>
                  <a:close/>
                </a:path>
              </a:pathLst>
            </a:custGeom>
            <a:solidFill>
              <a:srgbClr val="E5B9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1"/>
            <p:cNvSpPr/>
            <p:nvPr/>
          </p:nvSpPr>
          <p:spPr>
            <a:xfrm>
              <a:off x="4175900" y="1351525"/>
              <a:ext cx="16775" cy="24275"/>
            </a:xfrm>
            <a:custGeom>
              <a:rect b="b" l="l" r="r" t="t"/>
              <a:pathLst>
                <a:path extrusionOk="0" h="971" w="671">
                  <a:moveTo>
                    <a:pt x="670" y="1"/>
                  </a:moveTo>
                  <a:lnTo>
                    <a:pt x="670" y="1"/>
                  </a:lnTo>
                  <a:cubicBezTo>
                    <a:pt x="535" y="268"/>
                    <a:pt x="268" y="569"/>
                    <a:pt x="1" y="836"/>
                  </a:cubicBezTo>
                  <a:lnTo>
                    <a:pt x="1" y="970"/>
                  </a:lnTo>
                  <a:cubicBezTo>
                    <a:pt x="268" y="569"/>
                    <a:pt x="535" y="268"/>
                    <a:pt x="670" y="1"/>
                  </a:cubicBezTo>
                  <a:close/>
                </a:path>
              </a:pathLst>
            </a:custGeom>
            <a:solidFill>
              <a:srgbClr val="E3A8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1"/>
            <p:cNvSpPr/>
            <p:nvPr/>
          </p:nvSpPr>
          <p:spPr>
            <a:xfrm>
              <a:off x="4000300" y="1074975"/>
              <a:ext cx="161350" cy="147050"/>
            </a:xfrm>
            <a:custGeom>
              <a:rect b="b" l="l" r="r" t="t"/>
              <a:pathLst>
                <a:path extrusionOk="0" h="5882" w="6454">
                  <a:moveTo>
                    <a:pt x="3481" y="21"/>
                  </a:moveTo>
                  <a:cubicBezTo>
                    <a:pt x="2641" y="1258"/>
                    <a:pt x="1405" y="2526"/>
                    <a:pt x="135" y="3496"/>
                  </a:cubicBezTo>
                  <a:cubicBezTo>
                    <a:pt x="135" y="3630"/>
                    <a:pt x="0" y="3630"/>
                    <a:pt x="0" y="3630"/>
                  </a:cubicBezTo>
                  <a:lnTo>
                    <a:pt x="135" y="3630"/>
                  </a:lnTo>
                  <a:cubicBezTo>
                    <a:pt x="1405" y="2527"/>
                    <a:pt x="2641" y="1258"/>
                    <a:pt x="3481" y="21"/>
                  </a:cubicBezTo>
                  <a:close/>
                  <a:moveTo>
                    <a:pt x="3496" y="0"/>
                  </a:moveTo>
                  <a:cubicBezTo>
                    <a:pt x="4336" y="2084"/>
                    <a:pt x="5613" y="3932"/>
                    <a:pt x="6453" y="5882"/>
                  </a:cubicBezTo>
                  <a:cubicBezTo>
                    <a:pt x="5613" y="3932"/>
                    <a:pt x="4336" y="1950"/>
                    <a:pt x="3496" y="0"/>
                  </a:cubicBezTo>
                  <a:close/>
                </a:path>
              </a:pathLst>
            </a:custGeom>
            <a:solidFill>
              <a:srgbClr val="DE9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1"/>
            <p:cNvSpPr/>
            <p:nvPr/>
          </p:nvSpPr>
          <p:spPr>
            <a:xfrm>
              <a:off x="4266650" y="1239650"/>
              <a:ext cx="25" cy="3375"/>
            </a:xfrm>
            <a:custGeom>
              <a:rect b="b" l="l" r="r" t="t"/>
              <a:pathLst>
                <a:path extrusionOk="0" h="135" w="1">
                  <a:moveTo>
                    <a:pt x="0" y="1"/>
                  </a:moveTo>
                  <a:lnTo>
                    <a:pt x="0" y="1"/>
                  </a:lnTo>
                  <a:lnTo>
                    <a:pt x="0" y="135"/>
                  </a:lnTo>
                  <a:lnTo>
                    <a:pt x="0" y="135"/>
                  </a:lnTo>
                  <a:close/>
                </a:path>
              </a:pathLst>
            </a:custGeom>
            <a:solidFill>
              <a:srgbClr val="E8BD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1"/>
            <p:cNvSpPr/>
            <p:nvPr/>
          </p:nvSpPr>
          <p:spPr>
            <a:xfrm>
              <a:off x="3265100" y="1239650"/>
              <a:ext cx="1001575" cy="126050"/>
            </a:xfrm>
            <a:custGeom>
              <a:rect b="b" l="l" r="r" t="t"/>
              <a:pathLst>
                <a:path extrusionOk="0" h="5042" w="40063">
                  <a:moveTo>
                    <a:pt x="135" y="3227"/>
                  </a:moveTo>
                  <a:cubicBezTo>
                    <a:pt x="135" y="3227"/>
                    <a:pt x="841" y="3361"/>
                    <a:pt x="1816" y="3361"/>
                  </a:cubicBezTo>
                  <a:cubicBezTo>
                    <a:pt x="2253" y="3361"/>
                    <a:pt x="2824" y="3227"/>
                    <a:pt x="3362" y="3227"/>
                  </a:cubicBezTo>
                  <a:close/>
                  <a:moveTo>
                    <a:pt x="40062" y="1"/>
                  </a:moveTo>
                  <a:cubicBezTo>
                    <a:pt x="39224" y="1542"/>
                    <a:pt x="38253" y="3050"/>
                    <a:pt x="37114" y="4459"/>
                  </a:cubicBezTo>
                  <a:lnTo>
                    <a:pt x="37114" y="4459"/>
                  </a:lnTo>
                  <a:cubicBezTo>
                    <a:pt x="38253" y="3050"/>
                    <a:pt x="39224" y="1543"/>
                    <a:pt x="40062" y="135"/>
                  </a:cubicBezTo>
                  <a:lnTo>
                    <a:pt x="40062" y="1"/>
                  </a:lnTo>
                  <a:close/>
                  <a:moveTo>
                    <a:pt x="135" y="3227"/>
                  </a:moveTo>
                  <a:lnTo>
                    <a:pt x="135" y="3227"/>
                  </a:lnTo>
                  <a:cubicBezTo>
                    <a:pt x="135" y="3227"/>
                    <a:pt x="1" y="3900"/>
                    <a:pt x="1" y="5042"/>
                  </a:cubicBezTo>
                  <a:cubicBezTo>
                    <a:pt x="1" y="4068"/>
                    <a:pt x="135" y="3228"/>
                    <a:pt x="135" y="3227"/>
                  </a:cubicBezTo>
                  <a:close/>
                </a:path>
              </a:pathLst>
            </a:custGeom>
            <a:solidFill>
              <a:srgbClr val="DE9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1"/>
            <p:cNvSpPr/>
            <p:nvPr/>
          </p:nvSpPr>
          <p:spPr>
            <a:xfrm>
              <a:off x="3240750" y="1421125"/>
              <a:ext cx="25" cy="4250"/>
            </a:xfrm>
            <a:custGeom>
              <a:rect b="b" l="l" r="r" t="t"/>
              <a:pathLst>
                <a:path extrusionOk="0" h="170" w="1">
                  <a:moveTo>
                    <a:pt x="0" y="1"/>
                  </a:moveTo>
                  <a:lnTo>
                    <a:pt x="0" y="1"/>
                  </a:lnTo>
                  <a:lnTo>
                    <a:pt x="0" y="169"/>
                  </a:lnTo>
                  <a:lnTo>
                    <a:pt x="0" y="1"/>
                  </a:lnTo>
                  <a:close/>
                </a:path>
              </a:pathLst>
            </a:custGeom>
            <a:solidFill>
              <a:srgbClr val="DFA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1"/>
            <p:cNvSpPr/>
            <p:nvPr/>
          </p:nvSpPr>
          <p:spPr>
            <a:xfrm>
              <a:off x="3240750" y="1421125"/>
              <a:ext cx="48750" cy="10950"/>
            </a:xfrm>
            <a:custGeom>
              <a:rect b="b" l="l" r="r" t="t"/>
              <a:pathLst>
                <a:path extrusionOk="0" h="438" w="1950">
                  <a:moveTo>
                    <a:pt x="0" y="1"/>
                  </a:moveTo>
                  <a:lnTo>
                    <a:pt x="0" y="169"/>
                  </a:lnTo>
                  <a:cubicBezTo>
                    <a:pt x="572" y="303"/>
                    <a:pt x="1109" y="438"/>
                    <a:pt x="1546" y="438"/>
                  </a:cubicBezTo>
                  <a:cubicBezTo>
                    <a:pt x="1109" y="438"/>
                    <a:pt x="572" y="303"/>
                    <a:pt x="0" y="1"/>
                  </a:cubicBezTo>
                  <a:close/>
                  <a:moveTo>
                    <a:pt x="1949" y="303"/>
                  </a:moveTo>
                  <a:cubicBezTo>
                    <a:pt x="1815" y="438"/>
                    <a:pt x="1681" y="438"/>
                    <a:pt x="1546" y="438"/>
                  </a:cubicBezTo>
                  <a:lnTo>
                    <a:pt x="1949" y="438"/>
                  </a:lnTo>
                  <a:lnTo>
                    <a:pt x="1949" y="303"/>
                  </a:lnTo>
                  <a:close/>
                </a:path>
              </a:pathLst>
            </a:custGeom>
            <a:solidFill>
              <a:srgbClr val="DE9A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1"/>
            <p:cNvSpPr/>
            <p:nvPr/>
          </p:nvSpPr>
          <p:spPr>
            <a:xfrm>
              <a:off x="3058425" y="819550"/>
              <a:ext cx="1316625" cy="612525"/>
            </a:xfrm>
            <a:custGeom>
              <a:rect b="b" l="l" r="r" t="t"/>
              <a:pathLst>
                <a:path extrusionOk="0" h="24501" w="52665">
                  <a:moveTo>
                    <a:pt x="49741" y="0"/>
                  </a:moveTo>
                  <a:lnTo>
                    <a:pt x="49741" y="0"/>
                  </a:lnTo>
                  <a:cubicBezTo>
                    <a:pt x="51690" y="6016"/>
                    <a:pt x="49035" y="14418"/>
                    <a:pt x="45809" y="15259"/>
                  </a:cubicBezTo>
                  <a:cubicBezTo>
                    <a:pt x="46077" y="13309"/>
                    <a:pt x="43422" y="8671"/>
                    <a:pt x="42582" y="6991"/>
                  </a:cubicBezTo>
                  <a:cubicBezTo>
                    <a:pt x="41742" y="4907"/>
                    <a:pt x="40498" y="3059"/>
                    <a:pt x="39658" y="975"/>
                  </a:cubicBezTo>
                  <a:cubicBezTo>
                    <a:pt x="38818" y="2218"/>
                    <a:pt x="37541" y="3495"/>
                    <a:pt x="36297" y="4605"/>
                  </a:cubicBezTo>
                  <a:cubicBezTo>
                    <a:pt x="35155" y="5579"/>
                    <a:pt x="33609" y="6016"/>
                    <a:pt x="32365" y="6991"/>
                  </a:cubicBezTo>
                  <a:cubicBezTo>
                    <a:pt x="33071" y="6151"/>
                    <a:pt x="33340" y="5041"/>
                    <a:pt x="33205" y="3899"/>
                  </a:cubicBezTo>
                  <a:cubicBezTo>
                    <a:pt x="33071" y="3361"/>
                    <a:pt x="32937" y="2521"/>
                    <a:pt x="32634" y="1949"/>
                  </a:cubicBezTo>
                  <a:cubicBezTo>
                    <a:pt x="32500" y="1546"/>
                    <a:pt x="31928" y="1109"/>
                    <a:pt x="31928" y="538"/>
                  </a:cubicBezTo>
                  <a:cubicBezTo>
                    <a:pt x="31659" y="2386"/>
                    <a:pt x="26349" y="4201"/>
                    <a:pt x="26484" y="8671"/>
                  </a:cubicBezTo>
                  <a:cubicBezTo>
                    <a:pt x="25509" y="7831"/>
                    <a:pt x="24232" y="7562"/>
                    <a:pt x="23123" y="7562"/>
                  </a:cubicBezTo>
                  <a:cubicBezTo>
                    <a:pt x="21846" y="7562"/>
                    <a:pt x="20468" y="7831"/>
                    <a:pt x="19056" y="8100"/>
                  </a:cubicBezTo>
                  <a:cubicBezTo>
                    <a:pt x="17813" y="8402"/>
                    <a:pt x="16401" y="8671"/>
                    <a:pt x="14990" y="8671"/>
                  </a:cubicBezTo>
                  <a:cubicBezTo>
                    <a:pt x="13309" y="8671"/>
                    <a:pt x="11763" y="8268"/>
                    <a:pt x="10251" y="6722"/>
                  </a:cubicBezTo>
                  <a:lnTo>
                    <a:pt x="10251" y="6722"/>
                  </a:lnTo>
                  <a:cubicBezTo>
                    <a:pt x="10385" y="6991"/>
                    <a:pt x="11225" y="9511"/>
                    <a:pt x="11763" y="10217"/>
                  </a:cubicBezTo>
                  <a:cubicBezTo>
                    <a:pt x="11225" y="10789"/>
                    <a:pt x="9679" y="10923"/>
                    <a:pt x="8570" y="10923"/>
                  </a:cubicBezTo>
                  <a:cubicBezTo>
                    <a:pt x="7562" y="10923"/>
                    <a:pt x="6890" y="10789"/>
                    <a:pt x="6890" y="10789"/>
                  </a:cubicBezTo>
                  <a:lnTo>
                    <a:pt x="6890" y="10789"/>
                  </a:lnTo>
                  <a:cubicBezTo>
                    <a:pt x="6890" y="10789"/>
                    <a:pt x="6319" y="13141"/>
                    <a:pt x="7865" y="15259"/>
                  </a:cubicBezTo>
                  <a:lnTo>
                    <a:pt x="7293" y="15259"/>
                  </a:lnTo>
                  <a:cubicBezTo>
                    <a:pt x="5613" y="15259"/>
                    <a:pt x="3361" y="13578"/>
                    <a:pt x="1983" y="12301"/>
                  </a:cubicBezTo>
                  <a:cubicBezTo>
                    <a:pt x="1277" y="13444"/>
                    <a:pt x="571" y="14553"/>
                    <a:pt x="0" y="15662"/>
                  </a:cubicBezTo>
                  <a:cubicBezTo>
                    <a:pt x="706" y="15527"/>
                    <a:pt x="1546" y="15124"/>
                    <a:pt x="2252" y="14822"/>
                  </a:cubicBezTo>
                  <a:lnTo>
                    <a:pt x="2252" y="14822"/>
                  </a:lnTo>
                  <a:cubicBezTo>
                    <a:pt x="1681" y="15830"/>
                    <a:pt x="1546" y="16670"/>
                    <a:pt x="1546" y="17645"/>
                  </a:cubicBezTo>
                  <a:cubicBezTo>
                    <a:pt x="1681" y="18619"/>
                    <a:pt x="2117" y="19594"/>
                    <a:pt x="2823" y="20569"/>
                  </a:cubicBezTo>
                  <a:cubicBezTo>
                    <a:pt x="3092" y="21006"/>
                    <a:pt x="3529" y="21543"/>
                    <a:pt x="4067" y="21980"/>
                  </a:cubicBezTo>
                  <a:cubicBezTo>
                    <a:pt x="4369" y="22249"/>
                    <a:pt x="4638" y="22552"/>
                    <a:pt x="5041" y="22820"/>
                  </a:cubicBezTo>
                  <a:cubicBezTo>
                    <a:pt x="5613" y="23224"/>
                    <a:pt x="6319" y="23661"/>
                    <a:pt x="7024" y="23930"/>
                  </a:cubicBezTo>
                  <a:cubicBezTo>
                    <a:pt x="7159" y="24064"/>
                    <a:pt x="7159" y="24064"/>
                    <a:pt x="7293" y="24064"/>
                  </a:cubicBezTo>
                  <a:cubicBezTo>
                    <a:pt x="7865" y="24366"/>
                    <a:pt x="8402" y="24501"/>
                    <a:pt x="8839" y="24501"/>
                  </a:cubicBezTo>
                  <a:cubicBezTo>
                    <a:pt x="8974" y="24501"/>
                    <a:pt x="9108" y="24501"/>
                    <a:pt x="9242" y="24366"/>
                  </a:cubicBezTo>
                  <a:cubicBezTo>
                    <a:pt x="8705" y="23526"/>
                    <a:pt x="8402" y="22552"/>
                    <a:pt x="8268" y="21846"/>
                  </a:cubicBezTo>
                  <a:cubicBezTo>
                    <a:pt x="8268" y="20703"/>
                    <a:pt x="8402" y="20031"/>
                    <a:pt x="8402" y="20031"/>
                  </a:cubicBezTo>
                  <a:lnTo>
                    <a:pt x="11629" y="20031"/>
                  </a:lnTo>
                  <a:cubicBezTo>
                    <a:pt x="12334" y="19863"/>
                    <a:pt x="13040" y="19728"/>
                    <a:pt x="13309" y="19460"/>
                  </a:cubicBezTo>
                  <a:cubicBezTo>
                    <a:pt x="12781" y="18767"/>
                    <a:pt x="11962" y="16195"/>
                    <a:pt x="11773" y="15974"/>
                  </a:cubicBezTo>
                  <a:lnTo>
                    <a:pt x="11773" y="15974"/>
                  </a:lnTo>
                  <a:cubicBezTo>
                    <a:pt x="12477" y="16675"/>
                    <a:pt x="13312" y="17209"/>
                    <a:pt x="14015" y="17510"/>
                  </a:cubicBezTo>
                  <a:cubicBezTo>
                    <a:pt x="14855" y="17779"/>
                    <a:pt x="15695" y="17914"/>
                    <a:pt x="16536" y="17914"/>
                  </a:cubicBezTo>
                  <a:cubicBezTo>
                    <a:pt x="17947" y="17914"/>
                    <a:pt x="19325" y="17645"/>
                    <a:pt x="20602" y="17342"/>
                  </a:cubicBezTo>
                  <a:cubicBezTo>
                    <a:pt x="22014" y="17073"/>
                    <a:pt x="23257" y="16805"/>
                    <a:pt x="24534" y="16805"/>
                  </a:cubicBezTo>
                  <a:cubicBezTo>
                    <a:pt x="25778" y="16805"/>
                    <a:pt x="27055" y="17073"/>
                    <a:pt x="28030" y="17779"/>
                  </a:cubicBezTo>
                  <a:lnTo>
                    <a:pt x="28030" y="17510"/>
                  </a:lnTo>
                  <a:cubicBezTo>
                    <a:pt x="28030" y="15259"/>
                    <a:pt x="29408" y="13713"/>
                    <a:pt x="30819" y="12603"/>
                  </a:cubicBezTo>
                  <a:cubicBezTo>
                    <a:pt x="32096" y="11461"/>
                    <a:pt x="33340" y="10621"/>
                    <a:pt x="33474" y="9780"/>
                  </a:cubicBezTo>
                  <a:cubicBezTo>
                    <a:pt x="33474" y="10352"/>
                    <a:pt x="34046" y="10789"/>
                    <a:pt x="34180" y="11192"/>
                  </a:cubicBezTo>
                  <a:cubicBezTo>
                    <a:pt x="34314" y="11763"/>
                    <a:pt x="34617" y="12469"/>
                    <a:pt x="34617" y="13007"/>
                  </a:cubicBezTo>
                  <a:cubicBezTo>
                    <a:pt x="34751" y="13007"/>
                    <a:pt x="34751" y="13007"/>
                    <a:pt x="34751" y="13141"/>
                  </a:cubicBezTo>
                  <a:lnTo>
                    <a:pt x="34751" y="13578"/>
                  </a:lnTo>
                  <a:cubicBezTo>
                    <a:pt x="34751" y="14553"/>
                    <a:pt x="34449" y="15393"/>
                    <a:pt x="33911" y="16233"/>
                  </a:cubicBezTo>
                  <a:cubicBezTo>
                    <a:pt x="35155" y="15259"/>
                    <a:pt x="36566" y="14822"/>
                    <a:pt x="37675" y="13847"/>
                  </a:cubicBezTo>
                  <a:cubicBezTo>
                    <a:pt x="37675" y="13847"/>
                    <a:pt x="37810" y="13847"/>
                    <a:pt x="37810" y="13713"/>
                  </a:cubicBezTo>
                  <a:cubicBezTo>
                    <a:pt x="39087" y="12738"/>
                    <a:pt x="40330" y="11461"/>
                    <a:pt x="41171" y="10217"/>
                  </a:cubicBezTo>
                  <a:cubicBezTo>
                    <a:pt x="42011" y="12167"/>
                    <a:pt x="43288" y="14149"/>
                    <a:pt x="44128" y="16099"/>
                  </a:cubicBezTo>
                  <a:cubicBezTo>
                    <a:pt x="44532" y="17208"/>
                    <a:pt x="44834" y="18351"/>
                    <a:pt x="44968" y="19460"/>
                  </a:cubicBezTo>
                  <a:cubicBezTo>
                    <a:pt x="44968" y="20434"/>
                    <a:pt x="44968" y="21274"/>
                    <a:pt x="44700" y="22115"/>
                  </a:cubicBezTo>
                  <a:cubicBezTo>
                    <a:pt x="44968" y="21846"/>
                    <a:pt x="45237" y="21543"/>
                    <a:pt x="45372" y="21274"/>
                  </a:cubicBezTo>
                  <a:cubicBezTo>
                    <a:pt x="46514" y="19863"/>
                    <a:pt x="47489" y="18351"/>
                    <a:pt x="48329" y="16805"/>
                  </a:cubicBezTo>
                  <a:cubicBezTo>
                    <a:pt x="48598" y="16502"/>
                    <a:pt x="48733" y="16233"/>
                    <a:pt x="49035" y="15830"/>
                  </a:cubicBezTo>
                  <a:lnTo>
                    <a:pt x="49169" y="15662"/>
                  </a:lnTo>
                  <a:cubicBezTo>
                    <a:pt x="49573" y="14990"/>
                    <a:pt x="49875" y="14418"/>
                    <a:pt x="50144" y="13713"/>
                  </a:cubicBezTo>
                  <a:cubicBezTo>
                    <a:pt x="51253" y="11629"/>
                    <a:pt x="51556" y="9511"/>
                    <a:pt x="51556" y="6856"/>
                  </a:cubicBezTo>
                  <a:lnTo>
                    <a:pt x="51556" y="4739"/>
                  </a:lnTo>
                  <a:cubicBezTo>
                    <a:pt x="51421" y="4470"/>
                    <a:pt x="51421" y="4201"/>
                    <a:pt x="51253" y="3764"/>
                  </a:cubicBezTo>
                  <a:lnTo>
                    <a:pt x="51253" y="3764"/>
                  </a:lnTo>
                  <a:cubicBezTo>
                    <a:pt x="51690" y="4470"/>
                    <a:pt x="52261" y="5041"/>
                    <a:pt x="52665" y="5579"/>
                  </a:cubicBezTo>
                  <a:lnTo>
                    <a:pt x="52665" y="5310"/>
                  </a:lnTo>
                  <a:cubicBezTo>
                    <a:pt x="52665" y="4201"/>
                    <a:pt x="52093" y="3059"/>
                    <a:pt x="51556" y="2218"/>
                  </a:cubicBezTo>
                  <a:cubicBezTo>
                    <a:pt x="51119" y="1546"/>
                    <a:pt x="50413" y="706"/>
                    <a:pt x="49741"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1"/>
            <p:cNvSpPr/>
            <p:nvPr/>
          </p:nvSpPr>
          <p:spPr>
            <a:xfrm>
              <a:off x="3664200" y="1449700"/>
              <a:ext cx="175650" cy="115150"/>
            </a:xfrm>
            <a:custGeom>
              <a:rect b="b" l="l" r="r" t="t"/>
              <a:pathLst>
                <a:path extrusionOk="0" h="4606" w="7026">
                  <a:moveTo>
                    <a:pt x="6319" y="1"/>
                  </a:moveTo>
                  <a:cubicBezTo>
                    <a:pt x="6017" y="1"/>
                    <a:pt x="5882" y="270"/>
                    <a:pt x="5882" y="538"/>
                  </a:cubicBezTo>
                  <a:cubicBezTo>
                    <a:pt x="6017" y="706"/>
                    <a:pt x="6017" y="975"/>
                    <a:pt x="6017" y="1110"/>
                  </a:cubicBezTo>
                  <a:cubicBezTo>
                    <a:pt x="6017" y="2521"/>
                    <a:pt x="4908" y="3630"/>
                    <a:pt x="3496" y="3630"/>
                  </a:cubicBezTo>
                  <a:cubicBezTo>
                    <a:pt x="2253" y="3630"/>
                    <a:pt x="1144" y="2656"/>
                    <a:pt x="976" y="1379"/>
                  </a:cubicBezTo>
                  <a:cubicBezTo>
                    <a:pt x="976" y="1110"/>
                    <a:pt x="707" y="975"/>
                    <a:pt x="438" y="975"/>
                  </a:cubicBezTo>
                  <a:cubicBezTo>
                    <a:pt x="135" y="975"/>
                    <a:pt x="1" y="1244"/>
                    <a:pt x="1" y="1547"/>
                  </a:cubicBezTo>
                  <a:cubicBezTo>
                    <a:pt x="303" y="3227"/>
                    <a:pt x="1681" y="4605"/>
                    <a:pt x="3496" y="4605"/>
                  </a:cubicBezTo>
                  <a:cubicBezTo>
                    <a:pt x="5479" y="4605"/>
                    <a:pt x="7025" y="3059"/>
                    <a:pt x="7025" y="1110"/>
                  </a:cubicBezTo>
                  <a:cubicBezTo>
                    <a:pt x="7025" y="841"/>
                    <a:pt x="7025" y="706"/>
                    <a:pt x="6857" y="404"/>
                  </a:cubicBezTo>
                  <a:cubicBezTo>
                    <a:pt x="6857" y="135"/>
                    <a:pt x="6588" y="1"/>
                    <a:pt x="63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1"/>
            <p:cNvSpPr/>
            <p:nvPr/>
          </p:nvSpPr>
          <p:spPr>
            <a:xfrm>
              <a:off x="3381050" y="1294800"/>
              <a:ext cx="231100" cy="168725"/>
            </a:xfrm>
            <a:custGeom>
              <a:rect b="b" l="l" r="r" t="t"/>
              <a:pathLst>
                <a:path extrusionOk="0" h="6749" w="9244">
                  <a:moveTo>
                    <a:pt x="5732" y="0"/>
                  </a:moveTo>
                  <a:cubicBezTo>
                    <a:pt x="4300" y="0"/>
                    <a:pt x="3026" y="940"/>
                    <a:pt x="2521" y="2264"/>
                  </a:cubicBezTo>
                  <a:cubicBezTo>
                    <a:pt x="2270" y="2342"/>
                    <a:pt x="2033" y="2374"/>
                    <a:pt x="1812" y="2374"/>
                  </a:cubicBezTo>
                  <a:cubicBezTo>
                    <a:pt x="794" y="2374"/>
                    <a:pt x="135" y="1693"/>
                    <a:pt x="135" y="1693"/>
                  </a:cubicBezTo>
                  <a:lnTo>
                    <a:pt x="135" y="1693"/>
                  </a:lnTo>
                  <a:cubicBezTo>
                    <a:pt x="1" y="4079"/>
                    <a:pt x="1681" y="4651"/>
                    <a:pt x="2656" y="4785"/>
                  </a:cubicBezTo>
                  <a:cubicBezTo>
                    <a:pt x="3059" y="5760"/>
                    <a:pt x="4202" y="6600"/>
                    <a:pt x="5445" y="6734"/>
                  </a:cubicBezTo>
                  <a:cubicBezTo>
                    <a:pt x="5544" y="6744"/>
                    <a:pt x="5642" y="6748"/>
                    <a:pt x="5740" y="6748"/>
                  </a:cubicBezTo>
                  <a:cubicBezTo>
                    <a:pt x="7438" y="6748"/>
                    <a:pt x="8950" y="5392"/>
                    <a:pt x="9109" y="3676"/>
                  </a:cubicBezTo>
                  <a:cubicBezTo>
                    <a:pt x="9243" y="1861"/>
                    <a:pt x="7832" y="181"/>
                    <a:pt x="6017" y="13"/>
                  </a:cubicBezTo>
                  <a:cubicBezTo>
                    <a:pt x="5921" y="4"/>
                    <a:pt x="5826" y="0"/>
                    <a:pt x="57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1"/>
            <p:cNvSpPr/>
            <p:nvPr/>
          </p:nvSpPr>
          <p:spPr>
            <a:xfrm>
              <a:off x="3507100" y="1306025"/>
              <a:ext cx="59675" cy="59675"/>
            </a:xfrm>
            <a:custGeom>
              <a:rect b="b" l="l" r="r" t="t"/>
              <a:pathLst>
                <a:path extrusionOk="0" h="2387" w="2387">
                  <a:moveTo>
                    <a:pt x="1109" y="1"/>
                  </a:moveTo>
                  <a:cubicBezTo>
                    <a:pt x="403" y="1"/>
                    <a:pt x="0" y="572"/>
                    <a:pt x="0" y="1244"/>
                  </a:cubicBezTo>
                  <a:cubicBezTo>
                    <a:pt x="0" y="1950"/>
                    <a:pt x="403" y="2387"/>
                    <a:pt x="1109" y="2387"/>
                  </a:cubicBezTo>
                  <a:cubicBezTo>
                    <a:pt x="1815" y="2387"/>
                    <a:pt x="2386" y="1950"/>
                    <a:pt x="2386" y="1244"/>
                  </a:cubicBezTo>
                  <a:cubicBezTo>
                    <a:pt x="2386" y="572"/>
                    <a:pt x="1815" y="1"/>
                    <a:pt x="11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1"/>
            <p:cNvSpPr/>
            <p:nvPr/>
          </p:nvSpPr>
          <p:spPr>
            <a:xfrm>
              <a:off x="3877625" y="1246025"/>
              <a:ext cx="227725" cy="168650"/>
            </a:xfrm>
            <a:custGeom>
              <a:rect b="b" l="l" r="r" t="t"/>
              <a:pathLst>
                <a:path extrusionOk="0" h="6746" w="9109">
                  <a:moveTo>
                    <a:pt x="3549" y="0"/>
                  </a:moveTo>
                  <a:cubicBezTo>
                    <a:pt x="3443" y="0"/>
                    <a:pt x="3335" y="5"/>
                    <a:pt x="3227" y="14"/>
                  </a:cubicBezTo>
                  <a:cubicBezTo>
                    <a:pt x="1278" y="149"/>
                    <a:pt x="0" y="1695"/>
                    <a:pt x="169" y="3644"/>
                  </a:cubicBezTo>
                  <a:cubicBezTo>
                    <a:pt x="297" y="5409"/>
                    <a:pt x="1712" y="6745"/>
                    <a:pt x="3537" y="6745"/>
                  </a:cubicBezTo>
                  <a:cubicBezTo>
                    <a:pt x="3623" y="6745"/>
                    <a:pt x="3710" y="6742"/>
                    <a:pt x="3798" y="6736"/>
                  </a:cubicBezTo>
                  <a:cubicBezTo>
                    <a:pt x="5042" y="6602"/>
                    <a:pt x="6050" y="5761"/>
                    <a:pt x="6588" y="4652"/>
                  </a:cubicBezTo>
                  <a:cubicBezTo>
                    <a:pt x="7562" y="4652"/>
                    <a:pt x="9108" y="4081"/>
                    <a:pt x="8974" y="1560"/>
                  </a:cubicBezTo>
                  <a:lnTo>
                    <a:pt x="8974" y="1560"/>
                  </a:lnTo>
                  <a:cubicBezTo>
                    <a:pt x="8974" y="1561"/>
                    <a:pt x="8430" y="2279"/>
                    <a:pt x="7411" y="2279"/>
                  </a:cubicBezTo>
                  <a:cubicBezTo>
                    <a:pt x="7164" y="2279"/>
                    <a:pt x="6889" y="2237"/>
                    <a:pt x="6588" y="2132"/>
                  </a:cubicBezTo>
                  <a:cubicBezTo>
                    <a:pt x="6213" y="819"/>
                    <a:pt x="4966" y="0"/>
                    <a:pt x="35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1"/>
            <p:cNvSpPr/>
            <p:nvPr/>
          </p:nvSpPr>
          <p:spPr>
            <a:xfrm>
              <a:off x="3916275" y="1264025"/>
              <a:ext cx="59675" cy="59675"/>
            </a:xfrm>
            <a:custGeom>
              <a:rect b="b" l="l" r="r" t="t"/>
              <a:pathLst>
                <a:path extrusionOk="0" h="2387" w="2387">
                  <a:moveTo>
                    <a:pt x="1143" y="0"/>
                  </a:moveTo>
                  <a:cubicBezTo>
                    <a:pt x="572" y="0"/>
                    <a:pt x="0" y="572"/>
                    <a:pt x="0" y="1244"/>
                  </a:cubicBezTo>
                  <a:cubicBezTo>
                    <a:pt x="0" y="1815"/>
                    <a:pt x="572" y="2386"/>
                    <a:pt x="1143" y="2386"/>
                  </a:cubicBezTo>
                  <a:cubicBezTo>
                    <a:pt x="1815" y="2386"/>
                    <a:pt x="2387" y="1815"/>
                    <a:pt x="2387" y="1244"/>
                  </a:cubicBezTo>
                  <a:cubicBezTo>
                    <a:pt x="2387" y="572"/>
                    <a:pt x="1815" y="0"/>
                    <a:pt x="11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1"/>
            <p:cNvSpPr/>
            <p:nvPr/>
          </p:nvSpPr>
          <p:spPr>
            <a:xfrm>
              <a:off x="3373500" y="1446350"/>
              <a:ext cx="206725" cy="105050"/>
            </a:xfrm>
            <a:custGeom>
              <a:rect b="b" l="l" r="r" t="t"/>
              <a:pathLst>
                <a:path extrusionOk="0" h="4202" w="8269">
                  <a:moveTo>
                    <a:pt x="4201" y="0"/>
                  </a:moveTo>
                  <a:cubicBezTo>
                    <a:pt x="1849" y="0"/>
                    <a:pt x="0" y="975"/>
                    <a:pt x="0" y="2084"/>
                  </a:cubicBezTo>
                  <a:cubicBezTo>
                    <a:pt x="0" y="3193"/>
                    <a:pt x="1849" y="4201"/>
                    <a:pt x="4201" y="4201"/>
                  </a:cubicBezTo>
                  <a:cubicBezTo>
                    <a:pt x="6453" y="4201"/>
                    <a:pt x="8268" y="3193"/>
                    <a:pt x="8268" y="2084"/>
                  </a:cubicBezTo>
                  <a:cubicBezTo>
                    <a:pt x="8268" y="975"/>
                    <a:pt x="6453" y="0"/>
                    <a:pt x="420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1"/>
            <p:cNvSpPr/>
            <p:nvPr/>
          </p:nvSpPr>
          <p:spPr>
            <a:xfrm>
              <a:off x="3930550" y="1374500"/>
              <a:ext cx="213450" cy="111225"/>
            </a:xfrm>
            <a:custGeom>
              <a:rect b="b" l="l" r="r" t="t"/>
              <a:pathLst>
                <a:path extrusionOk="0" h="4449" w="8538">
                  <a:moveTo>
                    <a:pt x="4900" y="1"/>
                  </a:moveTo>
                  <a:cubicBezTo>
                    <a:pt x="4629" y="1"/>
                    <a:pt x="4350" y="17"/>
                    <a:pt x="4067" y="51"/>
                  </a:cubicBezTo>
                  <a:cubicBezTo>
                    <a:pt x="1681" y="354"/>
                    <a:pt x="1" y="1463"/>
                    <a:pt x="135" y="2706"/>
                  </a:cubicBezTo>
                  <a:cubicBezTo>
                    <a:pt x="251" y="3689"/>
                    <a:pt x="1735" y="4449"/>
                    <a:pt x="3561" y="4449"/>
                  </a:cubicBezTo>
                  <a:cubicBezTo>
                    <a:pt x="3856" y="4449"/>
                    <a:pt x="4161" y="4429"/>
                    <a:pt x="4471" y="4387"/>
                  </a:cubicBezTo>
                  <a:cubicBezTo>
                    <a:pt x="6723" y="4118"/>
                    <a:pt x="8537" y="3009"/>
                    <a:pt x="8403" y="1732"/>
                  </a:cubicBezTo>
                  <a:cubicBezTo>
                    <a:pt x="8286" y="764"/>
                    <a:pt x="6761" y="1"/>
                    <a:pt x="490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1"/>
            <p:cNvSpPr/>
            <p:nvPr/>
          </p:nvSpPr>
          <p:spPr>
            <a:xfrm>
              <a:off x="3597825" y="2131950"/>
              <a:ext cx="48775" cy="21050"/>
            </a:xfrm>
            <a:custGeom>
              <a:rect b="b" l="l" r="r" t="t"/>
              <a:pathLst>
                <a:path extrusionOk="0" h="842" w="1951">
                  <a:moveTo>
                    <a:pt x="1" y="1"/>
                  </a:moveTo>
                  <a:cubicBezTo>
                    <a:pt x="559" y="428"/>
                    <a:pt x="1245" y="694"/>
                    <a:pt x="1903" y="832"/>
                  </a:cubicBezTo>
                  <a:lnTo>
                    <a:pt x="1903" y="832"/>
                  </a:lnTo>
                  <a:cubicBezTo>
                    <a:pt x="1610" y="747"/>
                    <a:pt x="251" y="126"/>
                    <a:pt x="1" y="1"/>
                  </a:cubicBezTo>
                  <a:close/>
                  <a:moveTo>
                    <a:pt x="1903" y="832"/>
                  </a:moveTo>
                  <a:cubicBezTo>
                    <a:pt x="1925" y="838"/>
                    <a:pt x="1941" y="841"/>
                    <a:pt x="1950" y="841"/>
                  </a:cubicBezTo>
                  <a:cubicBezTo>
                    <a:pt x="1935" y="838"/>
                    <a:pt x="1919" y="835"/>
                    <a:pt x="1903" y="832"/>
                  </a:cubicBezTo>
                  <a:close/>
                </a:path>
              </a:pathLst>
            </a:custGeom>
            <a:solidFill>
              <a:srgbClr val="2E3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2"/>
          <p:cNvSpPr txBox="1"/>
          <p:nvPr/>
        </p:nvSpPr>
        <p:spPr>
          <a:xfrm>
            <a:off x="1548175" y="1473900"/>
            <a:ext cx="61791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800">
                <a:solidFill>
                  <a:srgbClr val="D2D2D2"/>
                </a:solidFill>
              </a:rPr>
              <a:t>50% des valeurs de la série sont inférieures ou égales à Me. 50% des valeurs de la série sont supérieures ou égales à Me.</a:t>
            </a:r>
            <a:endParaRPr b="1" sz="2800">
              <a:solidFill>
                <a:srgbClr val="D2D2D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33"/>
          <p:cNvSpPr txBox="1"/>
          <p:nvPr>
            <p:ph idx="1" type="subTitle"/>
          </p:nvPr>
        </p:nvSpPr>
        <p:spPr>
          <a:xfrm>
            <a:off x="4707375" y="2448600"/>
            <a:ext cx="3832200" cy="13092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a:t>La moyenne est l'indicateur le plus simple pour résumer l'information fournie par un ensemble de données statistiques : elle est égale à la somme de ces données divisée par leur nombre.</a:t>
            </a:r>
            <a:endParaRPr/>
          </a:p>
        </p:txBody>
      </p:sp>
      <p:sp>
        <p:nvSpPr>
          <p:cNvPr id="1009" name="Google Shape;1009;p33"/>
          <p:cNvSpPr txBox="1"/>
          <p:nvPr>
            <p:ph type="title"/>
          </p:nvPr>
        </p:nvSpPr>
        <p:spPr>
          <a:xfrm>
            <a:off x="4707375" y="1498625"/>
            <a:ext cx="3711300" cy="75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 Moyenne</a:t>
            </a:r>
            <a:endParaRPr/>
          </a:p>
        </p:txBody>
      </p:sp>
      <p:grpSp>
        <p:nvGrpSpPr>
          <p:cNvPr id="1010" name="Google Shape;1010;p33"/>
          <p:cNvGrpSpPr/>
          <p:nvPr/>
        </p:nvGrpSpPr>
        <p:grpSpPr>
          <a:xfrm>
            <a:off x="739432" y="1420854"/>
            <a:ext cx="3078623" cy="2542771"/>
            <a:chOff x="981282" y="1614329"/>
            <a:chExt cx="3078623" cy="2542771"/>
          </a:xfrm>
        </p:grpSpPr>
        <p:grpSp>
          <p:nvGrpSpPr>
            <p:cNvPr id="1011" name="Google Shape;1011;p33"/>
            <p:cNvGrpSpPr/>
            <p:nvPr/>
          </p:nvGrpSpPr>
          <p:grpSpPr>
            <a:xfrm>
              <a:off x="981282" y="1614329"/>
              <a:ext cx="3078623" cy="2542771"/>
              <a:chOff x="981282" y="1614329"/>
              <a:chExt cx="3078623" cy="2542771"/>
            </a:xfrm>
          </p:grpSpPr>
          <p:sp>
            <p:nvSpPr>
              <p:cNvPr id="1012" name="Google Shape;1012;p33"/>
              <p:cNvSpPr/>
              <p:nvPr/>
            </p:nvSpPr>
            <p:spPr>
              <a:xfrm>
                <a:off x="2851375" y="4013400"/>
                <a:ext cx="966250" cy="143700"/>
              </a:xfrm>
              <a:custGeom>
                <a:rect b="b" l="l" r="r" t="t"/>
                <a:pathLst>
                  <a:path extrusionOk="0" h="5748" w="38650">
                    <a:moveTo>
                      <a:pt x="19325" y="1"/>
                    </a:moveTo>
                    <a:cubicBezTo>
                      <a:pt x="8705" y="1"/>
                      <a:pt x="0" y="1244"/>
                      <a:pt x="0" y="2790"/>
                    </a:cubicBezTo>
                    <a:cubicBezTo>
                      <a:pt x="0" y="4470"/>
                      <a:pt x="8705" y="5748"/>
                      <a:pt x="19325" y="5748"/>
                    </a:cubicBezTo>
                    <a:cubicBezTo>
                      <a:pt x="29979" y="5748"/>
                      <a:pt x="38650" y="4470"/>
                      <a:pt x="38650" y="2790"/>
                    </a:cubicBezTo>
                    <a:cubicBezTo>
                      <a:pt x="38650" y="1244"/>
                      <a:pt x="29979" y="1"/>
                      <a:pt x="1932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3" name="Google Shape;1013;p33"/>
              <p:cNvGrpSpPr/>
              <p:nvPr/>
            </p:nvGrpSpPr>
            <p:grpSpPr>
              <a:xfrm>
                <a:off x="981282" y="3437559"/>
                <a:ext cx="3078623" cy="592869"/>
                <a:chOff x="133649" y="3580487"/>
                <a:chExt cx="3468870" cy="592869"/>
              </a:xfrm>
            </p:grpSpPr>
            <p:sp>
              <p:nvSpPr>
                <p:cNvPr id="1014" name="Google Shape;1014;p33"/>
                <p:cNvSpPr/>
                <p:nvPr/>
              </p:nvSpPr>
              <p:spPr>
                <a:xfrm>
                  <a:off x="2752694" y="3942026"/>
                  <a:ext cx="136130" cy="231330"/>
                </a:xfrm>
                <a:custGeom>
                  <a:rect b="b" l="l" r="r" t="t"/>
                  <a:pathLst>
                    <a:path extrusionOk="0" h="8167" w="4806">
                      <a:moveTo>
                        <a:pt x="1" y="1"/>
                      </a:moveTo>
                      <a:lnTo>
                        <a:pt x="1" y="8167"/>
                      </a:lnTo>
                      <a:lnTo>
                        <a:pt x="4805" y="8167"/>
                      </a:lnTo>
                      <a:lnTo>
                        <a:pt x="4805"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5" name="Google Shape;1015;p33"/>
                <p:cNvGrpSpPr/>
                <p:nvPr/>
              </p:nvGrpSpPr>
              <p:grpSpPr>
                <a:xfrm flipH="1">
                  <a:off x="133649" y="3580487"/>
                  <a:ext cx="3468870" cy="583832"/>
                  <a:chOff x="929285" y="5051507"/>
                  <a:chExt cx="7315206" cy="1231195"/>
                </a:xfrm>
              </p:grpSpPr>
              <p:sp>
                <p:nvSpPr>
                  <p:cNvPr id="1016" name="Google Shape;1016;p33"/>
                  <p:cNvSpPr/>
                  <p:nvPr/>
                </p:nvSpPr>
                <p:spPr>
                  <a:xfrm>
                    <a:off x="929285" y="5051507"/>
                    <a:ext cx="7315206" cy="420715"/>
                  </a:xfrm>
                  <a:custGeom>
                    <a:rect b="b" l="l" r="r" t="t"/>
                    <a:pathLst>
                      <a:path extrusionOk="0" h="7612" w="132354">
                        <a:moveTo>
                          <a:pt x="1" y="1"/>
                        </a:moveTo>
                        <a:lnTo>
                          <a:pt x="1" y="7611"/>
                        </a:lnTo>
                        <a:lnTo>
                          <a:pt x="132353" y="7611"/>
                        </a:lnTo>
                        <a:lnTo>
                          <a:pt x="132353" y="1"/>
                        </a:lnTo>
                        <a:close/>
                      </a:path>
                    </a:pathLst>
                  </a:custGeom>
                  <a:solidFill>
                    <a:srgbClr val="EFED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3"/>
                  <p:cNvSpPr/>
                  <p:nvPr/>
                </p:nvSpPr>
                <p:spPr>
                  <a:xfrm>
                    <a:off x="929285" y="5051507"/>
                    <a:ext cx="7315206" cy="133919"/>
                  </a:xfrm>
                  <a:custGeom>
                    <a:rect b="b" l="l" r="r" t="t"/>
                    <a:pathLst>
                      <a:path extrusionOk="0" h="2423" w="132354">
                        <a:moveTo>
                          <a:pt x="1" y="1"/>
                        </a:moveTo>
                        <a:lnTo>
                          <a:pt x="1" y="2423"/>
                        </a:lnTo>
                        <a:lnTo>
                          <a:pt x="132353" y="2423"/>
                        </a:lnTo>
                        <a:lnTo>
                          <a:pt x="132353" y="1"/>
                        </a:lnTo>
                        <a:close/>
                      </a:path>
                    </a:pathLst>
                  </a:custGeom>
                  <a:solidFill>
                    <a:srgbClr val="FFF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3"/>
                  <p:cNvSpPr/>
                  <p:nvPr/>
                </p:nvSpPr>
                <p:spPr>
                  <a:xfrm>
                    <a:off x="6510315" y="5831311"/>
                    <a:ext cx="264854" cy="451390"/>
                  </a:xfrm>
                  <a:custGeom>
                    <a:rect b="b" l="l" r="r" t="t"/>
                    <a:pathLst>
                      <a:path extrusionOk="0" h="8167" w="4792">
                        <a:moveTo>
                          <a:pt x="1" y="1"/>
                        </a:moveTo>
                        <a:lnTo>
                          <a:pt x="1" y="8167"/>
                        </a:lnTo>
                        <a:lnTo>
                          <a:pt x="4792" y="8167"/>
                        </a:lnTo>
                        <a:lnTo>
                          <a:pt x="4792"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3"/>
                  <p:cNvSpPr/>
                  <p:nvPr/>
                </p:nvSpPr>
                <p:spPr>
                  <a:xfrm>
                    <a:off x="6510315" y="5831311"/>
                    <a:ext cx="264854" cy="164649"/>
                  </a:xfrm>
                  <a:custGeom>
                    <a:rect b="b" l="l" r="r" t="t"/>
                    <a:pathLst>
                      <a:path extrusionOk="0" h="2979" w="4792">
                        <a:moveTo>
                          <a:pt x="1" y="1"/>
                        </a:moveTo>
                        <a:lnTo>
                          <a:pt x="1" y="2978"/>
                        </a:lnTo>
                        <a:lnTo>
                          <a:pt x="4792" y="2978"/>
                        </a:lnTo>
                        <a:lnTo>
                          <a:pt x="4792"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3"/>
                  <p:cNvSpPr/>
                  <p:nvPr/>
                </p:nvSpPr>
                <p:spPr>
                  <a:xfrm>
                    <a:off x="1654207" y="5472167"/>
                    <a:ext cx="5864644" cy="359200"/>
                  </a:xfrm>
                  <a:custGeom>
                    <a:rect b="b" l="l" r="r" t="t"/>
                    <a:pathLst>
                      <a:path extrusionOk="0" h="6499" w="106109">
                        <a:moveTo>
                          <a:pt x="1" y="0"/>
                        </a:moveTo>
                        <a:lnTo>
                          <a:pt x="1" y="6499"/>
                        </a:lnTo>
                        <a:lnTo>
                          <a:pt x="106108" y="6499"/>
                        </a:lnTo>
                        <a:lnTo>
                          <a:pt x="106108" y="0"/>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3"/>
                  <p:cNvSpPr/>
                  <p:nvPr/>
                </p:nvSpPr>
                <p:spPr>
                  <a:xfrm>
                    <a:off x="1654207" y="5472167"/>
                    <a:ext cx="5864644" cy="176311"/>
                  </a:xfrm>
                  <a:custGeom>
                    <a:rect b="b" l="l" r="r" t="t"/>
                    <a:pathLst>
                      <a:path extrusionOk="0" h="3190" w="106109">
                        <a:moveTo>
                          <a:pt x="1" y="0"/>
                        </a:moveTo>
                        <a:lnTo>
                          <a:pt x="1" y="3190"/>
                        </a:lnTo>
                        <a:lnTo>
                          <a:pt x="106108" y="3190"/>
                        </a:lnTo>
                        <a:lnTo>
                          <a:pt x="106108" y="0"/>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2" name="Google Shape;1022;p33"/>
              <p:cNvGrpSpPr/>
              <p:nvPr/>
            </p:nvGrpSpPr>
            <p:grpSpPr>
              <a:xfrm>
                <a:off x="2614081" y="1614329"/>
                <a:ext cx="1309691" cy="2486166"/>
                <a:chOff x="961250" y="234750"/>
                <a:chExt cx="1222525" cy="2320700"/>
              </a:xfrm>
            </p:grpSpPr>
            <p:sp>
              <p:nvSpPr>
                <p:cNvPr id="1023" name="Google Shape;1023;p33"/>
                <p:cNvSpPr/>
                <p:nvPr/>
              </p:nvSpPr>
              <p:spPr>
                <a:xfrm>
                  <a:off x="1529225" y="1558100"/>
                  <a:ext cx="189075" cy="241150"/>
                </a:xfrm>
                <a:custGeom>
                  <a:rect b="b" l="l" r="r" t="t"/>
                  <a:pathLst>
                    <a:path extrusionOk="0" h="9646" w="7563">
                      <a:moveTo>
                        <a:pt x="2353" y="0"/>
                      </a:moveTo>
                      <a:cubicBezTo>
                        <a:pt x="1378" y="0"/>
                        <a:pt x="404" y="572"/>
                        <a:pt x="135" y="1681"/>
                      </a:cubicBezTo>
                      <a:cubicBezTo>
                        <a:pt x="0" y="2252"/>
                        <a:pt x="0" y="2790"/>
                        <a:pt x="269" y="3361"/>
                      </a:cubicBezTo>
                      <a:lnTo>
                        <a:pt x="3496" y="9646"/>
                      </a:lnTo>
                      <a:lnTo>
                        <a:pt x="7562" y="7562"/>
                      </a:lnTo>
                      <a:lnTo>
                        <a:pt x="6857" y="4907"/>
                      </a:lnTo>
                      <a:cubicBezTo>
                        <a:pt x="6722" y="3932"/>
                        <a:pt x="6285" y="3092"/>
                        <a:pt x="5580" y="2252"/>
                      </a:cubicBezTo>
                      <a:cubicBezTo>
                        <a:pt x="5042" y="1546"/>
                        <a:pt x="4336" y="840"/>
                        <a:pt x="3496" y="269"/>
                      </a:cubicBezTo>
                      <a:cubicBezTo>
                        <a:pt x="3059" y="135"/>
                        <a:pt x="2790" y="0"/>
                        <a:pt x="2353" y="0"/>
                      </a:cubicBezTo>
                      <a:close/>
                    </a:path>
                  </a:pathLst>
                </a:custGeom>
                <a:solidFill>
                  <a:srgbClr val="D077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3"/>
                <p:cNvSpPr/>
                <p:nvPr/>
              </p:nvSpPr>
              <p:spPr>
                <a:xfrm>
                  <a:off x="1647700" y="1816875"/>
                  <a:ext cx="206725" cy="252400"/>
                </a:xfrm>
                <a:custGeom>
                  <a:rect b="b" l="l" r="r" t="t"/>
                  <a:pathLst>
                    <a:path extrusionOk="0" h="10096" w="8269">
                      <a:moveTo>
                        <a:pt x="3361" y="1"/>
                      </a:moveTo>
                      <a:lnTo>
                        <a:pt x="0" y="1816"/>
                      </a:lnTo>
                      <a:lnTo>
                        <a:pt x="3664" y="8840"/>
                      </a:lnTo>
                      <a:cubicBezTo>
                        <a:pt x="3933" y="9377"/>
                        <a:pt x="4336" y="9814"/>
                        <a:pt x="5042" y="9949"/>
                      </a:cubicBezTo>
                      <a:cubicBezTo>
                        <a:pt x="5363" y="10052"/>
                        <a:pt x="5703" y="10095"/>
                        <a:pt x="6048" y="10095"/>
                      </a:cubicBezTo>
                      <a:cubicBezTo>
                        <a:pt x="6607" y="10095"/>
                        <a:pt x="7177" y="9981"/>
                        <a:pt x="7697" y="9814"/>
                      </a:cubicBezTo>
                      <a:cubicBezTo>
                        <a:pt x="8134" y="9680"/>
                        <a:pt x="8268" y="9109"/>
                        <a:pt x="7865" y="8974"/>
                      </a:cubicBezTo>
                      <a:lnTo>
                        <a:pt x="5176" y="7697"/>
                      </a:lnTo>
                      <a:lnTo>
                        <a:pt x="3361" y="1"/>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3"/>
                <p:cNvSpPr/>
                <p:nvPr/>
              </p:nvSpPr>
              <p:spPr>
                <a:xfrm>
                  <a:off x="1598975" y="1737350"/>
                  <a:ext cx="164700" cy="132500"/>
                </a:xfrm>
                <a:custGeom>
                  <a:rect b="b" l="l" r="r" t="t"/>
                  <a:pathLst>
                    <a:path extrusionOk="0" h="5300" w="6588">
                      <a:moveTo>
                        <a:pt x="5457" y="0"/>
                      </a:moveTo>
                      <a:cubicBezTo>
                        <a:pt x="5352" y="0"/>
                        <a:pt x="5252" y="38"/>
                        <a:pt x="5176" y="123"/>
                      </a:cubicBezTo>
                      <a:lnTo>
                        <a:pt x="4772" y="392"/>
                      </a:lnTo>
                      <a:lnTo>
                        <a:pt x="706" y="2476"/>
                      </a:lnTo>
                      <a:lnTo>
                        <a:pt x="0" y="2778"/>
                      </a:lnTo>
                      <a:lnTo>
                        <a:pt x="1412" y="5299"/>
                      </a:lnTo>
                      <a:lnTo>
                        <a:pt x="1949" y="4997"/>
                      </a:lnTo>
                      <a:lnTo>
                        <a:pt x="5310" y="3182"/>
                      </a:lnTo>
                      <a:lnTo>
                        <a:pt x="6150" y="2778"/>
                      </a:lnTo>
                      <a:cubicBezTo>
                        <a:pt x="6453" y="2644"/>
                        <a:pt x="6587" y="2341"/>
                        <a:pt x="6453" y="2073"/>
                      </a:cubicBezTo>
                      <a:lnTo>
                        <a:pt x="6016" y="527"/>
                      </a:lnTo>
                      <a:cubicBezTo>
                        <a:pt x="6016" y="238"/>
                        <a:pt x="5723" y="0"/>
                        <a:pt x="545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3"/>
                <p:cNvSpPr/>
                <p:nvPr/>
              </p:nvSpPr>
              <p:spPr>
                <a:xfrm>
                  <a:off x="1287250" y="1496000"/>
                  <a:ext cx="392400" cy="420700"/>
                </a:xfrm>
                <a:custGeom>
                  <a:rect b="b" l="l" r="r" t="t"/>
                  <a:pathLst>
                    <a:path extrusionOk="0" h="16828" w="15696">
                      <a:moveTo>
                        <a:pt x="8715" y="0"/>
                      </a:moveTo>
                      <a:cubicBezTo>
                        <a:pt x="8144" y="0"/>
                        <a:pt x="7563" y="77"/>
                        <a:pt x="6991" y="232"/>
                      </a:cubicBezTo>
                      <a:cubicBezTo>
                        <a:pt x="4201" y="1207"/>
                        <a:pt x="2118" y="4030"/>
                        <a:pt x="840" y="9475"/>
                      </a:cubicBezTo>
                      <a:cubicBezTo>
                        <a:pt x="437" y="11155"/>
                        <a:pt x="135" y="12836"/>
                        <a:pt x="0" y="14516"/>
                      </a:cubicBezTo>
                      <a:lnTo>
                        <a:pt x="0" y="15087"/>
                      </a:lnTo>
                      <a:cubicBezTo>
                        <a:pt x="1465" y="15986"/>
                        <a:pt x="3690" y="16828"/>
                        <a:pt x="6887" y="16828"/>
                      </a:cubicBezTo>
                      <a:cubicBezTo>
                        <a:pt x="9191" y="16828"/>
                        <a:pt x="12000" y="16390"/>
                        <a:pt x="15393" y="15222"/>
                      </a:cubicBezTo>
                      <a:cubicBezTo>
                        <a:pt x="15259" y="14382"/>
                        <a:pt x="15259" y="13407"/>
                        <a:pt x="15259" y="12432"/>
                      </a:cubicBezTo>
                      <a:cubicBezTo>
                        <a:pt x="15695" y="7660"/>
                        <a:pt x="15259" y="3593"/>
                        <a:pt x="12469" y="1375"/>
                      </a:cubicBezTo>
                      <a:cubicBezTo>
                        <a:pt x="11465" y="467"/>
                        <a:pt x="10121" y="0"/>
                        <a:pt x="87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33"/>
                <p:cNvSpPr/>
                <p:nvPr/>
              </p:nvSpPr>
              <p:spPr>
                <a:xfrm>
                  <a:off x="1567025" y="1904250"/>
                  <a:ext cx="4225" cy="25"/>
                </a:xfrm>
                <a:custGeom>
                  <a:rect b="b" l="l" r="r" t="t"/>
                  <a:pathLst>
                    <a:path extrusionOk="0" h="1" w="169">
                      <a:moveTo>
                        <a:pt x="169" y="1"/>
                      </a:moveTo>
                      <a:lnTo>
                        <a:pt x="1" y="1"/>
                      </a:lnTo>
                      <a:lnTo>
                        <a:pt x="1" y="1"/>
                      </a:lnTo>
                      <a:lnTo>
                        <a:pt x="169" y="1"/>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33"/>
                <p:cNvSpPr/>
                <p:nvPr/>
              </p:nvSpPr>
              <p:spPr>
                <a:xfrm>
                  <a:off x="1567025" y="1575725"/>
                  <a:ext cx="7600" cy="328550"/>
                </a:xfrm>
                <a:custGeom>
                  <a:rect b="b" l="l" r="r" t="t"/>
                  <a:pathLst>
                    <a:path extrusionOk="0" h="13142" w="304">
                      <a:moveTo>
                        <a:pt x="303" y="1"/>
                      </a:moveTo>
                      <a:lnTo>
                        <a:pt x="301" y="241"/>
                      </a:lnTo>
                      <a:lnTo>
                        <a:pt x="303" y="135"/>
                      </a:lnTo>
                      <a:lnTo>
                        <a:pt x="303" y="1"/>
                      </a:lnTo>
                      <a:close/>
                      <a:moveTo>
                        <a:pt x="301" y="241"/>
                      </a:moveTo>
                      <a:lnTo>
                        <a:pt x="1" y="13142"/>
                      </a:lnTo>
                      <a:lnTo>
                        <a:pt x="169" y="13142"/>
                      </a:lnTo>
                      <a:lnTo>
                        <a:pt x="301" y="241"/>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3"/>
                <p:cNvSpPr/>
                <p:nvPr/>
              </p:nvSpPr>
              <p:spPr>
                <a:xfrm>
                  <a:off x="1462000" y="1915175"/>
                  <a:ext cx="49600" cy="3400"/>
                </a:xfrm>
                <a:custGeom>
                  <a:rect b="b" l="l" r="r" t="t"/>
                  <a:pathLst>
                    <a:path extrusionOk="0" h="136" w="1984">
                      <a:moveTo>
                        <a:pt x="1" y="135"/>
                      </a:moveTo>
                      <a:lnTo>
                        <a:pt x="1" y="135"/>
                      </a:lnTo>
                      <a:lnTo>
                        <a:pt x="1" y="135"/>
                      </a:lnTo>
                      <a:lnTo>
                        <a:pt x="1" y="135"/>
                      </a:lnTo>
                      <a:close/>
                      <a:moveTo>
                        <a:pt x="1984" y="1"/>
                      </a:moveTo>
                      <a:cubicBezTo>
                        <a:pt x="1278" y="1"/>
                        <a:pt x="707" y="135"/>
                        <a:pt x="1" y="135"/>
                      </a:cubicBezTo>
                      <a:cubicBezTo>
                        <a:pt x="707" y="135"/>
                        <a:pt x="1278" y="1"/>
                        <a:pt x="1984" y="1"/>
                      </a:cubicBez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3"/>
                <p:cNvSpPr/>
                <p:nvPr/>
              </p:nvSpPr>
              <p:spPr>
                <a:xfrm>
                  <a:off x="1462000" y="1533725"/>
                  <a:ext cx="73975" cy="384850"/>
                </a:xfrm>
                <a:custGeom>
                  <a:rect b="b" l="l" r="r" t="t"/>
                  <a:pathLst>
                    <a:path extrusionOk="0" h="15394" w="2959">
                      <a:moveTo>
                        <a:pt x="1681" y="1"/>
                      </a:moveTo>
                      <a:cubicBezTo>
                        <a:pt x="1547" y="404"/>
                        <a:pt x="1547" y="841"/>
                        <a:pt x="1412" y="1244"/>
                      </a:cubicBezTo>
                      <a:cubicBezTo>
                        <a:pt x="841" y="4605"/>
                        <a:pt x="169" y="10083"/>
                        <a:pt x="1" y="15393"/>
                      </a:cubicBezTo>
                      <a:cubicBezTo>
                        <a:pt x="707" y="15393"/>
                        <a:pt x="1278" y="15259"/>
                        <a:pt x="1984" y="15259"/>
                      </a:cubicBezTo>
                      <a:cubicBezTo>
                        <a:pt x="2253" y="10923"/>
                        <a:pt x="2521" y="5445"/>
                        <a:pt x="2958" y="1815"/>
                      </a:cubicBezTo>
                      <a:cubicBezTo>
                        <a:pt x="2118" y="1547"/>
                        <a:pt x="1681" y="706"/>
                        <a:pt x="1681" y="1"/>
                      </a:cubicBez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3"/>
                <p:cNvSpPr/>
                <p:nvPr/>
              </p:nvSpPr>
              <p:spPr>
                <a:xfrm>
                  <a:off x="1602325" y="1519450"/>
                  <a:ext cx="3375" cy="14300"/>
                </a:xfrm>
                <a:custGeom>
                  <a:rect b="b" l="l" r="r" t="t"/>
                  <a:pathLst>
                    <a:path extrusionOk="0" h="572" w="135">
                      <a:moveTo>
                        <a:pt x="135" y="0"/>
                      </a:moveTo>
                      <a:lnTo>
                        <a:pt x="0" y="572"/>
                      </a:lnTo>
                      <a:lnTo>
                        <a:pt x="135" y="572"/>
                      </a:lnTo>
                      <a:lnTo>
                        <a:pt x="135" y="0"/>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3"/>
                <p:cNvSpPr/>
                <p:nvPr/>
              </p:nvSpPr>
              <p:spPr>
                <a:xfrm>
                  <a:off x="1571225" y="1533725"/>
                  <a:ext cx="34475" cy="370550"/>
                </a:xfrm>
                <a:custGeom>
                  <a:rect b="b" l="l" r="r" t="t"/>
                  <a:pathLst>
                    <a:path extrusionOk="0" h="14822" w="1379">
                      <a:moveTo>
                        <a:pt x="1244" y="1"/>
                      </a:moveTo>
                      <a:cubicBezTo>
                        <a:pt x="1244" y="841"/>
                        <a:pt x="841" y="1379"/>
                        <a:pt x="135" y="1681"/>
                      </a:cubicBezTo>
                      <a:lnTo>
                        <a:pt x="1" y="14822"/>
                      </a:lnTo>
                      <a:cubicBezTo>
                        <a:pt x="404" y="14822"/>
                        <a:pt x="841" y="14688"/>
                        <a:pt x="1379" y="14553"/>
                      </a:cubicBezTo>
                      <a:lnTo>
                        <a:pt x="1379" y="1"/>
                      </a:lnTo>
                      <a:close/>
                    </a:path>
                  </a:pathLst>
                </a:custGeom>
                <a:solidFill>
                  <a:srgbClr val="E3E8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3"/>
                <p:cNvSpPr/>
                <p:nvPr/>
              </p:nvSpPr>
              <p:spPr>
                <a:xfrm>
                  <a:off x="1518300" y="1953825"/>
                  <a:ext cx="252100" cy="447225"/>
                </a:xfrm>
                <a:custGeom>
                  <a:rect b="b" l="l" r="r" t="t"/>
                  <a:pathLst>
                    <a:path extrusionOk="0" h="17889" w="10084">
                      <a:moveTo>
                        <a:pt x="6588" y="1"/>
                      </a:moveTo>
                      <a:lnTo>
                        <a:pt x="4639" y="1547"/>
                      </a:lnTo>
                      <a:lnTo>
                        <a:pt x="2118" y="3496"/>
                      </a:lnTo>
                      <a:lnTo>
                        <a:pt x="1110" y="4202"/>
                      </a:lnTo>
                      <a:lnTo>
                        <a:pt x="975" y="4336"/>
                      </a:lnTo>
                      <a:lnTo>
                        <a:pt x="1110" y="4336"/>
                      </a:lnTo>
                      <a:lnTo>
                        <a:pt x="1950" y="5580"/>
                      </a:lnTo>
                      <a:lnTo>
                        <a:pt x="4773" y="9378"/>
                      </a:lnTo>
                      <a:lnTo>
                        <a:pt x="1681" y="12739"/>
                      </a:lnTo>
                      <a:lnTo>
                        <a:pt x="572" y="13982"/>
                      </a:lnTo>
                      <a:cubicBezTo>
                        <a:pt x="135" y="14553"/>
                        <a:pt x="1" y="15394"/>
                        <a:pt x="437" y="15965"/>
                      </a:cubicBezTo>
                      <a:lnTo>
                        <a:pt x="1547" y="17645"/>
                      </a:lnTo>
                      <a:cubicBezTo>
                        <a:pt x="1659" y="17814"/>
                        <a:pt x="1848" y="17889"/>
                        <a:pt x="2040" y="17889"/>
                      </a:cubicBezTo>
                      <a:cubicBezTo>
                        <a:pt x="2306" y="17889"/>
                        <a:pt x="2578" y="17745"/>
                        <a:pt x="2656" y="17511"/>
                      </a:cubicBezTo>
                      <a:lnTo>
                        <a:pt x="3227" y="15394"/>
                      </a:lnTo>
                      <a:lnTo>
                        <a:pt x="3361" y="15394"/>
                      </a:lnTo>
                      <a:lnTo>
                        <a:pt x="8840" y="12302"/>
                      </a:lnTo>
                      <a:cubicBezTo>
                        <a:pt x="9680" y="11764"/>
                        <a:pt x="10083" y="10789"/>
                        <a:pt x="9814" y="9781"/>
                      </a:cubicBezTo>
                      <a:lnTo>
                        <a:pt x="672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3"/>
                <p:cNvSpPr/>
                <p:nvPr/>
              </p:nvSpPr>
              <p:spPr>
                <a:xfrm>
                  <a:off x="1518300" y="2272275"/>
                  <a:ext cx="84050" cy="128775"/>
                </a:xfrm>
                <a:custGeom>
                  <a:rect b="b" l="l" r="r" t="t"/>
                  <a:pathLst>
                    <a:path extrusionOk="0" h="5151" w="3362">
                      <a:moveTo>
                        <a:pt x="1681" y="1"/>
                      </a:moveTo>
                      <a:lnTo>
                        <a:pt x="572" y="1244"/>
                      </a:lnTo>
                      <a:cubicBezTo>
                        <a:pt x="135" y="1815"/>
                        <a:pt x="1" y="2656"/>
                        <a:pt x="437" y="3227"/>
                      </a:cubicBezTo>
                      <a:lnTo>
                        <a:pt x="1547" y="4907"/>
                      </a:lnTo>
                      <a:cubicBezTo>
                        <a:pt x="1659" y="5076"/>
                        <a:pt x="1848" y="5151"/>
                        <a:pt x="2040" y="5151"/>
                      </a:cubicBezTo>
                      <a:cubicBezTo>
                        <a:pt x="2306" y="5151"/>
                        <a:pt x="2578" y="5007"/>
                        <a:pt x="2656" y="4773"/>
                      </a:cubicBezTo>
                      <a:lnTo>
                        <a:pt x="3227" y="2656"/>
                      </a:lnTo>
                      <a:lnTo>
                        <a:pt x="3361" y="2656"/>
                      </a:lnTo>
                      <a:cubicBezTo>
                        <a:pt x="2790" y="1815"/>
                        <a:pt x="2252" y="841"/>
                        <a:pt x="168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3"/>
                <p:cNvSpPr/>
                <p:nvPr/>
              </p:nvSpPr>
              <p:spPr>
                <a:xfrm>
                  <a:off x="1266250" y="1990050"/>
                  <a:ext cx="357100" cy="513300"/>
                </a:xfrm>
                <a:custGeom>
                  <a:rect b="b" l="l" r="r" t="t"/>
                  <a:pathLst>
                    <a:path extrusionOk="0" h="20532" w="14284">
                      <a:moveTo>
                        <a:pt x="1295" y="1"/>
                      </a:moveTo>
                      <a:cubicBezTo>
                        <a:pt x="838" y="1"/>
                        <a:pt x="400" y="388"/>
                        <a:pt x="269" y="938"/>
                      </a:cubicBezTo>
                      <a:cubicBezTo>
                        <a:pt x="0" y="5542"/>
                        <a:pt x="3932" y="12399"/>
                        <a:pt x="10519" y="20532"/>
                      </a:cubicBezTo>
                      <a:lnTo>
                        <a:pt x="14284" y="19961"/>
                      </a:lnTo>
                      <a:lnTo>
                        <a:pt x="14015" y="19826"/>
                      </a:lnTo>
                      <a:lnTo>
                        <a:pt x="8839" y="3862"/>
                      </a:lnTo>
                      <a:cubicBezTo>
                        <a:pt x="8839" y="3593"/>
                        <a:pt x="8537" y="3291"/>
                        <a:pt x="8402" y="3156"/>
                      </a:cubicBezTo>
                      <a:lnTo>
                        <a:pt x="1680" y="98"/>
                      </a:lnTo>
                      <a:cubicBezTo>
                        <a:pt x="1555" y="31"/>
                        <a:pt x="1424" y="1"/>
                        <a:pt x="12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3"/>
                <p:cNvSpPr/>
                <p:nvPr/>
              </p:nvSpPr>
              <p:spPr>
                <a:xfrm>
                  <a:off x="1272950" y="1873175"/>
                  <a:ext cx="420150" cy="227725"/>
                </a:xfrm>
                <a:custGeom>
                  <a:rect b="b" l="l" r="r" t="t"/>
                  <a:pathLst>
                    <a:path extrusionOk="0" h="9109" w="16806">
                      <a:moveTo>
                        <a:pt x="572" y="0"/>
                      </a:moveTo>
                      <a:lnTo>
                        <a:pt x="169" y="2790"/>
                      </a:lnTo>
                      <a:cubicBezTo>
                        <a:pt x="1" y="3933"/>
                        <a:pt x="1" y="5042"/>
                        <a:pt x="1" y="6285"/>
                      </a:cubicBezTo>
                      <a:lnTo>
                        <a:pt x="1" y="6857"/>
                      </a:lnTo>
                      <a:lnTo>
                        <a:pt x="8403" y="8974"/>
                      </a:lnTo>
                      <a:cubicBezTo>
                        <a:pt x="8571" y="9108"/>
                        <a:pt x="8705" y="9108"/>
                        <a:pt x="8974" y="9108"/>
                      </a:cubicBezTo>
                      <a:lnTo>
                        <a:pt x="11764" y="8806"/>
                      </a:lnTo>
                      <a:lnTo>
                        <a:pt x="12470" y="8671"/>
                      </a:lnTo>
                      <a:lnTo>
                        <a:pt x="14856" y="6453"/>
                      </a:lnTo>
                      <a:lnTo>
                        <a:pt x="16402" y="5042"/>
                      </a:lnTo>
                      <a:cubicBezTo>
                        <a:pt x="16671" y="4773"/>
                        <a:pt x="16805" y="4336"/>
                        <a:pt x="16671" y="4067"/>
                      </a:cubicBezTo>
                      <a:lnTo>
                        <a:pt x="16536" y="3227"/>
                      </a:lnTo>
                      <a:lnTo>
                        <a:pt x="16133" y="1110"/>
                      </a:lnTo>
                      <a:cubicBezTo>
                        <a:pt x="15965" y="841"/>
                        <a:pt x="15965" y="572"/>
                        <a:pt x="15965" y="135"/>
                      </a:cubicBezTo>
                      <a:cubicBezTo>
                        <a:pt x="12572" y="1303"/>
                        <a:pt x="9763" y="1741"/>
                        <a:pt x="7459" y="1741"/>
                      </a:cubicBezTo>
                      <a:cubicBezTo>
                        <a:pt x="4262" y="1741"/>
                        <a:pt x="2037" y="899"/>
                        <a:pt x="57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3"/>
                <p:cNvSpPr/>
                <p:nvPr/>
              </p:nvSpPr>
              <p:spPr>
                <a:xfrm>
                  <a:off x="1560325" y="2072300"/>
                  <a:ext cx="119325" cy="200000"/>
                </a:xfrm>
                <a:custGeom>
                  <a:rect b="b" l="l" r="r" t="t"/>
                  <a:pathLst>
                    <a:path extrusionOk="0" h="8000" w="4773">
                      <a:moveTo>
                        <a:pt x="1815" y="1"/>
                      </a:moveTo>
                      <a:lnTo>
                        <a:pt x="975" y="706"/>
                      </a:lnTo>
                      <a:lnTo>
                        <a:pt x="269" y="841"/>
                      </a:lnTo>
                      <a:lnTo>
                        <a:pt x="1815" y="2824"/>
                      </a:lnTo>
                      <a:lnTo>
                        <a:pt x="1815" y="1"/>
                      </a:lnTo>
                      <a:close/>
                      <a:moveTo>
                        <a:pt x="3932" y="1412"/>
                      </a:moveTo>
                      <a:cubicBezTo>
                        <a:pt x="3226" y="2118"/>
                        <a:pt x="2655" y="2689"/>
                        <a:pt x="2252" y="3227"/>
                      </a:cubicBezTo>
                      <a:lnTo>
                        <a:pt x="2117" y="3362"/>
                      </a:lnTo>
                      <a:lnTo>
                        <a:pt x="3092" y="4639"/>
                      </a:lnTo>
                      <a:lnTo>
                        <a:pt x="0" y="8000"/>
                      </a:lnTo>
                      <a:lnTo>
                        <a:pt x="0" y="8000"/>
                      </a:lnTo>
                      <a:lnTo>
                        <a:pt x="3798" y="5479"/>
                      </a:lnTo>
                      <a:cubicBezTo>
                        <a:pt x="4470" y="5042"/>
                        <a:pt x="4772" y="4202"/>
                        <a:pt x="4638" y="3530"/>
                      </a:cubicBezTo>
                      <a:lnTo>
                        <a:pt x="4067" y="1412"/>
                      </a:lnTo>
                      <a:cubicBezTo>
                        <a:pt x="4067" y="1412"/>
                        <a:pt x="4067" y="1547"/>
                        <a:pt x="3932" y="1547"/>
                      </a:cubicBezTo>
                      <a:lnTo>
                        <a:pt x="3932" y="1412"/>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3"/>
                <p:cNvSpPr/>
                <p:nvPr/>
              </p:nvSpPr>
              <p:spPr>
                <a:xfrm>
                  <a:off x="1493925" y="1994601"/>
                  <a:ext cx="111775" cy="108425"/>
                </a:xfrm>
                <a:custGeom>
                  <a:rect b="b" l="l" r="r" t="t"/>
                  <a:pathLst>
                    <a:path extrusionOk="0" h="4337" w="4471">
                      <a:moveTo>
                        <a:pt x="4471" y="1"/>
                      </a:moveTo>
                      <a:cubicBezTo>
                        <a:pt x="4068" y="841"/>
                        <a:pt x="3496" y="1379"/>
                        <a:pt x="3093" y="1950"/>
                      </a:cubicBezTo>
                      <a:cubicBezTo>
                        <a:pt x="2656" y="2219"/>
                        <a:pt x="2387" y="2522"/>
                        <a:pt x="2085" y="2790"/>
                      </a:cubicBezTo>
                      <a:cubicBezTo>
                        <a:pt x="707" y="3765"/>
                        <a:pt x="1" y="4336"/>
                        <a:pt x="135" y="4336"/>
                      </a:cubicBezTo>
                      <a:lnTo>
                        <a:pt x="2925" y="4034"/>
                      </a:lnTo>
                      <a:lnTo>
                        <a:pt x="3631" y="3899"/>
                      </a:lnTo>
                      <a:lnTo>
                        <a:pt x="4471" y="3194"/>
                      </a:lnTo>
                      <a:lnTo>
                        <a:pt x="447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3"/>
                <p:cNvSpPr/>
                <p:nvPr/>
              </p:nvSpPr>
              <p:spPr>
                <a:xfrm>
                  <a:off x="1529225" y="2489050"/>
                  <a:ext cx="153775" cy="66400"/>
                </a:xfrm>
                <a:custGeom>
                  <a:rect b="b" l="l" r="r" t="t"/>
                  <a:pathLst>
                    <a:path extrusionOk="0" h="2656" w="6151">
                      <a:moveTo>
                        <a:pt x="3765" y="1"/>
                      </a:moveTo>
                      <a:lnTo>
                        <a:pt x="0" y="572"/>
                      </a:lnTo>
                      <a:cubicBezTo>
                        <a:pt x="538" y="1278"/>
                        <a:pt x="1110" y="1815"/>
                        <a:pt x="1681" y="2521"/>
                      </a:cubicBezTo>
                      <a:lnTo>
                        <a:pt x="5311" y="2656"/>
                      </a:lnTo>
                      <a:cubicBezTo>
                        <a:pt x="5882" y="2656"/>
                        <a:pt x="6151" y="1984"/>
                        <a:pt x="5714" y="1547"/>
                      </a:cubicBezTo>
                      <a:lnTo>
                        <a:pt x="376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3"/>
                <p:cNvSpPr/>
                <p:nvPr/>
              </p:nvSpPr>
              <p:spPr>
                <a:xfrm>
                  <a:off x="1500650" y="1379125"/>
                  <a:ext cx="112625" cy="203350"/>
                </a:xfrm>
                <a:custGeom>
                  <a:rect b="b" l="l" r="r" t="t"/>
                  <a:pathLst>
                    <a:path extrusionOk="0" h="8134" w="4505">
                      <a:moveTo>
                        <a:pt x="572" y="1"/>
                      </a:moveTo>
                      <a:lnTo>
                        <a:pt x="303" y="3933"/>
                      </a:lnTo>
                      <a:lnTo>
                        <a:pt x="135" y="5882"/>
                      </a:lnTo>
                      <a:cubicBezTo>
                        <a:pt x="1" y="7025"/>
                        <a:pt x="841" y="7999"/>
                        <a:pt x="1984" y="8134"/>
                      </a:cubicBezTo>
                      <a:cubicBezTo>
                        <a:pt x="3093" y="8134"/>
                        <a:pt x="4067" y="7294"/>
                        <a:pt x="4067" y="6185"/>
                      </a:cubicBezTo>
                      <a:lnTo>
                        <a:pt x="4202" y="5042"/>
                      </a:lnTo>
                      <a:lnTo>
                        <a:pt x="4504" y="303"/>
                      </a:lnTo>
                      <a:lnTo>
                        <a:pt x="572" y="1"/>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3"/>
                <p:cNvSpPr/>
                <p:nvPr/>
              </p:nvSpPr>
              <p:spPr>
                <a:xfrm>
                  <a:off x="1059550" y="406000"/>
                  <a:ext cx="1015850" cy="1068100"/>
                </a:xfrm>
                <a:custGeom>
                  <a:rect b="b" l="l" r="r" t="t"/>
                  <a:pathLst>
                    <a:path extrusionOk="0" h="42724" w="40634">
                      <a:moveTo>
                        <a:pt x="20385" y="1"/>
                      </a:moveTo>
                      <a:cubicBezTo>
                        <a:pt x="20223" y="1"/>
                        <a:pt x="20060" y="3"/>
                        <a:pt x="19897" y="7"/>
                      </a:cubicBezTo>
                      <a:cubicBezTo>
                        <a:pt x="9545" y="276"/>
                        <a:pt x="1681" y="8846"/>
                        <a:pt x="437" y="19197"/>
                      </a:cubicBezTo>
                      <a:cubicBezTo>
                        <a:pt x="0" y="22424"/>
                        <a:pt x="303" y="25650"/>
                        <a:pt x="1277" y="28574"/>
                      </a:cubicBezTo>
                      <a:cubicBezTo>
                        <a:pt x="841" y="29414"/>
                        <a:pt x="572" y="30523"/>
                        <a:pt x="841" y="31532"/>
                      </a:cubicBezTo>
                      <a:cubicBezTo>
                        <a:pt x="1143" y="33884"/>
                        <a:pt x="3092" y="35565"/>
                        <a:pt x="5478" y="35733"/>
                      </a:cubicBezTo>
                      <a:cubicBezTo>
                        <a:pt x="9377" y="39934"/>
                        <a:pt x="15696" y="42723"/>
                        <a:pt x="24098" y="42723"/>
                      </a:cubicBezTo>
                      <a:cubicBezTo>
                        <a:pt x="30382" y="42723"/>
                        <a:pt x="35592" y="39766"/>
                        <a:pt x="36835" y="36002"/>
                      </a:cubicBezTo>
                      <a:cubicBezTo>
                        <a:pt x="37104" y="35430"/>
                        <a:pt x="37272" y="34893"/>
                        <a:pt x="37272" y="34187"/>
                      </a:cubicBezTo>
                      <a:lnTo>
                        <a:pt x="37272" y="32641"/>
                      </a:lnTo>
                      <a:cubicBezTo>
                        <a:pt x="37407" y="31532"/>
                        <a:pt x="37810" y="30389"/>
                        <a:pt x="38381" y="29280"/>
                      </a:cubicBezTo>
                      <a:cubicBezTo>
                        <a:pt x="39793" y="26490"/>
                        <a:pt x="40633" y="23398"/>
                        <a:pt x="40633" y="20037"/>
                      </a:cubicBezTo>
                      <a:cubicBezTo>
                        <a:pt x="40633" y="9007"/>
                        <a:pt x="31492" y="1"/>
                        <a:pt x="20385" y="1"/>
                      </a:cubicBez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3"/>
                <p:cNvSpPr/>
                <p:nvPr/>
              </p:nvSpPr>
              <p:spPr>
                <a:xfrm>
                  <a:off x="1077200" y="1176625"/>
                  <a:ext cx="651175" cy="297475"/>
                </a:xfrm>
                <a:custGeom>
                  <a:rect b="b" l="l" r="r" t="t"/>
                  <a:pathLst>
                    <a:path extrusionOk="0" h="11899" w="26047">
                      <a:moveTo>
                        <a:pt x="26047" y="11764"/>
                      </a:moveTo>
                      <a:cubicBezTo>
                        <a:pt x="25207" y="11764"/>
                        <a:pt x="24366" y="11898"/>
                        <a:pt x="23392" y="11898"/>
                      </a:cubicBezTo>
                      <a:cubicBezTo>
                        <a:pt x="22686" y="11898"/>
                        <a:pt x="21980" y="11898"/>
                        <a:pt x="21274" y="11764"/>
                      </a:cubicBezTo>
                      <a:lnTo>
                        <a:pt x="21274" y="11764"/>
                      </a:lnTo>
                      <a:cubicBezTo>
                        <a:pt x="21980" y="11898"/>
                        <a:pt x="22686" y="11898"/>
                        <a:pt x="23392" y="11898"/>
                      </a:cubicBezTo>
                      <a:cubicBezTo>
                        <a:pt x="24366" y="11898"/>
                        <a:pt x="25207" y="11764"/>
                        <a:pt x="26047" y="11764"/>
                      </a:cubicBezTo>
                      <a:lnTo>
                        <a:pt x="26047" y="11764"/>
                      </a:lnTo>
                      <a:close/>
                      <a:moveTo>
                        <a:pt x="0" y="1"/>
                      </a:moveTo>
                      <a:cubicBezTo>
                        <a:pt x="0" y="135"/>
                        <a:pt x="0" y="404"/>
                        <a:pt x="135" y="707"/>
                      </a:cubicBezTo>
                      <a:cubicBezTo>
                        <a:pt x="269" y="2219"/>
                        <a:pt x="1109" y="3362"/>
                        <a:pt x="2386" y="4068"/>
                      </a:cubicBezTo>
                      <a:cubicBezTo>
                        <a:pt x="1109" y="3362"/>
                        <a:pt x="269" y="2219"/>
                        <a:pt x="135" y="707"/>
                      </a:cubicBezTo>
                      <a:cubicBezTo>
                        <a:pt x="0" y="404"/>
                        <a:pt x="0" y="135"/>
                        <a:pt x="0" y="1"/>
                      </a:cubicBezTo>
                      <a:close/>
                    </a:path>
                  </a:pathLst>
                </a:custGeom>
                <a:solidFill>
                  <a:srgbClr val="E4D7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3"/>
                <p:cNvSpPr/>
                <p:nvPr/>
              </p:nvSpPr>
              <p:spPr>
                <a:xfrm>
                  <a:off x="1560325" y="1467350"/>
                  <a:ext cx="48750" cy="3375"/>
                </a:xfrm>
                <a:custGeom>
                  <a:rect b="b" l="l" r="r" t="t"/>
                  <a:pathLst>
                    <a:path extrusionOk="0" h="135" w="1950">
                      <a:moveTo>
                        <a:pt x="0" y="0"/>
                      </a:moveTo>
                      <a:cubicBezTo>
                        <a:pt x="571" y="135"/>
                        <a:pt x="1277" y="135"/>
                        <a:pt x="1949" y="135"/>
                      </a:cubicBezTo>
                      <a:lnTo>
                        <a:pt x="1949" y="135"/>
                      </a:lnTo>
                      <a:cubicBezTo>
                        <a:pt x="1277" y="135"/>
                        <a:pt x="571" y="135"/>
                        <a:pt x="0" y="0"/>
                      </a:cubicBezTo>
                      <a:close/>
                    </a:path>
                  </a:pathLst>
                </a:custGeom>
                <a:solidFill>
                  <a:srgbClr val="8459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3"/>
                <p:cNvSpPr/>
                <p:nvPr/>
              </p:nvSpPr>
              <p:spPr>
                <a:xfrm>
                  <a:off x="1077200" y="1078325"/>
                  <a:ext cx="651175" cy="395775"/>
                </a:xfrm>
                <a:custGeom>
                  <a:rect b="b" l="l" r="r" t="t"/>
                  <a:pathLst>
                    <a:path extrusionOk="0" h="15831" w="26047">
                      <a:moveTo>
                        <a:pt x="3798" y="1"/>
                      </a:moveTo>
                      <a:cubicBezTo>
                        <a:pt x="2521" y="1"/>
                        <a:pt x="1681" y="572"/>
                        <a:pt x="1109" y="1278"/>
                      </a:cubicBezTo>
                      <a:cubicBezTo>
                        <a:pt x="437" y="2252"/>
                        <a:pt x="135" y="3362"/>
                        <a:pt x="0" y="3798"/>
                      </a:cubicBezTo>
                      <a:lnTo>
                        <a:pt x="0" y="3933"/>
                      </a:lnTo>
                      <a:cubicBezTo>
                        <a:pt x="0" y="4067"/>
                        <a:pt x="0" y="4336"/>
                        <a:pt x="135" y="4639"/>
                      </a:cubicBezTo>
                      <a:cubicBezTo>
                        <a:pt x="269" y="6151"/>
                        <a:pt x="1109" y="7294"/>
                        <a:pt x="2386" y="8000"/>
                      </a:cubicBezTo>
                      <a:cubicBezTo>
                        <a:pt x="3092" y="8403"/>
                        <a:pt x="3932" y="8672"/>
                        <a:pt x="4772" y="8840"/>
                      </a:cubicBezTo>
                      <a:cubicBezTo>
                        <a:pt x="7999" y="12335"/>
                        <a:pt x="12872" y="14856"/>
                        <a:pt x="19325" y="15561"/>
                      </a:cubicBezTo>
                      <a:cubicBezTo>
                        <a:pt x="19896" y="15696"/>
                        <a:pt x="20602" y="15696"/>
                        <a:pt x="21274" y="15696"/>
                      </a:cubicBezTo>
                      <a:cubicBezTo>
                        <a:pt x="21980" y="15830"/>
                        <a:pt x="22686" y="15830"/>
                        <a:pt x="23392" y="15830"/>
                      </a:cubicBezTo>
                      <a:cubicBezTo>
                        <a:pt x="24366" y="15830"/>
                        <a:pt x="25207" y="15696"/>
                        <a:pt x="26047" y="15696"/>
                      </a:cubicBezTo>
                      <a:lnTo>
                        <a:pt x="25912" y="15561"/>
                      </a:lnTo>
                      <a:cubicBezTo>
                        <a:pt x="18922" y="14856"/>
                        <a:pt x="12872" y="10655"/>
                        <a:pt x="9377" y="4639"/>
                      </a:cubicBezTo>
                      <a:lnTo>
                        <a:pt x="8402" y="2958"/>
                      </a:lnTo>
                      <a:lnTo>
                        <a:pt x="8402" y="4202"/>
                      </a:lnTo>
                      <a:cubicBezTo>
                        <a:pt x="7428" y="2387"/>
                        <a:pt x="6722" y="270"/>
                        <a:pt x="4336" y="1"/>
                      </a:cubicBezTo>
                      <a:close/>
                    </a:path>
                  </a:pathLst>
                </a:custGeom>
                <a:solidFill>
                  <a:srgbClr val="9469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3"/>
                <p:cNvSpPr/>
                <p:nvPr/>
              </p:nvSpPr>
              <p:spPr>
                <a:xfrm>
                  <a:off x="1230950" y="1480775"/>
                  <a:ext cx="280650" cy="704150"/>
                </a:xfrm>
                <a:custGeom>
                  <a:rect b="b" l="l" r="r" t="t"/>
                  <a:pathLst>
                    <a:path extrusionOk="0" h="28166" w="11226">
                      <a:moveTo>
                        <a:pt x="11107" y="0"/>
                      </a:moveTo>
                      <a:cubicBezTo>
                        <a:pt x="2938" y="0"/>
                        <a:pt x="838" y="13777"/>
                        <a:pt x="303" y="19898"/>
                      </a:cubicBezTo>
                      <a:cubicBezTo>
                        <a:pt x="0" y="22687"/>
                        <a:pt x="1546" y="25645"/>
                        <a:pt x="4202" y="26888"/>
                      </a:cubicBezTo>
                      <a:cubicBezTo>
                        <a:pt x="4907" y="27191"/>
                        <a:pt x="5613" y="27459"/>
                        <a:pt x="6319" y="27594"/>
                      </a:cubicBezTo>
                      <a:cubicBezTo>
                        <a:pt x="7159" y="27863"/>
                        <a:pt x="8134" y="28031"/>
                        <a:pt x="8705" y="28165"/>
                      </a:cubicBezTo>
                      <a:cubicBezTo>
                        <a:pt x="9411" y="28165"/>
                        <a:pt x="9949" y="27594"/>
                        <a:pt x="9814" y="26888"/>
                      </a:cubicBezTo>
                      <a:cubicBezTo>
                        <a:pt x="8403" y="19898"/>
                        <a:pt x="9814" y="8975"/>
                        <a:pt x="10654" y="3362"/>
                      </a:cubicBezTo>
                      <a:cubicBezTo>
                        <a:pt x="10923" y="1413"/>
                        <a:pt x="11226" y="1"/>
                        <a:pt x="11226" y="1"/>
                      </a:cubicBezTo>
                      <a:cubicBezTo>
                        <a:pt x="11186" y="1"/>
                        <a:pt x="11146" y="0"/>
                        <a:pt x="11107"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3"/>
                <p:cNvSpPr/>
                <p:nvPr/>
              </p:nvSpPr>
              <p:spPr>
                <a:xfrm>
                  <a:off x="1235312" y="1480800"/>
                  <a:ext cx="273100" cy="689825"/>
                </a:xfrm>
                <a:custGeom>
                  <a:rect b="b" l="l" r="r" t="t"/>
                  <a:pathLst>
                    <a:path extrusionOk="0" h="27593" w="10924">
                      <a:moveTo>
                        <a:pt x="10789" y="0"/>
                      </a:moveTo>
                      <a:cubicBezTo>
                        <a:pt x="8806" y="0"/>
                        <a:pt x="7126" y="840"/>
                        <a:pt x="5882" y="2252"/>
                      </a:cubicBezTo>
                      <a:cubicBezTo>
                        <a:pt x="6017" y="2118"/>
                        <a:pt x="6151" y="2118"/>
                        <a:pt x="6420" y="1983"/>
                      </a:cubicBezTo>
                      <a:cubicBezTo>
                        <a:pt x="6723" y="1983"/>
                        <a:pt x="6857" y="1815"/>
                        <a:pt x="7126" y="1815"/>
                      </a:cubicBezTo>
                      <a:cubicBezTo>
                        <a:pt x="8269" y="1815"/>
                        <a:pt x="9243" y="2655"/>
                        <a:pt x="9378" y="3932"/>
                      </a:cubicBezTo>
                      <a:lnTo>
                        <a:pt x="9378" y="4201"/>
                      </a:lnTo>
                      <a:cubicBezTo>
                        <a:pt x="9378" y="4638"/>
                        <a:pt x="9243" y="5176"/>
                        <a:pt x="8941" y="5613"/>
                      </a:cubicBezTo>
                      <a:lnTo>
                        <a:pt x="4740" y="10789"/>
                      </a:lnTo>
                      <a:lnTo>
                        <a:pt x="2219" y="8402"/>
                      </a:lnTo>
                      <a:cubicBezTo>
                        <a:pt x="841" y="12469"/>
                        <a:pt x="270" y="16939"/>
                        <a:pt x="1" y="19897"/>
                      </a:cubicBezTo>
                      <a:lnTo>
                        <a:pt x="1" y="20468"/>
                      </a:lnTo>
                      <a:cubicBezTo>
                        <a:pt x="1" y="23123"/>
                        <a:pt x="1379" y="25644"/>
                        <a:pt x="3900" y="26887"/>
                      </a:cubicBezTo>
                      <a:cubicBezTo>
                        <a:pt x="4605" y="27190"/>
                        <a:pt x="5311" y="27458"/>
                        <a:pt x="6017" y="27593"/>
                      </a:cubicBezTo>
                      <a:cubicBezTo>
                        <a:pt x="6588" y="15964"/>
                        <a:pt x="8672" y="8134"/>
                        <a:pt x="10352" y="3361"/>
                      </a:cubicBezTo>
                      <a:cubicBezTo>
                        <a:pt x="10621" y="1412"/>
                        <a:pt x="10924" y="0"/>
                        <a:pt x="10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3"/>
                <p:cNvSpPr/>
                <p:nvPr/>
              </p:nvSpPr>
              <p:spPr>
                <a:xfrm>
                  <a:off x="1605675" y="1516075"/>
                  <a:ext cx="158000" cy="639125"/>
                </a:xfrm>
                <a:custGeom>
                  <a:rect b="b" l="l" r="r" t="t"/>
                  <a:pathLst>
                    <a:path extrusionOk="0" h="25565" w="6320">
                      <a:moveTo>
                        <a:pt x="1" y="1"/>
                      </a:moveTo>
                      <a:lnTo>
                        <a:pt x="1" y="25342"/>
                      </a:lnTo>
                      <a:cubicBezTo>
                        <a:pt x="1" y="25499"/>
                        <a:pt x="105" y="25564"/>
                        <a:pt x="218" y="25564"/>
                      </a:cubicBezTo>
                      <a:cubicBezTo>
                        <a:pt x="298" y="25564"/>
                        <a:pt x="382" y="25532"/>
                        <a:pt x="438" y="25476"/>
                      </a:cubicBezTo>
                      <a:cubicBezTo>
                        <a:pt x="841" y="24938"/>
                        <a:pt x="1412" y="24367"/>
                        <a:pt x="2118" y="23661"/>
                      </a:cubicBezTo>
                      <a:cubicBezTo>
                        <a:pt x="3093" y="22821"/>
                        <a:pt x="4202" y="21981"/>
                        <a:pt x="5479" y="21578"/>
                      </a:cubicBezTo>
                      <a:cubicBezTo>
                        <a:pt x="5479" y="21578"/>
                        <a:pt x="6319" y="2656"/>
                        <a:pt x="303" y="135"/>
                      </a:cubicBezTo>
                      <a:cubicBezTo>
                        <a:pt x="135" y="1"/>
                        <a:pt x="135" y="1"/>
                        <a:pt x="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3"/>
                <p:cNvSpPr/>
                <p:nvPr/>
              </p:nvSpPr>
              <p:spPr>
                <a:xfrm>
                  <a:off x="1742650" y="1988275"/>
                  <a:ext cx="25" cy="56325"/>
                </a:xfrm>
                <a:custGeom>
                  <a:rect b="b" l="l" r="r" t="t"/>
                  <a:pathLst>
                    <a:path extrusionOk="0" h="2253" w="1">
                      <a:moveTo>
                        <a:pt x="0" y="1"/>
                      </a:moveTo>
                      <a:lnTo>
                        <a:pt x="0" y="2253"/>
                      </a:lnTo>
                      <a:lnTo>
                        <a:pt x="0" y="2253"/>
                      </a:lnTo>
                      <a:close/>
                    </a:path>
                  </a:pathLst>
                </a:custGeom>
                <a:solidFill>
                  <a:srgbClr val="9D68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3"/>
                <p:cNvSpPr/>
                <p:nvPr/>
              </p:nvSpPr>
              <p:spPr>
                <a:xfrm>
                  <a:off x="1612719" y="1526520"/>
                  <a:ext cx="129425" cy="584825"/>
                </a:xfrm>
                <a:custGeom>
                  <a:rect b="b" l="l" r="r" t="t"/>
                  <a:pathLst>
                    <a:path extrusionOk="0" h="23393" w="5177">
                      <a:moveTo>
                        <a:pt x="0" y="1"/>
                      </a:moveTo>
                      <a:lnTo>
                        <a:pt x="0" y="1"/>
                      </a:lnTo>
                      <a:cubicBezTo>
                        <a:pt x="975" y="4067"/>
                        <a:pt x="2924" y="14587"/>
                        <a:pt x="1815" y="23392"/>
                      </a:cubicBezTo>
                      <a:cubicBezTo>
                        <a:pt x="1950" y="23392"/>
                        <a:pt x="1950" y="23392"/>
                        <a:pt x="1950" y="23258"/>
                      </a:cubicBezTo>
                      <a:cubicBezTo>
                        <a:pt x="2655" y="22686"/>
                        <a:pt x="3361" y="22149"/>
                        <a:pt x="4336" y="21712"/>
                      </a:cubicBezTo>
                      <a:cubicBezTo>
                        <a:pt x="4605" y="21577"/>
                        <a:pt x="4874" y="21443"/>
                        <a:pt x="5176" y="21309"/>
                      </a:cubicBezTo>
                      <a:lnTo>
                        <a:pt x="5176" y="20872"/>
                      </a:lnTo>
                      <a:lnTo>
                        <a:pt x="5176" y="18620"/>
                      </a:lnTo>
                      <a:cubicBezTo>
                        <a:pt x="5176" y="13310"/>
                        <a:pt x="4605" y="1984"/>
                        <a:pt x="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3"/>
                <p:cNvSpPr/>
                <p:nvPr/>
              </p:nvSpPr>
              <p:spPr>
                <a:xfrm>
                  <a:off x="1672050" y="1203050"/>
                  <a:ext cx="133625" cy="120650"/>
                </a:xfrm>
                <a:custGeom>
                  <a:rect b="b" l="l" r="r" t="t"/>
                  <a:pathLst>
                    <a:path extrusionOk="0" h="4826" w="5345">
                      <a:moveTo>
                        <a:pt x="910" y="0"/>
                      </a:moveTo>
                      <a:cubicBezTo>
                        <a:pt x="707" y="0"/>
                        <a:pt x="536" y="125"/>
                        <a:pt x="438" y="322"/>
                      </a:cubicBezTo>
                      <a:cubicBezTo>
                        <a:pt x="1" y="2170"/>
                        <a:pt x="841" y="3851"/>
                        <a:pt x="2522" y="4523"/>
                      </a:cubicBezTo>
                      <a:cubicBezTo>
                        <a:pt x="2959" y="4691"/>
                        <a:pt x="3362" y="4825"/>
                        <a:pt x="3799" y="4825"/>
                      </a:cubicBezTo>
                      <a:cubicBezTo>
                        <a:pt x="4202" y="4825"/>
                        <a:pt x="4505" y="4825"/>
                        <a:pt x="4908" y="4691"/>
                      </a:cubicBezTo>
                      <a:cubicBezTo>
                        <a:pt x="5210" y="4523"/>
                        <a:pt x="5345" y="4254"/>
                        <a:pt x="5210" y="3985"/>
                      </a:cubicBezTo>
                      <a:cubicBezTo>
                        <a:pt x="5072" y="3874"/>
                        <a:pt x="4864" y="3649"/>
                        <a:pt x="4721" y="3649"/>
                      </a:cubicBezTo>
                      <a:cubicBezTo>
                        <a:pt x="4690" y="3649"/>
                        <a:pt x="4662" y="3659"/>
                        <a:pt x="4639" y="3683"/>
                      </a:cubicBezTo>
                      <a:cubicBezTo>
                        <a:pt x="4353" y="3767"/>
                        <a:pt x="4034" y="3809"/>
                        <a:pt x="3719" y="3809"/>
                      </a:cubicBezTo>
                      <a:cubicBezTo>
                        <a:pt x="3404" y="3809"/>
                        <a:pt x="3093" y="3767"/>
                        <a:pt x="2824" y="3683"/>
                      </a:cubicBezTo>
                      <a:cubicBezTo>
                        <a:pt x="1681" y="3145"/>
                        <a:pt x="1144" y="1868"/>
                        <a:pt x="1413" y="624"/>
                      </a:cubicBezTo>
                      <a:cubicBezTo>
                        <a:pt x="1547" y="322"/>
                        <a:pt x="1278" y="53"/>
                        <a:pt x="1144" y="53"/>
                      </a:cubicBezTo>
                      <a:cubicBezTo>
                        <a:pt x="1063" y="17"/>
                        <a:pt x="984" y="0"/>
                        <a:pt x="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3"/>
                <p:cNvSpPr/>
                <p:nvPr/>
              </p:nvSpPr>
              <p:spPr>
                <a:xfrm>
                  <a:off x="1511575" y="981325"/>
                  <a:ext cx="189075" cy="169625"/>
                </a:xfrm>
                <a:custGeom>
                  <a:rect b="b" l="l" r="r" t="t"/>
                  <a:pathLst>
                    <a:path extrusionOk="0" h="6785" w="7563">
                      <a:moveTo>
                        <a:pt x="3765" y="0"/>
                      </a:moveTo>
                      <a:cubicBezTo>
                        <a:pt x="3349" y="0"/>
                        <a:pt x="2927" y="80"/>
                        <a:pt x="2521" y="251"/>
                      </a:cubicBezTo>
                      <a:cubicBezTo>
                        <a:pt x="841" y="957"/>
                        <a:pt x="1" y="2906"/>
                        <a:pt x="706" y="4586"/>
                      </a:cubicBezTo>
                      <a:cubicBezTo>
                        <a:pt x="1218" y="5968"/>
                        <a:pt x="2489" y="6785"/>
                        <a:pt x="3808" y="6785"/>
                      </a:cubicBezTo>
                      <a:cubicBezTo>
                        <a:pt x="4222" y="6785"/>
                        <a:pt x="4641" y="6704"/>
                        <a:pt x="5042" y="6536"/>
                      </a:cubicBezTo>
                      <a:cubicBezTo>
                        <a:pt x="6722" y="5830"/>
                        <a:pt x="7563" y="3881"/>
                        <a:pt x="6857" y="2066"/>
                      </a:cubicBezTo>
                      <a:cubicBezTo>
                        <a:pt x="6322" y="791"/>
                        <a:pt x="5071" y="0"/>
                        <a:pt x="37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3"/>
                <p:cNvSpPr/>
                <p:nvPr/>
              </p:nvSpPr>
              <p:spPr>
                <a:xfrm>
                  <a:off x="1416625" y="1104875"/>
                  <a:ext cx="217650" cy="119550"/>
                </a:xfrm>
                <a:custGeom>
                  <a:rect b="b" l="l" r="r" t="t"/>
                  <a:pathLst>
                    <a:path extrusionOk="0" h="4782" w="8706">
                      <a:moveTo>
                        <a:pt x="2895" y="0"/>
                      </a:moveTo>
                      <a:cubicBezTo>
                        <a:pt x="1591" y="0"/>
                        <a:pt x="571" y="433"/>
                        <a:pt x="303" y="1190"/>
                      </a:cubicBezTo>
                      <a:cubicBezTo>
                        <a:pt x="1" y="2300"/>
                        <a:pt x="1413" y="3711"/>
                        <a:pt x="3664" y="4417"/>
                      </a:cubicBezTo>
                      <a:cubicBezTo>
                        <a:pt x="4472" y="4662"/>
                        <a:pt x="5267" y="4782"/>
                        <a:pt x="5964" y="4782"/>
                      </a:cubicBezTo>
                      <a:cubicBezTo>
                        <a:pt x="7180" y="4782"/>
                        <a:pt x="8098" y="4416"/>
                        <a:pt x="8269" y="3711"/>
                      </a:cubicBezTo>
                      <a:cubicBezTo>
                        <a:pt x="8706" y="2568"/>
                        <a:pt x="7160" y="1056"/>
                        <a:pt x="5042" y="350"/>
                      </a:cubicBezTo>
                      <a:cubicBezTo>
                        <a:pt x="4294" y="112"/>
                        <a:pt x="3558" y="0"/>
                        <a:pt x="289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3"/>
                <p:cNvSpPr/>
                <p:nvPr/>
              </p:nvSpPr>
              <p:spPr>
                <a:xfrm>
                  <a:off x="1851025" y="1079925"/>
                  <a:ext cx="161350" cy="143875"/>
                </a:xfrm>
                <a:custGeom>
                  <a:rect b="b" l="l" r="r" t="t"/>
                  <a:pathLst>
                    <a:path extrusionOk="0" h="5755" w="6454">
                      <a:moveTo>
                        <a:pt x="3263" y="0"/>
                      </a:moveTo>
                      <a:cubicBezTo>
                        <a:pt x="2615" y="0"/>
                        <a:pt x="1959" y="214"/>
                        <a:pt x="1412" y="642"/>
                      </a:cubicBezTo>
                      <a:cubicBezTo>
                        <a:pt x="135" y="1617"/>
                        <a:pt x="1" y="3432"/>
                        <a:pt x="975" y="4709"/>
                      </a:cubicBezTo>
                      <a:cubicBezTo>
                        <a:pt x="1597" y="5406"/>
                        <a:pt x="2451" y="5755"/>
                        <a:pt x="3277" y="5755"/>
                      </a:cubicBezTo>
                      <a:cubicBezTo>
                        <a:pt x="3924" y="5755"/>
                        <a:pt x="4555" y="5541"/>
                        <a:pt x="5042" y="5112"/>
                      </a:cubicBezTo>
                      <a:cubicBezTo>
                        <a:pt x="6285" y="4003"/>
                        <a:pt x="6453" y="2188"/>
                        <a:pt x="5445" y="1046"/>
                      </a:cubicBezTo>
                      <a:cubicBezTo>
                        <a:pt x="4899" y="349"/>
                        <a:pt x="4088" y="0"/>
                        <a:pt x="3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3"/>
                <p:cNvSpPr/>
                <p:nvPr/>
              </p:nvSpPr>
              <p:spPr>
                <a:xfrm>
                  <a:off x="1861100" y="1212125"/>
                  <a:ext cx="130275" cy="93925"/>
                </a:xfrm>
                <a:custGeom>
                  <a:rect b="b" l="l" r="r" t="t"/>
                  <a:pathLst>
                    <a:path extrusionOk="0" h="3757" w="5211">
                      <a:moveTo>
                        <a:pt x="2706" y="1"/>
                      </a:moveTo>
                      <a:cubicBezTo>
                        <a:pt x="2286" y="1"/>
                        <a:pt x="1900" y="43"/>
                        <a:pt x="1547" y="127"/>
                      </a:cubicBezTo>
                      <a:cubicBezTo>
                        <a:pt x="841" y="396"/>
                        <a:pt x="303" y="665"/>
                        <a:pt x="169" y="1236"/>
                      </a:cubicBezTo>
                      <a:cubicBezTo>
                        <a:pt x="1" y="2211"/>
                        <a:pt x="1412" y="3320"/>
                        <a:pt x="3362" y="3757"/>
                      </a:cubicBezTo>
                      <a:lnTo>
                        <a:pt x="4773" y="3757"/>
                      </a:lnTo>
                      <a:cubicBezTo>
                        <a:pt x="5042" y="3185"/>
                        <a:pt x="5210" y="2648"/>
                        <a:pt x="5210" y="1942"/>
                      </a:cubicBezTo>
                      <a:lnTo>
                        <a:pt x="5210" y="396"/>
                      </a:lnTo>
                      <a:cubicBezTo>
                        <a:pt x="4908" y="261"/>
                        <a:pt x="4639" y="261"/>
                        <a:pt x="4202" y="127"/>
                      </a:cubicBezTo>
                      <a:lnTo>
                        <a:pt x="4068" y="127"/>
                      </a:lnTo>
                      <a:cubicBezTo>
                        <a:pt x="3580" y="43"/>
                        <a:pt x="3126" y="1"/>
                        <a:pt x="27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3"/>
                <p:cNvSpPr/>
                <p:nvPr/>
              </p:nvSpPr>
              <p:spPr>
                <a:xfrm>
                  <a:off x="1609050" y="1010500"/>
                  <a:ext cx="70600" cy="61000"/>
                </a:xfrm>
                <a:custGeom>
                  <a:rect b="b" l="l" r="r" t="t"/>
                  <a:pathLst>
                    <a:path extrusionOk="0" h="2440" w="2824">
                      <a:moveTo>
                        <a:pt x="1429" y="0"/>
                      </a:moveTo>
                      <a:cubicBezTo>
                        <a:pt x="1232" y="0"/>
                        <a:pt x="1029" y="60"/>
                        <a:pt x="841" y="193"/>
                      </a:cubicBezTo>
                      <a:cubicBezTo>
                        <a:pt x="168" y="462"/>
                        <a:pt x="0" y="1168"/>
                        <a:pt x="303" y="1739"/>
                      </a:cubicBezTo>
                      <a:cubicBezTo>
                        <a:pt x="580" y="2224"/>
                        <a:pt x="1000" y="2439"/>
                        <a:pt x="1421" y="2439"/>
                      </a:cubicBezTo>
                      <a:cubicBezTo>
                        <a:pt x="1612" y="2439"/>
                        <a:pt x="1804" y="2394"/>
                        <a:pt x="1983" y="2310"/>
                      </a:cubicBezTo>
                      <a:cubicBezTo>
                        <a:pt x="2521" y="1873"/>
                        <a:pt x="2823" y="1168"/>
                        <a:pt x="2387" y="630"/>
                      </a:cubicBezTo>
                      <a:cubicBezTo>
                        <a:pt x="2206" y="247"/>
                        <a:pt x="1830" y="0"/>
                        <a:pt x="14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3"/>
                <p:cNvSpPr/>
                <p:nvPr/>
              </p:nvSpPr>
              <p:spPr>
                <a:xfrm>
                  <a:off x="1920775" y="1096000"/>
                  <a:ext cx="70600" cy="61125"/>
                </a:xfrm>
                <a:custGeom>
                  <a:rect b="b" l="l" r="r" t="t"/>
                  <a:pathLst>
                    <a:path extrusionOk="0" h="2445" w="2824">
                      <a:moveTo>
                        <a:pt x="1432" y="1"/>
                      </a:moveTo>
                      <a:cubicBezTo>
                        <a:pt x="1231" y="1"/>
                        <a:pt x="1028" y="45"/>
                        <a:pt x="840" y="134"/>
                      </a:cubicBezTo>
                      <a:cubicBezTo>
                        <a:pt x="303" y="571"/>
                        <a:pt x="0" y="1243"/>
                        <a:pt x="437" y="1814"/>
                      </a:cubicBezTo>
                      <a:cubicBezTo>
                        <a:pt x="617" y="2197"/>
                        <a:pt x="1054" y="2444"/>
                        <a:pt x="1494" y="2444"/>
                      </a:cubicBezTo>
                      <a:cubicBezTo>
                        <a:pt x="1711" y="2444"/>
                        <a:pt x="1929" y="2384"/>
                        <a:pt x="2117" y="2251"/>
                      </a:cubicBezTo>
                      <a:cubicBezTo>
                        <a:pt x="2655" y="1949"/>
                        <a:pt x="2823" y="1109"/>
                        <a:pt x="2521" y="571"/>
                      </a:cubicBezTo>
                      <a:cubicBezTo>
                        <a:pt x="2250" y="187"/>
                        <a:pt x="1843" y="1"/>
                        <a:pt x="14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3"/>
                <p:cNvSpPr/>
                <p:nvPr/>
              </p:nvSpPr>
              <p:spPr>
                <a:xfrm>
                  <a:off x="961250" y="236825"/>
                  <a:ext cx="1222525" cy="946550"/>
                </a:xfrm>
                <a:custGeom>
                  <a:rect b="b" l="l" r="r" t="t"/>
                  <a:pathLst>
                    <a:path extrusionOk="0" h="37862" w="48901">
                      <a:moveTo>
                        <a:pt x="22449" y="0"/>
                      </a:moveTo>
                      <a:cubicBezTo>
                        <a:pt x="20136" y="0"/>
                        <a:pt x="17807" y="494"/>
                        <a:pt x="15561" y="1329"/>
                      </a:cubicBezTo>
                      <a:cubicBezTo>
                        <a:pt x="13309" y="2169"/>
                        <a:pt x="11360" y="3547"/>
                        <a:pt x="9679" y="5228"/>
                      </a:cubicBezTo>
                      <a:cubicBezTo>
                        <a:pt x="8839" y="5934"/>
                        <a:pt x="8133" y="6639"/>
                        <a:pt x="7428" y="7480"/>
                      </a:cubicBezTo>
                      <a:lnTo>
                        <a:pt x="7428" y="7614"/>
                      </a:lnTo>
                      <a:cubicBezTo>
                        <a:pt x="6184" y="8891"/>
                        <a:pt x="5209" y="10269"/>
                        <a:pt x="4235" y="11815"/>
                      </a:cubicBezTo>
                      <a:cubicBezTo>
                        <a:pt x="3663" y="12521"/>
                        <a:pt x="3092" y="13361"/>
                        <a:pt x="3092" y="14201"/>
                      </a:cubicBezTo>
                      <a:cubicBezTo>
                        <a:pt x="3798" y="13932"/>
                        <a:pt x="4369" y="13227"/>
                        <a:pt x="5075" y="12924"/>
                      </a:cubicBezTo>
                      <a:lnTo>
                        <a:pt x="5075" y="12924"/>
                      </a:lnTo>
                      <a:cubicBezTo>
                        <a:pt x="2823" y="16016"/>
                        <a:pt x="1849" y="20083"/>
                        <a:pt x="1277" y="23847"/>
                      </a:cubicBezTo>
                      <a:cubicBezTo>
                        <a:pt x="0" y="32417"/>
                        <a:pt x="4638" y="37593"/>
                        <a:pt x="4638" y="37593"/>
                      </a:cubicBezTo>
                      <a:lnTo>
                        <a:pt x="4638" y="37458"/>
                      </a:lnTo>
                      <a:cubicBezTo>
                        <a:pt x="4773" y="37022"/>
                        <a:pt x="5075" y="35912"/>
                        <a:pt x="5747" y="34938"/>
                      </a:cubicBezTo>
                      <a:cubicBezTo>
                        <a:pt x="6349" y="34221"/>
                        <a:pt x="7146" y="33603"/>
                        <a:pt x="8327" y="33603"/>
                      </a:cubicBezTo>
                      <a:cubicBezTo>
                        <a:pt x="8531" y="33603"/>
                        <a:pt x="8746" y="33621"/>
                        <a:pt x="8974" y="33661"/>
                      </a:cubicBezTo>
                      <a:cubicBezTo>
                        <a:pt x="11360" y="33930"/>
                        <a:pt x="12066" y="36047"/>
                        <a:pt x="13040" y="37862"/>
                      </a:cubicBezTo>
                      <a:cubicBezTo>
                        <a:pt x="13175" y="34938"/>
                        <a:pt x="13175" y="31980"/>
                        <a:pt x="14317" y="29191"/>
                      </a:cubicBezTo>
                      <a:cubicBezTo>
                        <a:pt x="14721" y="27779"/>
                        <a:pt x="15695" y="26368"/>
                        <a:pt x="16536" y="25124"/>
                      </a:cubicBezTo>
                      <a:cubicBezTo>
                        <a:pt x="17376" y="24149"/>
                        <a:pt x="18922" y="22603"/>
                        <a:pt x="20031" y="22032"/>
                      </a:cubicBezTo>
                      <a:lnTo>
                        <a:pt x="20031" y="22032"/>
                      </a:lnTo>
                      <a:cubicBezTo>
                        <a:pt x="20031" y="22603"/>
                        <a:pt x="19762" y="23175"/>
                        <a:pt x="19628" y="23847"/>
                      </a:cubicBezTo>
                      <a:cubicBezTo>
                        <a:pt x="19493" y="24553"/>
                        <a:pt x="19493" y="25258"/>
                        <a:pt x="19493" y="25964"/>
                      </a:cubicBezTo>
                      <a:cubicBezTo>
                        <a:pt x="19493" y="27376"/>
                        <a:pt x="19493" y="28619"/>
                        <a:pt x="19896" y="29896"/>
                      </a:cubicBezTo>
                      <a:cubicBezTo>
                        <a:pt x="22283" y="28888"/>
                        <a:pt x="25240" y="27914"/>
                        <a:pt x="27458" y="26368"/>
                      </a:cubicBezTo>
                      <a:cubicBezTo>
                        <a:pt x="29273" y="25124"/>
                        <a:pt x="32231" y="22469"/>
                        <a:pt x="32365" y="19948"/>
                      </a:cubicBezTo>
                      <a:lnTo>
                        <a:pt x="32365" y="19948"/>
                      </a:lnTo>
                      <a:cubicBezTo>
                        <a:pt x="32365" y="22032"/>
                        <a:pt x="32500" y="24284"/>
                        <a:pt x="31962" y="26368"/>
                      </a:cubicBezTo>
                      <a:cubicBezTo>
                        <a:pt x="31525" y="28048"/>
                        <a:pt x="30550" y="29594"/>
                        <a:pt x="29710" y="31140"/>
                      </a:cubicBezTo>
                      <a:cubicBezTo>
                        <a:pt x="30083" y="31267"/>
                        <a:pt x="30516" y="31324"/>
                        <a:pt x="30981" y="31324"/>
                      </a:cubicBezTo>
                      <a:cubicBezTo>
                        <a:pt x="32613" y="31324"/>
                        <a:pt x="34627" y="30618"/>
                        <a:pt x="35726" y="29728"/>
                      </a:cubicBezTo>
                      <a:cubicBezTo>
                        <a:pt x="37272" y="28216"/>
                        <a:pt x="38247" y="26233"/>
                        <a:pt x="39356" y="24553"/>
                      </a:cubicBezTo>
                      <a:lnTo>
                        <a:pt x="39356" y="24553"/>
                      </a:lnTo>
                      <a:cubicBezTo>
                        <a:pt x="38684" y="26536"/>
                        <a:pt x="38818" y="28619"/>
                        <a:pt x="37675" y="30569"/>
                      </a:cubicBezTo>
                      <a:cubicBezTo>
                        <a:pt x="36566" y="32552"/>
                        <a:pt x="34617" y="33795"/>
                        <a:pt x="32802" y="34938"/>
                      </a:cubicBezTo>
                      <a:cubicBezTo>
                        <a:pt x="33065" y="34955"/>
                        <a:pt x="33332" y="34963"/>
                        <a:pt x="33603" y="34963"/>
                      </a:cubicBezTo>
                      <a:cubicBezTo>
                        <a:pt x="35483" y="34963"/>
                        <a:pt x="37535" y="34584"/>
                        <a:pt x="39356" y="34232"/>
                      </a:cubicBezTo>
                      <a:cubicBezTo>
                        <a:pt x="41608" y="33930"/>
                        <a:pt x="43994" y="32955"/>
                        <a:pt x="45674" y="31409"/>
                      </a:cubicBezTo>
                      <a:cubicBezTo>
                        <a:pt x="48195" y="29325"/>
                        <a:pt x="48195" y="27208"/>
                        <a:pt x="48464" y="26099"/>
                      </a:cubicBezTo>
                      <a:cubicBezTo>
                        <a:pt x="48766" y="24284"/>
                        <a:pt x="48598" y="22469"/>
                        <a:pt x="48060" y="20789"/>
                      </a:cubicBezTo>
                      <a:cubicBezTo>
                        <a:pt x="47355" y="18806"/>
                        <a:pt x="46783" y="16856"/>
                        <a:pt x="45674" y="15176"/>
                      </a:cubicBezTo>
                      <a:lnTo>
                        <a:pt x="45674" y="15176"/>
                      </a:lnTo>
                      <a:lnTo>
                        <a:pt x="45809" y="15310"/>
                      </a:lnTo>
                      <a:cubicBezTo>
                        <a:pt x="46514" y="15445"/>
                        <a:pt x="46918" y="15747"/>
                        <a:pt x="47355" y="16151"/>
                      </a:cubicBezTo>
                      <a:cubicBezTo>
                        <a:pt x="47926" y="16587"/>
                        <a:pt x="48329" y="17125"/>
                        <a:pt x="48901" y="17697"/>
                      </a:cubicBezTo>
                      <a:lnTo>
                        <a:pt x="48901" y="17562"/>
                      </a:lnTo>
                      <a:cubicBezTo>
                        <a:pt x="48901" y="16453"/>
                        <a:pt x="48060" y="14605"/>
                        <a:pt x="47623" y="13630"/>
                      </a:cubicBezTo>
                      <a:cubicBezTo>
                        <a:pt x="46918" y="12084"/>
                        <a:pt x="45674" y="11109"/>
                        <a:pt x="44700" y="9866"/>
                      </a:cubicBezTo>
                      <a:cubicBezTo>
                        <a:pt x="42523" y="7007"/>
                        <a:pt x="39718" y="4682"/>
                        <a:pt x="35981" y="4682"/>
                      </a:cubicBezTo>
                      <a:cubicBezTo>
                        <a:pt x="35853" y="4682"/>
                        <a:pt x="35723" y="4684"/>
                        <a:pt x="35592" y="4690"/>
                      </a:cubicBezTo>
                      <a:cubicBezTo>
                        <a:pt x="35020" y="4690"/>
                        <a:pt x="34180" y="4690"/>
                        <a:pt x="33642" y="4388"/>
                      </a:cubicBezTo>
                      <a:cubicBezTo>
                        <a:pt x="32802" y="4119"/>
                        <a:pt x="32096" y="3278"/>
                        <a:pt x="31525" y="2707"/>
                      </a:cubicBezTo>
                      <a:cubicBezTo>
                        <a:pt x="30113" y="1867"/>
                        <a:pt x="28735" y="1161"/>
                        <a:pt x="27189" y="758"/>
                      </a:cubicBezTo>
                      <a:cubicBezTo>
                        <a:pt x="25638" y="236"/>
                        <a:pt x="24047" y="0"/>
                        <a:pt x="224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3"/>
                <p:cNvSpPr/>
                <p:nvPr/>
              </p:nvSpPr>
              <p:spPr>
                <a:xfrm>
                  <a:off x="989800" y="234750"/>
                  <a:ext cx="1193975" cy="706225"/>
                </a:xfrm>
                <a:custGeom>
                  <a:rect b="b" l="l" r="r" t="t"/>
                  <a:pathLst>
                    <a:path extrusionOk="0" h="28249" w="47759">
                      <a:moveTo>
                        <a:pt x="21409" y="1"/>
                      </a:moveTo>
                      <a:cubicBezTo>
                        <a:pt x="19588" y="1"/>
                        <a:pt x="17826" y="343"/>
                        <a:pt x="16079" y="888"/>
                      </a:cubicBezTo>
                      <a:lnTo>
                        <a:pt x="16079" y="888"/>
                      </a:lnTo>
                      <a:cubicBezTo>
                        <a:pt x="17867" y="391"/>
                        <a:pt x="19609" y="135"/>
                        <a:pt x="21409" y="135"/>
                      </a:cubicBezTo>
                      <a:cubicBezTo>
                        <a:pt x="22955" y="135"/>
                        <a:pt x="24501" y="269"/>
                        <a:pt x="26047" y="841"/>
                      </a:cubicBezTo>
                      <a:cubicBezTo>
                        <a:pt x="24501" y="269"/>
                        <a:pt x="22955" y="1"/>
                        <a:pt x="21409" y="1"/>
                      </a:cubicBezTo>
                      <a:close/>
                      <a:moveTo>
                        <a:pt x="26048" y="841"/>
                      </a:moveTo>
                      <a:cubicBezTo>
                        <a:pt x="27594" y="1244"/>
                        <a:pt x="28971" y="1950"/>
                        <a:pt x="30383" y="2790"/>
                      </a:cubicBezTo>
                      <a:cubicBezTo>
                        <a:pt x="28971" y="1815"/>
                        <a:pt x="27594" y="1244"/>
                        <a:pt x="26048" y="841"/>
                      </a:cubicBezTo>
                      <a:close/>
                      <a:moveTo>
                        <a:pt x="16079" y="888"/>
                      </a:moveTo>
                      <a:cubicBezTo>
                        <a:pt x="15531" y="1040"/>
                        <a:pt x="14978" y="1215"/>
                        <a:pt x="14419" y="1412"/>
                      </a:cubicBezTo>
                      <a:cubicBezTo>
                        <a:pt x="13293" y="1832"/>
                        <a:pt x="12243" y="2387"/>
                        <a:pt x="11264" y="3046"/>
                      </a:cubicBezTo>
                      <a:lnTo>
                        <a:pt x="11264" y="3046"/>
                      </a:lnTo>
                      <a:cubicBezTo>
                        <a:pt x="12276" y="2387"/>
                        <a:pt x="13360" y="1832"/>
                        <a:pt x="14553" y="1412"/>
                      </a:cubicBezTo>
                      <a:cubicBezTo>
                        <a:pt x="15061" y="1223"/>
                        <a:pt x="15569" y="1047"/>
                        <a:pt x="16079" y="888"/>
                      </a:cubicBezTo>
                      <a:close/>
                      <a:moveTo>
                        <a:pt x="30383" y="2790"/>
                      </a:moveTo>
                      <a:lnTo>
                        <a:pt x="30383" y="2790"/>
                      </a:lnTo>
                      <a:cubicBezTo>
                        <a:pt x="30954" y="3361"/>
                        <a:pt x="31660" y="4202"/>
                        <a:pt x="32500" y="4471"/>
                      </a:cubicBezTo>
                      <a:cubicBezTo>
                        <a:pt x="31660" y="4202"/>
                        <a:pt x="30954" y="3227"/>
                        <a:pt x="30383" y="2790"/>
                      </a:cubicBezTo>
                      <a:close/>
                      <a:moveTo>
                        <a:pt x="11264" y="3046"/>
                      </a:moveTo>
                      <a:lnTo>
                        <a:pt x="11264" y="3046"/>
                      </a:lnTo>
                      <a:cubicBezTo>
                        <a:pt x="10251" y="3706"/>
                        <a:pt x="9310" y="4471"/>
                        <a:pt x="8403" y="5311"/>
                      </a:cubicBezTo>
                      <a:cubicBezTo>
                        <a:pt x="8148" y="5565"/>
                        <a:pt x="7894" y="5837"/>
                        <a:pt x="7640" y="6114"/>
                      </a:cubicBezTo>
                      <a:lnTo>
                        <a:pt x="7640" y="6114"/>
                      </a:lnTo>
                      <a:cubicBezTo>
                        <a:pt x="7925" y="5841"/>
                        <a:pt x="8222" y="5576"/>
                        <a:pt x="8537" y="5311"/>
                      </a:cubicBezTo>
                      <a:cubicBezTo>
                        <a:pt x="9378" y="4471"/>
                        <a:pt x="10285" y="3706"/>
                        <a:pt x="11264" y="3046"/>
                      </a:cubicBezTo>
                      <a:close/>
                      <a:moveTo>
                        <a:pt x="7640" y="6114"/>
                      </a:moveTo>
                      <a:cubicBezTo>
                        <a:pt x="7166" y="6566"/>
                        <a:pt x="6726" y="7038"/>
                        <a:pt x="6286" y="7563"/>
                      </a:cubicBezTo>
                      <a:cubicBezTo>
                        <a:pt x="6737" y="7111"/>
                        <a:pt x="7188" y="6605"/>
                        <a:pt x="7640" y="6114"/>
                      </a:cubicBezTo>
                      <a:close/>
                      <a:moveTo>
                        <a:pt x="32500" y="4471"/>
                      </a:moveTo>
                      <a:lnTo>
                        <a:pt x="32500" y="4471"/>
                      </a:lnTo>
                      <a:cubicBezTo>
                        <a:pt x="32769" y="4605"/>
                        <a:pt x="33173" y="4773"/>
                        <a:pt x="33744" y="4773"/>
                      </a:cubicBezTo>
                      <a:lnTo>
                        <a:pt x="34584" y="4773"/>
                      </a:lnTo>
                      <a:cubicBezTo>
                        <a:pt x="38382" y="4773"/>
                        <a:pt x="41306" y="6991"/>
                        <a:pt x="43558" y="9949"/>
                      </a:cubicBezTo>
                      <a:cubicBezTo>
                        <a:pt x="41306" y="6991"/>
                        <a:pt x="38382" y="4605"/>
                        <a:pt x="34584" y="4605"/>
                      </a:cubicBezTo>
                      <a:lnTo>
                        <a:pt x="33744" y="4605"/>
                      </a:lnTo>
                      <a:cubicBezTo>
                        <a:pt x="33173" y="4605"/>
                        <a:pt x="32769" y="4605"/>
                        <a:pt x="32500" y="4471"/>
                      </a:cubicBezTo>
                      <a:close/>
                      <a:moveTo>
                        <a:pt x="6286" y="7563"/>
                      </a:moveTo>
                      <a:cubicBezTo>
                        <a:pt x="5042" y="8974"/>
                        <a:pt x="4067" y="10352"/>
                        <a:pt x="3093" y="11898"/>
                      </a:cubicBezTo>
                      <a:cubicBezTo>
                        <a:pt x="4067" y="10352"/>
                        <a:pt x="5042" y="8974"/>
                        <a:pt x="6286" y="7697"/>
                      </a:cubicBezTo>
                      <a:lnTo>
                        <a:pt x="6286" y="7563"/>
                      </a:lnTo>
                      <a:close/>
                      <a:moveTo>
                        <a:pt x="46482" y="13714"/>
                      </a:moveTo>
                      <a:lnTo>
                        <a:pt x="46482" y="13714"/>
                      </a:lnTo>
                      <a:cubicBezTo>
                        <a:pt x="46919" y="14688"/>
                        <a:pt x="47759" y="16671"/>
                        <a:pt x="47759" y="17780"/>
                      </a:cubicBezTo>
                      <a:lnTo>
                        <a:pt x="47759" y="17645"/>
                      </a:lnTo>
                      <a:cubicBezTo>
                        <a:pt x="47759" y="16536"/>
                        <a:pt x="46919" y="14688"/>
                        <a:pt x="46482" y="13714"/>
                      </a:cubicBezTo>
                      <a:close/>
                      <a:moveTo>
                        <a:pt x="3909" y="13040"/>
                      </a:moveTo>
                      <a:lnTo>
                        <a:pt x="3909" y="13040"/>
                      </a:lnTo>
                      <a:cubicBezTo>
                        <a:pt x="1674" y="16128"/>
                        <a:pt x="705" y="20179"/>
                        <a:pt x="135" y="23795"/>
                      </a:cubicBezTo>
                      <a:cubicBezTo>
                        <a:pt x="2" y="25456"/>
                        <a:pt x="1" y="26854"/>
                        <a:pt x="1" y="28248"/>
                      </a:cubicBezTo>
                      <a:lnTo>
                        <a:pt x="1" y="28248"/>
                      </a:lnTo>
                      <a:cubicBezTo>
                        <a:pt x="1" y="26854"/>
                        <a:pt x="2" y="25457"/>
                        <a:pt x="135" y="23930"/>
                      </a:cubicBezTo>
                      <a:cubicBezTo>
                        <a:pt x="705" y="20179"/>
                        <a:pt x="1674" y="16128"/>
                        <a:pt x="3909" y="13040"/>
                      </a:cubicBezTo>
                      <a:close/>
                    </a:path>
                  </a:pathLst>
                </a:custGeom>
                <a:solidFill>
                  <a:srgbClr val="FAF2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3"/>
                <p:cNvSpPr/>
                <p:nvPr/>
              </p:nvSpPr>
              <p:spPr>
                <a:xfrm>
                  <a:off x="989800" y="238125"/>
                  <a:ext cx="1193975" cy="935175"/>
                </a:xfrm>
                <a:custGeom>
                  <a:rect b="b" l="l" r="r" t="t"/>
                  <a:pathLst>
                    <a:path extrusionOk="0" h="37407" w="47759">
                      <a:moveTo>
                        <a:pt x="21409" y="0"/>
                      </a:moveTo>
                      <a:cubicBezTo>
                        <a:pt x="19057" y="0"/>
                        <a:pt x="16805" y="437"/>
                        <a:pt x="14419" y="1277"/>
                      </a:cubicBezTo>
                      <a:cubicBezTo>
                        <a:pt x="12167" y="2117"/>
                        <a:pt x="10218" y="3495"/>
                        <a:pt x="8537" y="5176"/>
                      </a:cubicBezTo>
                      <a:cubicBezTo>
                        <a:pt x="7697" y="5882"/>
                        <a:pt x="6991" y="6587"/>
                        <a:pt x="6286" y="7428"/>
                      </a:cubicBezTo>
                      <a:lnTo>
                        <a:pt x="6286" y="7562"/>
                      </a:lnTo>
                      <a:cubicBezTo>
                        <a:pt x="5042" y="8839"/>
                        <a:pt x="4067" y="10217"/>
                        <a:pt x="3093" y="11763"/>
                      </a:cubicBezTo>
                      <a:cubicBezTo>
                        <a:pt x="2521" y="12469"/>
                        <a:pt x="1950" y="13309"/>
                        <a:pt x="1950" y="14149"/>
                      </a:cubicBezTo>
                      <a:cubicBezTo>
                        <a:pt x="2656" y="13880"/>
                        <a:pt x="3227" y="13175"/>
                        <a:pt x="3933" y="12872"/>
                      </a:cubicBezTo>
                      <a:lnTo>
                        <a:pt x="3933" y="12872"/>
                      </a:lnTo>
                      <a:cubicBezTo>
                        <a:pt x="1681" y="15964"/>
                        <a:pt x="707" y="20031"/>
                        <a:pt x="135" y="23795"/>
                      </a:cubicBezTo>
                      <a:cubicBezTo>
                        <a:pt x="1" y="25341"/>
                        <a:pt x="1" y="26752"/>
                        <a:pt x="1" y="28164"/>
                      </a:cubicBezTo>
                      <a:cubicBezTo>
                        <a:pt x="404" y="33609"/>
                        <a:pt x="3093" y="36970"/>
                        <a:pt x="3496" y="37406"/>
                      </a:cubicBezTo>
                      <a:cubicBezTo>
                        <a:pt x="3496" y="37406"/>
                        <a:pt x="3765" y="36129"/>
                        <a:pt x="4471" y="35020"/>
                      </a:cubicBezTo>
                      <a:cubicBezTo>
                        <a:pt x="4202" y="33205"/>
                        <a:pt x="4202" y="31222"/>
                        <a:pt x="4471" y="28836"/>
                      </a:cubicBezTo>
                      <a:cubicBezTo>
                        <a:pt x="5042" y="25341"/>
                        <a:pt x="5882" y="21577"/>
                        <a:pt x="8134" y="18619"/>
                      </a:cubicBezTo>
                      <a:lnTo>
                        <a:pt x="8134" y="18619"/>
                      </a:lnTo>
                      <a:cubicBezTo>
                        <a:pt x="7294" y="18922"/>
                        <a:pt x="6857" y="19459"/>
                        <a:pt x="6151" y="19896"/>
                      </a:cubicBezTo>
                      <a:cubicBezTo>
                        <a:pt x="6151" y="19056"/>
                        <a:pt x="6722" y="18216"/>
                        <a:pt x="7126" y="17510"/>
                      </a:cubicBezTo>
                      <a:cubicBezTo>
                        <a:pt x="8134" y="16099"/>
                        <a:pt x="9109" y="14721"/>
                        <a:pt x="10218" y="13443"/>
                      </a:cubicBezTo>
                      <a:cubicBezTo>
                        <a:pt x="12470" y="10923"/>
                        <a:pt x="14856" y="8671"/>
                        <a:pt x="18049" y="7562"/>
                      </a:cubicBezTo>
                      <a:cubicBezTo>
                        <a:pt x="20166" y="6722"/>
                        <a:pt x="22418" y="6318"/>
                        <a:pt x="24636" y="6318"/>
                      </a:cubicBezTo>
                      <a:cubicBezTo>
                        <a:pt x="26182" y="6318"/>
                        <a:pt x="27593" y="6453"/>
                        <a:pt x="28971" y="6991"/>
                      </a:cubicBezTo>
                      <a:cubicBezTo>
                        <a:pt x="30517" y="7428"/>
                        <a:pt x="31929" y="7999"/>
                        <a:pt x="33172" y="8839"/>
                      </a:cubicBezTo>
                      <a:cubicBezTo>
                        <a:pt x="33744" y="9377"/>
                        <a:pt x="34450" y="10217"/>
                        <a:pt x="35155" y="10520"/>
                      </a:cubicBezTo>
                      <a:cubicBezTo>
                        <a:pt x="35424" y="10654"/>
                        <a:pt x="35861" y="10654"/>
                        <a:pt x="36264" y="10654"/>
                      </a:cubicBezTo>
                      <a:lnTo>
                        <a:pt x="37105" y="10654"/>
                      </a:lnTo>
                      <a:cubicBezTo>
                        <a:pt x="38920" y="10654"/>
                        <a:pt x="41037" y="11897"/>
                        <a:pt x="42717" y="13175"/>
                      </a:cubicBezTo>
                      <a:cubicBezTo>
                        <a:pt x="44398" y="14418"/>
                        <a:pt x="45641" y="15695"/>
                        <a:pt x="45641" y="15695"/>
                      </a:cubicBezTo>
                      <a:cubicBezTo>
                        <a:pt x="46481" y="16099"/>
                        <a:pt x="46918" y="16804"/>
                        <a:pt x="47624" y="17510"/>
                      </a:cubicBezTo>
                      <a:lnTo>
                        <a:pt x="47759" y="17645"/>
                      </a:lnTo>
                      <a:lnTo>
                        <a:pt x="47759" y="17510"/>
                      </a:lnTo>
                      <a:cubicBezTo>
                        <a:pt x="47759" y="16401"/>
                        <a:pt x="46918" y="14553"/>
                        <a:pt x="46481" y="13578"/>
                      </a:cubicBezTo>
                      <a:cubicBezTo>
                        <a:pt x="45776" y="12032"/>
                        <a:pt x="44532" y="11057"/>
                        <a:pt x="43558" y="9814"/>
                      </a:cubicBezTo>
                      <a:cubicBezTo>
                        <a:pt x="41306" y="6856"/>
                        <a:pt x="38382" y="4638"/>
                        <a:pt x="34584" y="4638"/>
                      </a:cubicBezTo>
                      <a:lnTo>
                        <a:pt x="33744" y="4638"/>
                      </a:lnTo>
                      <a:cubicBezTo>
                        <a:pt x="33172" y="4638"/>
                        <a:pt x="32769" y="4470"/>
                        <a:pt x="32500" y="4336"/>
                      </a:cubicBezTo>
                      <a:cubicBezTo>
                        <a:pt x="31660" y="4067"/>
                        <a:pt x="30954" y="3226"/>
                        <a:pt x="30383" y="2655"/>
                      </a:cubicBezTo>
                      <a:cubicBezTo>
                        <a:pt x="28971" y="1815"/>
                        <a:pt x="27593" y="1109"/>
                        <a:pt x="26047" y="706"/>
                      </a:cubicBezTo>
                      <a:cubicBezTo>
                        <a:pt x="24501" y="134"/>
                        <a:pt x="22955" y="0"/>
                        <a:pt x="2140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3"/>
                <p:cNvSpPr/>
                <p:nvPr/>
              </p:nvSpPr>
              <p:spPr>
                <a:xfrm>
                  <a:off x="1070475" y="1736225"/>
                  <a:ext cx="244525" cy="252075"/>
                </a:xfrm>
                <a:custGeom>
                  <a:rect b="b" l="l" r="r" t="t"/>
                  <a:pathLst>
                    <a:path extrusionOk="0" h="10083" w="9781">
                      <a:moveTo>
                        <a:pt x="6856" y="0"/>
                      </a:moveTo>
                      <a:lnTo>
                        <a:pt x="3227" y="7865"/>
                      </a:lnTo>
                      <a:lnTo>
                        <a:pt x="404" y="8570"/>
                      </a:lnTo>
                      <a:cubicBezTo>
                        <a:pt x="0" y="8705"/>
                        <a:pt x="0" y="9243"/>
                        <a:pt x="269" y="9411"/>
                      </a:cubicBezTo>
                      <a:cubicBezTo>
                        <a:pt x="1109" y="9814"/>
                        <a:pt x="2084" y="10083"/>
                        <a:pt x="3059" y="10083"/>
                      </a:cubicBezTo>
                      <a:cubicBezTo>
                        <a:pt x="3630" y="10083"/>
                        <a:pt x="4201" y="9814"/>
                        <a:pt x="4605" y="9411"/>
                      </a:cubicBezTo>
                      <a:lnTo>
                        <a:pt x="9780" y="2823"/>
                      </a:lnTo>
                      <a:lnTo>
                        <a:pt x="6856" y="0"/>
                      </a:lnTo>
                      <a:close/>
                    </a:path>
                  </a:pathLst>
                </a:custGeom>
                <a:solidFill>
                  <a:srgbClr val="A67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3"/>
                <p:cNvSpPr/>
                <p:nvPr/>
              </p:nvSpPr>
              <p:spPr>
                <a:xfrm>
                  <a:off x="1272950" y="1526175"/>
                  <a:ext cx="203375" cy="224350"/>
                </a:xfrm>
                <a:custGeom>
                  <a:rect b="b" l="l" r="r" t="t"/>
                  <a:pathLst>
                    <a:path extrusionOk="0" h="8974" w="8135">
                      <a:moveTo>
                        <a:pt x="5748" y="0"/>
                      </a:moveTo>
                      <a:cubicBezTo>
                        <a:pt x="5479" y="0"/>
                        <a:pt x="5345" y="168"/>
                        <a:pt x="5042" y="168"/>
                      </a:cubicBezTo>
                      <a:cubicBezTo>
                        <a:pt x="4068" y="571"/>
                        <a:pt x="3227" y="1008"/>
                        <a:pt x="2522" y="1681"/>
                      </a:cubicBezTo>
                      <a:cubicBezTo>
                        <a:pt x="1849" y="2386"/>
                        <a:pt x="1278" y="3092"/>
                        <a:pt x="841" y="4067"/>
                      </a:cubicBezTo>
                      <a:lnTo>
                        <a:pt x="1" y="5747"/>
                      </a:lnTo>
                      <a:lnTo>
                        <a:pt x="3362" y="8974"/>
                      </a:lnTo>
                      <a:lnTo>
                        <a:pt x="7563" y="3798"/>
                      </a:lnTo>
                      <a:cubicBezTo>
                        <a:pt x="7865" y="3227"/>
                        <a:pt x="8134" y="2689"/>
                        <a:pt x="8000" y="2117"/>
                      </a:cubicBezTo>
                      <a:cubicBezTo>
                        <a:pt x="7865" y="840"/>
                        <a:pt x="6891" y="0"/>
                        <a:pt x="5748" y="0"/>
                      </a:cubicBezTo>
                      <a:close/>
                    </a:path>
                  </a:pathLst>
                </a:custGeom>
                <a:solidFill>
                  <a:srgbClr val="D077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3"/>
                <p:cNvSpPr/>
                <p:nvPr/>
              </p:nvSpPr>
              <p:spPr>
                <a:xfrm>
                  <a:off x="1272950" y="1526175"/>
                  <a:ext cx="200000" cy="224350"/>
                </a:xfrm>
                <a:custGeom>
                  <a:rect b="b" l="l" r="r" t="t"/>
                  <a:pathLst>
                    <a:path extrusionOk="0" h="8974" w="8000">
                      <a:moveTo>
                        <a:pt x="5748" y="0"/>
                      </a:moveTo>
                      <a:cubicBezTo>
                        <a:pt x="5479" y="0"/>
                        <a:pt x="5345" y="168"/>
                        <a:pt x="5042" y="168"/>
                      </a:cubicBezTo>
                      <a:cubicBezTo>
                        <a:pt x="4068" y="571"/>
                        <a:pt x="3227" y="1008"/>
                        <a:pt x="2522" y="1681"/>
                      </a:cubicBezTo>
                      <a:cubicBezTo>
                        <a:pt x="1849" y="2386"/>
                        <a:pt x="1278" y="3092"/>
                        <a:pt x="841" y="4067"/>
                      </a:cubicBezTo>
                      <a:lnTo>
                        <a:pt x="1" y="5747"/>
                      </a:lnTo>
                      <a:lnTo>
                        <a:pt x="3362" y="8974"/>
                      </a:lnTo>
                      <a:lnTo>
                        <a:pt x="7563" y="3798"/>
                      </a:lnTo>
                      <a:cubicBezTo>
                        <a:pt x="7865" y="3361"/>
                        <a:pt x="8000" y="2823"/>
                        <a:pt x="8000" y="2386"/>
                      </a:cubicBezTo>
                      <a:lnTo>
                        <a:pt x="8000" y="2117"/>
                      </a:lnTo>
                      <a:cubicBezTo>
                        <a:pt x="7865" y="840"/>
                        <a:pt x="6891" y="0"/>
                        <a:pt x="574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3"/>
                <p:cNvSpPr/>
                <p:nvPr/>
              </p:nvSpPr>
              <p:spPr>
                <a:xfrm>
                  <a:off x="1220875" y="1659450"/>
                  <a:ext cx="153775" cy="156625"/>
                </a:xfrm>
                <a:custGeom>
                  <a:rect b="b" l="l" r="r" t="t"/>
                  <a:pathLst>
                    <a:path extrusionOk="0" h="6265" w="6151">
                      <a:moveTo>
                        <a:pt x="1484" y="1"/>
                      </a:moveTo>
                      <a:cubicBezTo>
                        <a:pt x="1237" y="1"/>
                        <a:pt x="1007" y="116"/>
                        <a:pt x="840" y="282"/>
                      </a:cubicBezTo>
                      <a:lnTo>
                        <a:pt x="135" y="1693"/>
                      </a:lnTo>
                      <a:cubicBezTo>
                        <a:pt x="0" y="1962"/>
                        <a:pt x="0" y="2231"/>
                        <a:pt x="269" y="2534"/>
                      </a:cubicBezTo>
                      <a:lnTo>
                        <a:pt x="840" y="3071"/>
                      </a:lnTo>
                      <a:lnTo>
                        <a:pt x="4067" y="6163"/>
                      </a:lnTo>
                      <a:cubicBezTo>
                        <a:pt x="4134" y="6230"/>
                        <a:pt x="4235" y="6264"/>
                        <a:pt x="4357" y="6264"/>
                      </a:cubicBezTo>
                      <a:cubicBezTo>
                        <a:pt x="4478" y="6264"/>
                        <a:pt x="4621" y="6230"/>
                        <a:pt x="4773" y="6163"/>
                      </a:cubicBezTo>
                      <a:lnTo>
                        <a:pt x="6016" y="4920"/>
                      </a:lnTo>
                      <a:cubicBezTo>
                        <a:pt x="6151" y="4617"/>
                        <a:pt x="6151" y="4348"/>
                        <a:pt x="6016" y="4080"/>
                      </a:cubicBezTo>
                      <a:lnTo>
                        <a:pt x="2084" y="416"/>
                      </a:lnTo>
                      <a:lnTo>
                        <a:pt x="1949" y="147"/>
                      </a:lnTo>
                      <a:cubicBezTo>
                        <a:pt x="1795" y="45"/>
                        <a:pt x="1636" y="1"/>
                        <a:pt x="148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64" name="Google Shape;1064;p33"/>
            <p:cNvGrpSpPr/>
            <p:nvPr/>
          </p:nvGrpSpPr>
          <p:grpSpPr>
            <a:xfrm>
              <a:off x="1448240" y="2404457"/>
              <a:ext cx="1130233" cy="1034376"/>
              <a:chOff x="1143440" y="2537807"/>
              <a:chExt cx="1130233" cy="1034376"/>
            </a:xfrm>
          </p:grpSpPr>
          <p:sp>
            <p:nvSpPr>
              <p:cNvPr id="1065" name="Google Shape;1065;p33"/>
              <p:cNvSpPr/>
              <p:nvPr/>
            </p:nvSpPr>
            <p:spPr>
              <a:xfrm>
                <a:off x="1566493" y="3482928"/>
                <a:ext cx="62627" cy="640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6" name="Google Shape;1066;p33"/>
              <p:cNvGrpSpPr/>
              <p:nvPr/>
            </p:nvGrpSpPr>
            <p:grpSpPr>
              <a:xfrm>
                <a:off x="1143440" y="2537807"/>
                <a:ext cx="1130233" cy="1034376"/>
                <a:chOff x="381440" y="2537807"/>
                <a:chExt cx="1130233" cy="1034376"/>
              </a:xfrm>
            </p:grpSpPr>
            <p:grpSp>
              <p:nvGrpSpPr>
                <p:cNvPr id="1067" name="Google Shape;1067;p33"/>
                <p:cNvGrpSpPr/>
                <p:nvPr/>
              </p:nvGrpSpPr>
              <p:grpSpPr>
                <a:xfrm>
                  <a:off x="381440" y="2928449"/>
                  <a:ext cx="445967" cy="643734"/>
                  <a:chOff x="3234643" y="3795496"/>
                  <a:chExt cx="870180" cy="1256066"/>
                </a:xfrm>
              </p:grpSpPr>
              <p:sp>
                <p:nvSpPr>
                  <p:cNvPr id="1068" name="Google Shape;1068;p33"/>
                  <p:cNvSpPr/>
                  <p:nvPr/>
                </p:nvSpPr>
                <p:spPr>
                  <a:xfrm>
                    <a:off x="3236476" y="3795496"/>
                    <a:ext cx="868347" cy="1256066"/>
                  </a:xfrm>
                  <a:custGeom>
                    <a:rect b="b" l="l" r="r" t="t"/>
                    <a:pathLst>
                      <a:path extrusionOk="0" h="22726" w="15711">
                        <a:moveTo>
                          <a:pt x="1099" y="1"/>
                        </a:moveTo>
                        <a:cubicBezTo>
                          <a:pt x="490" y="1"/>
                          <a:pt x="1" y="491"/>
                          <a:pt x="1" y="1099"/>
                        </a:cubicBezTo>
                        <a:lnTo>
                          <a:pt x="1" y="21614"/>
                        </a:lnTo>
                        <a:cubicBezTo>
                          <a:pt x="1" y="22223"/>
                          <a:pt x="490" y="22726"/>
                          <a:pt x="1099" y="22726"/>
                        </a:cubicBezTo>
                        <a:lnTo>
                          <a:pt x="14612" y="22726"/>
                        </a:lnTo>
                        <a:cubicBezTo>
                          <a:pt x="15221" y="22726"/>
                          <a:pt x="15711" y="22223"/>
                          <a:pt x="15711" y="21614"/>
                        </a:cubicBezTo>
                        <a:lnTo>
                          <a:pt x="15711" y="1099"/>
                        </a:lnTo>
                        <a:cubicBezTo>
                          <a:pt x="15711" y="491"/>
                          <a:pt x="15221" y="1"/>
                          <a:pt x="146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9" name="Google Shape;1069;p33"/>
                  <p:cNvGrpSpPr/>
                  <p:nvPr/>
                </p:nvGrpSpPr>
                <p:grpSpPr>
                  <a:xfrm>
                    <a:off x="3234643" y="3795496"/>
                    <a:ext cx="865418" cy="1256066"/>
                    <a:chOff x="3234643" y="3795496"/>
                    <a:chExt cx="865418" cy="1256066"/>
                  </a:xfrm>
                </p:grpSpPr>
                <p:sp>
                  <p:nvSpPr>
                    <p:cNvPr id="1070" name="Google Shape;1070;p33"/>
                    <p:cNvSpPr/>
                    <p:nvPr/>
                  </p:nvSpPr>
                  <p:spPr>
                    <a:xfrm>
                      <a:off x="3234643" y="3795496"/>
                      <a:ext cx="865418" cy="389985"/>
                    </a:xfrm>
                    <a:custGeom>
                      <a:rect b="b" l="l" r="r" t="t"/>
                      <a:pathLst>
                        <a:path extrusionOk="0" h="7056" w="15658">
                          <a:moveTo>
                            <a:pt x="1046" y="1"/>
                          </a:moveTo>
                          <a:cubicBezTo>
                            <a:pt x="437" y="1"/>
                            <a:pt x="1" y="491"/>
                            <a:pt x="1" y="1099"/>
                          </a:cubicBezTo>
                          <a:lnTo>
                            <a:pt x="1" y="7055"/>
                          </a:lnTo>
                          <a:lnTo>
                            <a:pt x="15658" y="7055"/>
                          </a:lnTo>
                          <a:lnTo>
                            <a:pt x="15658" y="1099"/>
                          </a:lnTo>
                          <a:cubicBezTo>
                            <a:pt x="15658" y="491"/>
                            <a:pt x="15168" y="1"/>
                            <a:pt x="145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3"/>
                    <p:cNvSpPr/>
                    <p:nvPr/>
                  </p:nvSpPr>
                  <p:spPr>
                    <a:xfrm>
                      <a:off x="3306725" y="3905262"/>
                      <a:ext cx="719118" cy="182888"/>
                    </a:xfrm>
                    <a:custGeom>
                      <a:rect b="b" l="l" r="r" t="t"/>
                      <a:pathLst>
                        <a:path extrusionOk="0" h="3309" w="13011">
                          <a:moveTo>
                            <a:pt x="662" y="0"/>
                          </a:moveTo>
                          <a:cubicBezTo>
                            <a:pt x="278" y="0"/>
                            <a:pt x="0" y="278"/>
                            <a:pt x="0" y="662"/>
                          </a:cubicBezTo>
                          <a:lnTo>
                            <a:pt x="0" y="2647"/>
                          </a:lnTo>
                          <a:cubicBezTo>
                            <a:pt x="0" y="3031"/>
                            <a:pt x="278" y="3309"/>
                            <a:pt x="662" y="3309"/>
                          </a:cubicBezTo>
                          <a:lnTo>
                            <a:pt x="12349" y="3309"/>
                          </a:lnTo>
                          <a:cubicBezTo>
                            <a:pt x="12733" y="3309"/>
                            <a:pt x="13011" y="3031"/>
                            <a:pt x="13011" y="2647"/>
                          </a:cubicBezTo>
                          <a:lnTo>
                            <a:pt x="13011" y="662"/>
                          </a:lnTo>
                          <a:cubicBezTo>
                            <a:pt x="13011" y="278"/>
                            <a:pt x="12733" y="0"/>
                            <a:pt x="1234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3"/>
                    <p:cNvSpPr/>
                    <p:nvPr/>
                  </p:nvSpPr>
                  <p:spPr>
                    <a:xfrm>
                      <a:off x="3309654" y="4261478"/>
                      <a:ext cx="146355" cy="143426"/>
                    </a:xfrm>
                    <a:custGeom>
                      <a:rect b="b" l="l" r="r" t="t"/>
                      <a:pathLst>
                        <a:path extrusionOk="0" h="2595" w="2648">
                          <a:moveTo>
                            <a:pt x="556" y="1"/>
                          </a:moveTo>
                          <a:cubicBezTo>
                            <a:pt x="278" y="1"/>
                            <a:pt x="0" y="226"/>
                            <a:pt x="0" y="504"/>
                          </a:cubicBezTo>
                          <a:lnTo>
                            <a:pt x="0" y="2052"/>
                          </a:lnTo>
                          <a:cubicBezTo>
                            <a:pt x="0" y="2383"/>
                            <a:pt x="278" y="2595"/>
                            <a:pt x="556" y="2595"/>
                          </a:cubicBezTo>
                          <a:lnTo>
                            <a:pt x="2091" y="2595"/>
                          </a:lnTo>
                          <a:cubicBezTo>
                            <a:pt x="2369" y="2595"/>
                            <a:pt x="2647" y="2383"/>
                            <a:pt x="2647" y="2052"/>
                          </a:cubicBezTo>
                          <a:lnTo>
                            <a:pt x="2647" y="504"/>
                          </a:lnTo>
                          <a:cubicBezTo>
                            <a:pt x="2647" y="226"/>
                            <a:pt x="2369" y="1"/>
                            <a:pt x="20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3"/>
                    <p:cNvSpPr/>
                    <p:nvPr/>
                  </p:nvSpPr>
                  <p:spPr>
                    <a:xfrm>
                      <a:off x="3501275" y="4261478"/>
                      <a:ext cx="143426" cy="143426"/>
                    </a:xfrm>
                    <a:custGeom>
                      <a:rect b="b" l="l" r="r" t="t"/>
                      <a:pathLst>
                        <a:path extrusionOk="0" h="2595" w="2595">
                          <a:moveTo>
                            <a:pt x="557" y="1"/>
                          </a:moveTo>
                          <a:cubicBezTo>
                            <a:pt x="226" y="1"/>
                            <a:pt x="1" y="226"/>
                            <a:pt x="1" y="504"/>
                          </a:cubicBezTo>
                          <a:lnTo>
                            <a:pt x="1" y="2052"/>
                          </a:lnTo>
                          <a:cubicBezTo>
                            <a:pt x="1" y="2383"/>
                            <a:pt x="226" y="2595"/>
                            <a:pt x="557" y="2595"/>
                          </a:cubicBezTo>
                          <a:lnTo>
                            <a:pt x="2105" y="2595"/>
                          </a:lnTo>
                          <a:cubicBezTo>
                            <a:pt x="2383" y="2595"/>
                            <a:pt x="2595" y="2383"/>
                            <a:pt x="2595" y="2052"/>
                          </a:cubicBezTo>
                          <a:lnTo>
                            <a:pt x="2595" y="504"/>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3"/>
                    <p:cNvSpPr/>
                    <p:nvPr/>
                  </p:nvSpPr>
                  <p:spPr>
                    <a:xfrm>
                      <a:off x="3693670" y="4261478"/>
                      <a:ext cx="143426" cy="143426"/>
                    </a:xfrm>
                    <a:custGeom>
                      <a:rect b="b" l="l" r="r" t="t"/>
                      <a:pathLst>
                        <a:path extrusionOk="0" h="2595" w="2595">
                          <a:moveTo>
                            <a:pt x="490" y="1"/>
                          </a:moveTo>
                          <a:cubicBezTo>
                            <a:pt x="226" y="1"/>
                            <a:pt x="1" y="226"/>
                            <a:pt x="1" y="504"/>
                          </a:cubicBezTo>
                          <a:lnTo>
                            <a:pt x="1" y="2052"/>
                          </a:lnTo>
                          <a:cubicBezTo>
                            <a:pt x="1" y="2383"/>
                            <a:pt x="226" y="2595"/>
                            <a:pt x="490" y="2595"/>
                          </a:cubicBezTo>
                          <a:lnTo>
                            <a:pt x="2092" y="2595"/>
                          </a:lnTo>
                          <a:cubicBezTo>
                            <a:pt x="2370" y="2595"/>
                            <a:pt x="2595" y="2383"/>
                            <a:pt x="2595" y="2052"/>
                          </a:cubicBezTo>
                          <a:lnTo>
                            <a:pt x="2595" y="504"/>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3"/>
                    <p:cNvSpPr/>
                    <p:nvPr/>
                  </p:nvSpPr>
                  <p:spPr>
                    <a:xfrm>
                      <a:off x="3309654" y="4453872"/>
                      <a:ext cx="146355" cy="143426"/>
                    </a:xfrm>
                    <a:custGeom>
                      <a:rect b="b" l="l" r="r" t="t"/>
                      <a:pathLst>
                        <a:path extrusionOk="0" h="2595" w="2648">
                          <a:moveTo>
                            <a:pt x="556" y="1"/>
                          </a:moveTo>
                          <a:cubicBezTo>
                            <a:pt x="278" y="1"/>
                            <a:pt x="0" y="226"/>
                            <a:pt x="0" y="556"/>
                          </a:cubicBezTo>
                          <a:lnTo>
                            <a:pt x="0" y="2092"/>
                          </a:lnTo>
                          <a:cubicBezTo>
                            <a:pt x="0" y="2370"/>
                            <a:pt x="278" y="2595"/>
                            <a:pt x="556" y="2595"/>
                          </a:cubicBezTo>
                          <a:lnTo>
                            <a:pt x="2091" y="2595"/>
                          </a:lnTo>
                          <a:cubicBezTo>
                            <a:pt x="2369" y="2595"/>
                            <a:pt x="2647" y="2370"/>
                            <a:pt x="2647" y="2092"/>
                          </a:cubicBezTo>
                          <a:lnTo>
                            <a:pt x="2647" y="556"/>
                          </a:lnTo>
                          <a:cubicBezTo>
                            <a:pt x="2647" y="226"/>
                            <a:pt x="2369" y="1"/>
                            <a:pt x="2091"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3"/>
                    <p:cNvSpPr/>
                    <p:nvPr/>
                  </p:nvSpPr>
                  <p:spPr>
                    <a:xfrm>
                      <a:off x="3501275" y="4453872"/>
                      <a:ext cx="143426" cy="143426"/>
                    </a:xfrm>
                    <a:custGeom>
                      <a:rect b="b" l="l" r="r" t="t"/>
                      <a:pathLst>
                        <a:path extrusionOk="0" h="2595" w="2595">
                          <a:moveTo>
                            <a:pt x="557" y="1"/>
                          </a:moveTo>
                          <a:cubicBezTo>
                            <a:pt x="226" y="1"/>
                            <a:pt x="1" y="226"/>
                            <a:pt x="1" y="556"/>
                          </a:cubicBezTo>
                          <a:lnTo>
                            <a:pt x="1" y="2092"/>
                          </a:lnTo>
                          <a:cubicBezTo>
                            <a:pt x="1" y="2370"/>
                            <a:pt x="226" y="2595"/>
                            <a:pt x="557" y="2595"/>
                          </a:cubicBezTo>
                          <a:lnTo>
                            <a:pt x="2105" y="2595"/>
                          </a:lnTo>
                          <a:cubicBezTo>
                            <a:pt x="2383" y="2595"/>
                            <a:pt x="2595" y="2370"/>
                            <a:pt x="2595" y="2092"/>
                          </a:cubicBezTo>
                          <a:lnTo>
                            <a:pt x="2595" y="556"/>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3"/>
                    <p:cNvSpPr/>
                    <p:nvPr/>
                  </p:nvSpPr>
                  <p:spPr>
                    <a:xfrm>
                      <a:off x="3693670" y="4453872"/>
                      <a:ext cx="143426" cy="143426"/>
                    </a:xfrm>
                    <a:custGeom>
                      <a:rect b="b" l="l" r="r" t="t"/>
                      <a:pathLst>
                        <a:path extrusionOk="0" h="2595" w="2595">
                          <a:moveTo>
                            <a:pt x="490" y="1"/>
                          </a:moveTo>
                          <a:cubicBezTo>
                            <a:pt x="226" y="1"/>
                            <a:pt x="1" y="226"/>
                            <a:pt x="1" y="556"/>
                          </a:cubicBezTo>
                          <a:lnTo>
                            <a:pt x="1" y="2092"/>
                          </a:lnTo>
                          <a:cubicBezTo>
                            <a:pt x="1" y="2370"/>
                            <a:pt x="226" y="2595"/>
                            <a:pt x="490" y="2595"/>
                          </a:cubicBezTo>
                          <a:lnTo>
                            <a:pt x="2092" y="2595"/>
                          </a:lnTo>
                          <a:cubicBezTo>
                            <a:pt x="2370" y="2595"/>
                            <a:pt x="2595" y="2370"/>
                            <a:pt x="2595" y="2092"/>
                          </a:cubicBezTo>
                          <a:lnTo>
                            <a:pt x="2595" y="556"/>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3"/>
                    <p:cNvSpPr/>
                    <p:nvPr/>
                  </p:nvSpPr>
                  <p:spPr>
                    <a:xfrm>
                      <a:off x="3309654" y="4645549"/>
                      <a:ext cx="146355" cy="146355"/>
                    </a:xfrm>
                    <a:custGeom>
                      <a:rect b="b" l="l" r="r" t="t"/>
                      <a:pathLst>
                        <a:path extrusionOk="0" h="2648" w="2648">
                          <a:moveTo>
                            <a:pt x="556" y="0"/>
                          </a:moveTo>
                          <a:cubicBezTo>
                            <a:pt x="278" y="0"/>
                            <a:pt x="0" y="278"/>
                            <a:pt x="0" y="556"/>
                          </a:cubicBezTo>
                          <a:lnTo>
                            <a:pt x="0" y="2105"/>
                          </a:lnTo>
                          <a:cubicBezTo>
                            <a:pt x="0" y="2383"/>
                            <a:pt x="278" y="2647"/>
                            <a:pt x="556" y="2647"/>
                          </a:cubicBezTo>
                          <a:lnTo>
                            <a:pt x="2091" y="2647"/>
                          </a:lnTo>
                          <a:cubicBezTo>
                            <a:pt x="2369" y="2647"/>
                            <a:pt x="2647" y="2383"/>
                            <a:pt x="2647" y="2105"/>
                          </a:cubicBezTo>
                          <a:lnTo>
                            <a:pt x="2647" y="556"/>
                          </a:lnTo>
                          <a:cubicBezTo>
                            <a:pt x="2647" y="278"/>
                            <a:pt x="2369" y="0"/>
                            <a:pt x="20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3"/>
                    <p:cNvSpPr/>
                    <p:nvPr/>
                  </p:nvSpPr>
                  <p:spPr>
                    <a:xfrm>
                      <a:off x="3501275" y="4645549"/>
                      <a:ext cx="143426" cy="146355"/>
                    </a:xfrm>
                    <a:custGeom>
                      <a:rect b="b" l="l" r="r" t="t"/>
                      <a:pathLst>
                        <a:path extrusionOk="0" h="2648" w="2595">
                          <a:moveTo>
                            <a:pt x="557" y="0"/>
                          </a:moveTo>
                          <a:cubicBezTo>
                            <a:pt x="226" y="0"/>
                            <a:pt x="1" y="278"/>
                            <a:pt x="1" y="556"/>
                          </a:cubicBezTo>
                          <a:lnTo>
                            <a:pt x="1" y="2105"/>
                          </a:lnTo>
                          <a:cubicBezTo>
                            <a:pt x="1" y="2383"/>
                            <a:pt x="226" y="2647"/>
                            <a:pt x="557" y="2647"/>
                          </a:cubicBezTo>
                          <a:lnTo>
                            <a:pt x="2105" y="2647"/>
                          </a:lnTo>
                          <a:cubicBezTo>
                            <a:pt x="2383" y="2647"/>
                            <a:pt x="2595" y="2383"/>
                            <a:pt x="2595" y="2105"/>
                          </a:cubicBezTo>
                          <a:lnTo>
                            <a:pt x="2595" y="556"/>
                          </a:lnTo>
                          <a:cubicBezTo>
                            <a:pt x="2595" y="278"/>
                            <a:pt x="2383" y="0"/>
                            <a:pt x="2105" y="0"/>
                          </a:cubicBez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3"/>
                    <p:cNvSpPr/>
                    <p:nvPr/>
                  </p:nvSpPr>
                  <p:spPr>
                    <a:xfrm>
                      <a:off x="3693670" y="4645549"/>
                      <a:ext cx="143426" cy="146355"/>
                    </a:xfrm>
                    <a:custGeom>
                      <a:rect b="b" l="l" r="r" t="t"/>
                      <a:pathLst>
                        <a:path extrusionOk="0" h="2648" w="2595">
                          <a:moveTo>
                            <a:pt x="490" y="0"/>
                          </a:moveTo>
                          <a:cubicBezTo>
                            <a:pt x="226" y="0"/>
                            <a:pt x="1" y="278"/>
                            <a:pt x="1" y="556"/>
                          </a:cubicBezTo>
                          <a:lnTo>
                            <a:pt x="1" y="2105"/>
                          </a:lnTo>
                          <a:cubicBezTo>
                            <a:pt x="1" y="2383"/>
                            <a:pt x="226" y="2647"/>
                            <a:pt x="490" y="2647"/>
                          </a:cubicBezTo>
                          <a:lnTo>
                            <a:pt x="2092" y="2647"/>
                          </a:lnTo>
                          <a:cubicBezTo>
                            <a:pt x="2370" y="2647"/>
                            <a:pt x="2595" y="2383"/>
                            <a:pt x="2595" y="2105"/>
                          </a:cubicBezTo>
                          <a:lnTo>
                            <a:pt x="2595" y="556"/>
                          </a:lnTo>
                          <a:cubicBezTo>
                            <a:pt x="2595" y="278"/>
                            <a:pt x="2370" y="0"/>
                            <a:pt x="2092"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3"/>
                    <p:cNvSpPr/>
                    <p:nvPr/>
                  </p:nvSpPr>
                  <p:spPr>
                    <a:xfrm>
                      <a:off x="3309654" y="4840873"/>
                      <a:ext cx="146355" cy="143426"/>
                    </a:xfrm>
                    <a:custGeom>
                      <a:rect b="b" l="l" r="r" t="t"/>
                      <a:pathLst>
                        <a:path extrusionOk="0" h="2595" w="2648">
                          <a:moveTo>
                            <a:pt x="556" y="0"/>
                          </a:moveTo>
                          <a:cubicBezTo>
                            <a:pt x="278" y="0"/>
                            <a:pt x="0" y="225"/>
                            <a:pt x="0" y="503"/>
                          </a:cubicBezTo>
                          <a:lnTo>
                            <a:pt x="0" y="2091"/>
                          </a:lnTo>
                          <a:cubicBezTo>
                            <a:pt x="0" y="2369"/>
                            <a:pt x="278" y="2594"/>
                            <a:pt x="556" y="2594"/>
                          </a:cubicBezTo>
                          <a:lnTo>
                            <a:pt x="2091" y="2594"/>
                          </a:lnTo>
                          <a:cubicBezTo>
                            <a:pt x="2369" y="2594"/>
                            <a:pt x="2647" y="2369"/>
                            <a:pt x="2647" y="2091"/>
                          </a:cubicBezTo>
                          <a:lnTo>
                            <a:pt x="2647" y="503"/>
                          </a:lnTo>
                          <a:cubicBezTo>
                            <a:pt x="2647" y="225"/>
                            <a:pt x="2369" y="0"/>
                            <a:pt x="20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3"/>
                    <p:cNvSpPr/>
                    <p:nvPr/>
                  </p:nvSpPr>
                  <p:spPr>
                    <a:xfrm>
                      <a:off x="3501275" y="4840873"/>
                      <a:ext cx="143426" cy="143426"/>
                    </a:xfrm>
                    <a:custGeom>
                      <a:rect b="b" l="l" r="r" t="t"/>
                      <a:pathLst>
                        <a:path extrusionOk="0" h="2595" w="2595">
                          <a:moveTo>
                            <a:pt x="557" y="0"/>
                          </a:moveTo>
                          <a:cubicBezTo>
                            <a:pt x="226" y="0"/>
                            <a:pt x="1" y="225"/>
                            <a:pt x="1" y="503"/>
                          </a:cubicBezTo>
                          <a:lnTo>
                            <a:pt x="1" y="2091"/>
                          </a:lnTo>
                          <a:cubicBezTo>
                            <a:pt x="1" y="2369"/>
                            <a:pt x="226" y="2594"/>
                            <a:pt x="557" y="2594"/>
                          </a:cubicBezTo>
                          <a:lnTo>
                            <a:pt x="2105" y="2594"/>
                          </a:lnTo>
                          <a:cubicBezTo>
                            <a:pt x="2383" y="2594"/>
                            <a:pt x="2595" y="2369"/>
                            <a:pt x="2595" y="2091"/>
                          </a:cubicBezTo>
                          <a:lnTo>
                            <a:pt x="2595" y="503"/>
                          </a:lnTo>
                          <a:cubicBezTo>
                            <a:pt x="2595" y="225"/>
                            <a:pt x="2383" y="0"/>
                            <a:pt x="2105"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3"/>
                    <p:cNvSpPr/>
                    <p:nvPr/>
                  </p:nvSpPr>
                  <p:spPr>
                    <a:xfrm>
                      <a:off x="3693670" y="4840873"/>
                      <a:ext cx="143426" cy="143426"/>
                    </a:xfrm>
                    <a:custGeom>
                      <a:rect b="b" l="l" r="r" t="t"/>
                      <a:pathLst>
                        <a:path extrusionOk="0" h="2595" w="2595">
                          <a:moveTo>
                            <a:pt x="490" y="0"/>
                          </a:moveTo>
                          <a:cubicBezTo>
                            <a:pt x="226" y="0"/>
                            <a:pt x="1" y="225"/>
                            <a:pt x="1" y="503"/>
                          </a:cubicBezTo>
                          <a:lnTo>
                            <a:pt x="1" y="2091"/>
                          </a:lnTo>
                          <a:cubicBezTo>
                            <a:pt x="1" y="2369"/>
                            <a:pt x="226" y="2594"/>
                            <a:pt x="490" y="2594"/>
                          </a:cubicBezTo>
                          <a:lnTo>
                            <a:pt x="2092" y="2594"/>
                          </a:lnTo>
                          <a:cubicBezTo>
                            <a:pt x="2370" y="2594"/>
                            <a:pt x="2595" y="2369"/>
                            <a:pt x="2595" y="2091"/>
                          </a:cubicBezTo>
                          <a:lnTo>
                            <a:pt x="2595" y="503"/>
                          </a:lnTo>
                          <a:cubicBezTo>
                            <a:pt x="2595" y="225"/>
                            <a:pt x="2370" y="0"/>
                            <a:pt x="2092"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3"/>
                    <p:cNvSpPr/>
                    <p:nvPr/>
                  </p:nvSpPr>
                  <p:spPr>
                    <a:xfrm>
                      <a:off x="3855335" y="4185426"/>
                      <a:ext cx="243685" cy="866136"/>
                    </a:xfrm>
                    <a:custGeom>
                      <a:rect b="b" l="l" r="r" t="t"/>
                      <a:pathLst>
                        <a:path extrusionOk="0" h="15671" w="4409">
                          <a:moveTo>
                            <a:pt x="2595" y="1377"/>
                          </a:moveTo>
                          <a:cubicBezTo>
                            <a:pt x="2926" y="1377"/>
                            <a:pt x="3137" y="1602"/>
                            <a:pt x="3137" y="1880"/>
                          </a:cubicBezTo>
                          <a:lnTo>
                            <a:pt x="3137" y="3428"/>
                          </a:lnTo>
                          <a:cubicBezTo>
                            <a:pt x="3137" y="3759"/>
                            <a:pt x="2926" y="3971"/>
                            <a:pt x="2595" y="3971"/>
                          </a:cubicBezTo>
                          <a:lnTo>
                            <a:pt x="1046" y="3971"/>
                          </a:lnTo>
                          <a:cubicBezTo>
                            <a:pt x="768" y="3971"/>
                            <a:pt x="543" y="3759"/>
                            <a:pt x="543" y="3428"/>
                          </a:cubicBezTo>
                          <a:lnTo>
                            <a:pt x="543" y="1880"/>
                          </a:lnTo>
                          <a:cubicBezTo>
                            <a:pt x="543" y="1602"/>
                            <a:pt x="768" y="1377"/>
                            <a:pt x="1046" y="1377"/>
                          </a:cubicBezTo>
                          <a:close/>
                          <a:moveTo>
                            <a:pt x="2595" y="4858"/>
                          </a:moveTo>
                          <a:cubicBezTo>
                            <a:pt x="2926" y="4858"/>
                            <a:pt x="3137" y="5083"/>
                            <a:pt x="3137" y="5413"/>
                          </a:cubicBezTo>
                          <a:lnTo>
                            <a:pt x="3137" y="6949"/>
                          </a:lnTo>
                          <a:cubicBezTo>
                            <a:pt x="3137" y="7227"/>
                            <a:pt x="2926" y="7452"/>
                            <a:pt x="2595" y="7452"/>
                          </a:cubicBezTo>
                          <a:lnTo>
                            <a:pt x="1046" y="7452"/>
                          </a:lnTo>
                          <a:cubicBezTo>
                            <a:pt x="768" y="7452"/>
                            <a:pt x="543" y="7227"/>
                            <a:pt x="543" y="6949"/>
                          </a:cubicBezTo>
                          <a:lnTo>
                            <a:pt x="543" y="5413"/>
                          </a:lnTo>
                          <a:cubicBezTo>
                            <a:pt x="543" y="5083"/>
                            <a:pt x="768" y="4858"/>
                            <a:pt x="1046" y="4858"/>
                          </a:cubicBezTo>
                          <a:close/>
                          <a:moveTo>
                            <a:pt x="2595" y="8325"/>
                          </a:moveTo>
                          <a:cubicBezTo>
                            <a:pt x="2926" y="8325"/>
                            <a:pt x="3137" y="8603"/>
                            <a:pt x="3137" y="8881"/>
                          </a:cubicBezTo>
                          <a:lnTo>
                            <a:pt x="3137" y="13950"/>
                          </a:lnTo>
                          <a:cubicBezTo>
                            <a:pt x="3137" y="14228"/>
                            <a:pt x="2926" y="14453"/>
                            <a:pt x="2595" y="14453"/>
                          </a:cubicBezTo>
                          <a:lnTo>
                            <a:pt x="1046" y="14453"/>
                          </a:lnTo>
                          <a:cubicBezTo>
                            <a:pt x="768" y="14453"/>
                            <a:pt x="543" y="14228"/>
                            <a:pt x="543" y="13950"/>
                          </a:cubicBezTo>
                          <a:lnTo>
                            <a:pt x="543" y="8881"/>
                          </a:lnTo>
                          <a:cubicBezTo>
                            <a:pt x="543" y="8603"/>
                            <a:pt x="768" y="8325"/>
                            <a:pt x="1046" y="8325"/>
                          </a:cubicBezTo>
                          <a:close/>
                          <a:moveTo>
                            <a:pt x="1" y="0"/>
                          </a:moveTo>
                          <a:lnTo>
                            <a:pt x="1" y="15671"/>
                          </a:lnTo>
                          <a:lnTo>
                            <a:pt x="3415" y="15671"/>
                          </a:lnTo>
                          <a:cubicBezTo>
                            <a:pt x="3521" y="15671"/>
                            <a:pt x="3693" y="15605"/>
                            <a:pt x="3799" y="15605"/>
                          </a:cubicBezTo>
                          <a:cubicBezTo>
                            <a:pt x="4183" y="15446"/>
                            <a:pt x="4408" y="15009"/>
                            <a:pt x="4408" y="14559"/>
                          </a:cubicBezTo>
                          <a:lnTo>
                            <a:pt x="4408"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3"/>
                    <p:cNvSpPr/>
                    <p:nvPr/>
                  </p:nvSpPr>
                  <p:spPr>
                    <a:xfrm>
                      <a:off x="3855335" y="3795496"/>
                      <a:ext cx="243685" cy="389985"/>
                    </a:xfrm>
                    <a:custGeom>
                      <a:rect b="b" l="l" r="r" t="t"/>
                      <a:pathLst>
                        <a:path extrusionOk="0" h="7056" w="4409">
                          <a:moveTo>
                            <a:pt x="1" y="1"/>
                          </a:moveTo>
                          <a:lnTo>
                            <a:pt x="1" y="1986"/>
                          </a:lnTo>
                          <a:lnTo>
                            <a:pt x="2423" y="1986"/>
                          </a:lnTo>
                          <a:cubicBezTo>
                            <a:pt x="2807" y="1986"/>
                            <a:pt x="3085" y="2264"/>
                            <a:pt x="3085" y="2648"/>
                          </a:cubicBezTo>
                          <a:lnTo>
                            <a:pt x="3085" y="4633"/>
                          </a:lnTo>
                          <a:cubicBezTo>
                            <a:pt x="3085" y="5017"/>
                            <a:pt x="2807" y="5295"/>
                            <a:pt x="2423" y="5295"/>
                          </a:cubicBezTo>
                          <a:lnTo>
                            <a:pt x="1" y="5295"/>
                          </a:lnTo>
                          <a:lnTo>
                            <a:pt x="1" y="7055"/>
                          </a:lnTo>
                          <a:lnTo>
                            <a:pt x="4408" y="7055"/>
                          </a:lnTo>
                          <a:lnTo>
                            <a:pt x="4408" y="1099"/>
                          </a:lnTo>
                          <a:cubicBezTo>
                            <a:pt x="4408" y="491"/>
                            <a:pt x="4024" y="1"/>
                            <a:pt x="34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3"/>
                    <p:cNvSpPr/>
                    <p:nvPr/>
                  </p:nvSpPr>
                  <p:spPr>
                    <a:xfrm>
                      <a:off x="3855335" y="3905262"/>
                      <a:ext cx="170508" cy="182888"/>
                    </a:xfrm>
                    <a:custGeom>
                      <a:rect b="b" l="l" r="r" t="t"/>
                      <a:pathLst>
                        <a:path extrusionOk="0" h="3309" w="3085">
                          <a:moveTo>
                            <a:pt x="1" y="0"/>
                          </a:moveTo>
                          <a:lnTo>
                            <a:pt x="1" y="768"/>
                          </a:lnTo>
                          <a:lnTo>
                            <a:pt x="1761" y="768"/>
                          </a:lnTo>
                          <a:lnTo>
                            <a:pt x="1761" y="2594"/>
                          </a:lnTo>
                          <a:lnTo>
                            <a:pt x="1" y="2594"/>
                          </a:lnTo>
                          <a:lnTo>
                            <a:pt x="1" y="3309"/>
                          </a:lnTo>
                          <a:lnTo>
                            <a:pt x="2423" y="3309"/>
                          </a:lnTo>
                          <a:cubicBezTo>
                            <a:pt x="2807" y="3309"/>
                            <a:pt x="3085" y="3031"/>
                            <a:pt x="3085" y="2647"/>
                          </a:cubicBezTo>
                          <a:lnTo>
                            <a:pt x="3085" y="662"/>
                          </a:lnTo>
                          <a:cubicBezTo>
                            <a:pt x="3085" y="278"/>
                            <a:pt x="2807" y="0"/>
                            <a:pt x="2423"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3"/>
                    <p:cNvSpPr/>
                    <p:nvPr/>
                  </p:nvSpPr>
                  <p:spPr>
                    <a:xfrm>
                      <a:off x="3723681" y="3945499"/>
                      <a:ext cx="35870" cy="100260"/>
                    </a:xfrm>
                    <a:custGeom>
                      <a:rect b="b" l="l" r="r" t="t"/>
                      <a:pathLst>
                        <a:path extrusionOk="0" h="1814" w="649">
                          <a:moveTo>
                            <a:pt x="80" y="0"/>
                          </a:moveTo>
                          <a:cubicBezTo>
                            <a:pt x="67" y="0"/>
                            <a:pt x="40" y="13"/>
                            <a:pt x="27" y="13"/>
                          </a:cubicBezTo>
                          <a:cubicBezTo>
                            <a:pt x="14" y="27"/>
                            <a:pt x="0" y="40"/>
                            <a:pt x="0" y="66"/>
                          </a:cubicBezTo>
                          <a:cubicBezTo>
                            <a:pt x="0" y="93"/>
                            <a:pt x="14" y="106"/>
                            <a:pt x="27" y="106"/>
                          </a:cubicBezTo>
                          <a:cubicBezTo>
                            <a:pt x="40" y="106"/>
                            <a:pt x="67" y="119"/>
                            <a:pt x="80" y="119"/>
                          </a:cubicBezTo>
                          <a:lnTo>
                            <a:pt x="278" y="119"/>
                          </a:lnTo>
                          <a:cubicBezTo>
                            <a:pt x="278" y="132"/>
                            <a:pt x="292" y="132"/>
                            <a:pt x="292" y="146"/>
                          </a:cubicBezTo>
                          <a:cubicBezTo>
                            <a:pt x="292" y="146"/>
                            <a:pt x="292" y="159"/>
                            <a:pt x="292" y="172"/>
                          </a:cubicBezTo>
                          <a:cubicBezTo>
                            <a:pt x="292" y="172"/>
                            <a:pt x="292" y="185"/>
                            <a:pt x="292" y="185"/>
                          </a:cubicBezTo>
                          <a:cubicBezTo>
                            <a:pt x="292" y="225"/>
                            <a:pt x="292" y="265"/>
                            <a:pt x="292" y="305"/>
                          </a:cubicBezTo>
                          <a:cubicBezTo>
                            <a:pt x="292" y="331"/>
                            <a:pt x="292" y="371"/>
                            <a:pt x="292" y="424"/>
                          </a:cubicBezTo>
                          <a:cubicBezTo>
                            <a:pt x="292" y="463"/>
                            <a:pt x="292" y="516"/>
                            <a:pt x="292" y="582"/>
                          </a:cubicBezTo>
                          <a:cubicBezTo>
                            <a:pt x="292" y="635"/>
                            <a:pt x="292" y="715"/>
                            <a:pt x="292" y="794"/>
                          </a:cubicBezTo>
                          <a:cubicBezTo>
                            <a:pt x="278" y="913"/>
                            <a:pt x="278" y="1006"/>
                            <a:pt x="278" y="1085"/>
                          </a:cubicBezTo>
                          <a:cubicBezTo>
                            <a:pt x="278" y="1165"/>
                            <a:pt x="278" y="1231"/>
                            <a:pt x="278" y="1284"/>
                          </a:cubicBezTo>
                          <a:cubicBezTo>
                            <a:pt x="278" y="1350"/>
                            <a:pt x="278" y="1403"/>
                            <a:pt x="265" y="1443"/>
                          </a:cubicBezTo>
                          <a:cubicBezTo>
                            <a:pt x="265" y="1496"/>
                            <a:pt x="265" y="1549"/>
                            <a:pt x="265" y="1602"/>
                          </a:cubicBezTo>
                          <a:cubicBezTo>
                            <a:pt x="265" y="1628"/>
                            <a:pt x="252" y="1641"/>
                            <a:pt x="239" y="1655"/>
                          </a:cubicBezTo>
                          <a:cubicBezTo>
                            <a:pt x="225" y="1668"/>
                            <a:pt x="212" y="1681"/>
                            <a:pt x="186" y="1694"/>
                          </a:cubicBezTo>
                          <a:lnTo>
                            <a:pt x="133" y="1694"/>
                          </a:lnTo>
                          <a:cubicBezTo>
                            <a:pt x="119" y="1694"/>
                            <a:pt x="93" y="1707"/>
                            <a:pt x="80" y="1707"/>
                          </a:cubicBezTo>
                          <a:lnTo>
                            <a:pt x="27" y="1707"/>
                          </a:lnTo>
                          <a:cubicBezTo>
                            <a:pt x="14" y="1721"/>
                            <a:pt x="0" y="1734"/>
                            <a:pt x="0" y="1760"/>
                          </a:cubicBezTo>
                          <a:cubicBezTo>
                            <a:pt x="0" y="1774"/>
                            <a:pt x="14" y="1787"/>
                            <a:pt x="27" y="1800"/>
                          </a:cubicBezTo>
                          <a:cubicBezTo>
                            <a:pt x="53" y="1800"/>
                            <a:pt x="80" y="1813"/>
                            <a:pt x="106" y="1813"/>
                          </a:cubicBezTo>
                          <a:lnTo>
                            <a:pt x="596" y="1813"/>
                          </a:lnTo>
                          <a:cubicBezTo>
                            <a:pt x="609" y="1813"/>
                            <a:pt x="622" y="1800"/>
                            <a:pt x="622" y="1800"/>
                          </a:cubicBezTo>
                          <a:cubicBezTo>
                            <a:pt x="636" y="1787"/>
                            <a:pt x="649" y="1774"/>
                            <a:pt x="649" y="1760"/>
                          </a:cubicBezTo>
                          <a:cubicBezTo>
                            <a:pt x="649" y="1734"/>
                            <a:pt x="636" y="1721"/>
                            <a:pt x="622" y="1707"/>
                          </a:cubicBezTo>
                          <a:cubicBezTo>
                            <a:pt x="609" y="1694"/>
                            <a:pt x="583" y="1694"/>
                            <a:pt x="569" y="1694"/>
                          </a:cubicBezTo>
                          <a:lnTo>
                            <a:pt x="424" y="1694"/>
                          </a:lnTo>
                          <a:lnTo>
                            <a:pt x="464" y="66"/>
                          </a:lnTo>
                          <a:cubicBezTo>
                            <a:pt x="464" y="40"/>
                            <a:pt x="450" y="27"/>
                            <a:pt x="450" y="13"/>
                          </a:cubicBezTo>
                          <a:cubicBezTo>
                            <a:pt x="450" y="0"/>
                            <a:pt x="437" y="0"/>
                            <a:pt x="41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3"/>
                    <p:cNvSpPr/>
                    <p:nvPr/>
                  </p:nvSpPr>
                  <p:spPr>
                    <a:xfrm>
                      <a:off x="3764636" y="3944007"/>
                      <a:ext cx="63671" cy="102471"/>
                    </a:xfrm>
                    <a:custGeom>
                      <a:rect b="b" l="l" r="r" t="t"/>
                      <a:pathLst>
                        <a:path extrusionOk="0" h="1854" w="1152">
                          <a:moveTo>
                            <a:pt x="596" y="1"/>
                          </a:moveTo>
                          <a:cubicBezTo>
                            <a:pt x="503" y="1"/>
                            <a:pt x="424" y="27"/>
                            <a:pt x="358" y="54"/>
                          </a:cubicBezTo>
                          <a:cubicBezTo>
                            <a:pt x="292" y="93"/>
                            <a:pt x="226" y="133"/>
                            <a:pt x="186" y="186"/>
                          </a:cubicBezTo>
                          <a:cubicBezTo>
                            <a:pt x="133" y="239"/>
                            <a:pt x="106" y="292"/>
                            <a:pt x="80" y="345"/>
                          </a:cubicBezTo>
                          <a:cubicBezTo>
                            <a:pt x="53" y="398"/>
                            <a:pt x="40" y="437"/>
                            <a:pt x="40" y="477"/>
                          </a:cubicBezTo>
                          <a:cubicBezTo>
                            <a:pt x="40" y="477"/>
                            <a:pt x="40" y="490"/>
                            <a:pt x="40" y="504"/>
                          </a:cubicBezTo>
                          <a:cubicBezTo>
                            <a:pt x="40" y="517"/>
                            <a:pt x="53" y="543"/>
                            <a:pt x="53" y="557"/>
                          </a:cubicBezTo>
                          <a:cubicBezTo>
                            <a:pt x="67" y="570"/>
                            <a:pt x="67" y="583"/>
                            <a:pt x="80" y="596"/>
                          </a:cubicBezTo>
                          <a:cubicBezTo>
                            <a:pt x="106" y="609"/>
                            <a:pt x="120" y="609"/>
                            <a:pt x="146" y="609"/>
                          </a:cubicBezTo>
                          <a:cubicBezTo>
                            <a:pt x="186" y="609"/>
                            <a:pt x="212" y="596"/>
                            <a:pt x="239" y="583"/>
                          </a:cubicBezTo>
                          <a:cubicBezTo>
                            <a:pt x="252" y="570"/>
                            <a:pt x="265" y="543"/>
                            <a:pt x="265" y="504"/>
                          </a:cubicBezTo>
                          <a:cubicBezTo>
                            <a:pt x="265" y="490"/>
                            <a:pt x="265" y="477"/>
                            <a:pt x="252" y="477"/>
                          </a:cubicBezTo>
                          <a:cubicBezTo>
                            <a:pt x="252" y="464"/>
                            <a:pt x="252" y="451"/>
                            <a:pt x="239" y="451"/>
                          </a:cubicBezTo>
                          <a:lnTo>
                            <a:pt x="226" y="424"/>
                          </a:lnTo>
                          <a:cubicBezTo>
                            <a:pt x="212" y="424"/>
                            <a:pt x="212" y="411"/>
                            <a:pt x="212" y="398"/>
                          </a:cubicBezTo>
                          <a:cubicBezTo>
                            <a:pt x="212" y="384"/>
                            <a:pt x="226" y="371"/>
                            <a:pt x="239" y="345"/>
                          </a:cubicBezTo>
                          <a:cubicBezTo>
                            <a:pt x="252" y="305"/>
                            <a:pt x="278" y="279"/>
                            <a:pt x="318" y="252"/>
                          </a:cubicBezTo>
                          <a:cubicBezTo>
                            <a:pt x="345" y="226"/>
                            <a:pt x="384" y="199"/>
                            <a:pt x="424" y="173"/>
                          </a:cubicBezTo>
                          <a:cubicBezTo>
                            <a:pt x="464" y="146"/>
                            <a:pt x="517" y="133"/>
                            <a:pt x="570" y="133"/>
                          </a:cubicBezTo>
                          <a:cubicBezTo>
                            <a:pt x="636" y="133"/>
                            <a:pt x="676" y="146"/>
                            <a:pt x="715" y="173"/>
                          </a:cubicBezTo>
                          <a:cubicBezTo>
                            <a:pt x="755" y="186"/>
                            <a:pt x="795" y="212"/>
                            <a:pt x="821" y="239"/>
                          </a:cubicBezTo>
                          <a:cubicBezTo>
                            <a:pt x="848" y="279"/>
                            <a:pt x="861" y="305"/>
                            <a:pt x="874" y="345"/>
                          </a:cubicBezTo>
                          <a:cubicBezTo>
                            <a:pt x="887" y="384"/>
                            <a:pt x="887" y="411"/>
                            <a:pt x="887" y="451"/>
                          </a:cubicBezTo>
                          <a:cubicBezTo>
                            <a:pt x="887" y="530"/>
                            <a:pt x="874" y="596"/>
                            <a:pt x="848" y="676"/>
                          </a:cubicBezTo>
                          <a:cubicBezTo>
                            <a:pt x="821" y="768"/>
                            <a:pt x="781" y="848"/>
                            <a:pt x="742" y="927"/>
                          </a:cubicBezTo>
                          <a:cubicBezTo>
                            <a:pt x="689" y="1007"/>
                            <a:pt x="636" y="1099"/>
                            <a:pt x="583" y="1179"/>
                          </a:cubicBezTo>
                          <a:cubicBezTo>
                            <a:pt x="530" y="1258"/>
                            <a:pt x="464" y="1337"/>
                            <a:pt x="398" y="1404"/>
                          </a:cubicBezTo>
                          <a:cubicBezTo>
                            <a:pt x="345" y="1470"/>
                            <a:pt x="278" y="1536"/>
                            <a:pt x="212" y="1602"/>
                          </a:cubicBezTo>
                          <a:cubicBezTo>
                            <a:pt x="159" y="1655"/>
                            <a:pt x="93" y="1708"/>
                            <a:pt x="53" y="1748"/>
                          </a:cubicBezTo>
                          <a:cubicBezTo>
                            <a:pt x="40" y="1761"/>
                            <a:pt x="27" y="1761"/>
                            <a:pt x="14" y="1774"/>
                          </a:cubicBezTo>
                          <a:cubicBezTo>
                            <a:pt x="1" y="1787"/>
                            <a:pt x="1" y="1787"/>
                            <a:pt x="1" y="1801"/>
                          </a:cubicBezTo>
                          <a:cubicBezTo>
                            <a:pt x="1" y="1814"/>
                            <a:pt x="1" y="1827"/>
                            <a:pt x="14" y="1840"/>
                          </a:cubicBezTo>
                          <a:cubicBezTo>
                            <a:pt x="27" y="1854"/>
                            <a:pt x="40" y="1854"/>
                            <a:pt x="67" y="1854"/>
                          </a:cubicBezTo>
                          <a:cubicBezTo>
                            <a:pt x="80" y="1854"/>
                            <a:pt x="106" y="1854"/>
                            <a:pt x="120" y="1840"/>
                          </a:cubicBezTo>
                          <a:cubicBezTo>
                            <a:pt x="146" y="1840"/>
                            <a:pt x="146" y="1840"/>
                            <a:pt x="159" y="1827"/>
                          </a:cubicBezTo>
                          <a:lnTo>
                            <a:pt x="676" y="1827"/>
                          </a:lnTo>
                          <a:cubicBezTo>
                            <a:pt x="715" y="1827"/>
                            <a:pt x="768" y="1827"/>
                            <a:pt x="808" y="1840"/>
                          </a:cubicBezTo>
                          <a:lnTo>
                            <a:pt x="953" y="1840"/>
                          </a:lnTo>
                          <a:cubicBezTo>
                            <a:pt x="967" y="1840"/>
                            <a:pt x="967" y="1827"/>
                            <a:pt x="980" y="1827"/>
                          </a:cubicBezTo>
                          <a:cubicBezTo>
                            <a:pt x="1006" y="1814"/>
                            <a:pt x="1020" y="1801"/>
                            <a:pt x="1020" y="1787"/>
                          </a:cubicBezTo>
                          <a:cubicBezTo>
                            <a:pt x="1059" y="1721"/>
                            <a:pt x="1099" y="1668"/>
                            <a:pt x="1112" y="1629"/>
                          </a:cubicBezTo>
                          <a:cubicBezTo>
                            <a:pt x="1139" y="1589"/>
                            <a:pt x="1152" y="1576"/>
                            <a:pt x="1152" y="1562"/>
                          </a:cubicBezTo>
                          <a:cubicBezTo>
                            <a:pt x="1152" y="1536"/>
                            <a:pt x="1139" y="1523"/>
                            <a:pt x="1126" y="1523"/>
                          </a:cubicBezTo>
                          <a:cubicBezTo>
                            <a:pt x="1112" y="1509"/>
                            <a:pt x="1099" y="1509"/>
                            <a:pt x="1086" y="1509"/>
                          </a:cubicBezTo>
                          <a:cubicBezTo>
                            <a:pt x="1059" y="1509"/>
                            <a:pt x="1046" y="1509"/>
                            <a:pt x="1033" y="1523"/>
                          </a:cubicBezTo>
                          <a:cubicBezTo>
                            <a:pt x="1020" y="1536"/>
                            <a:pt x="1020" y="1549"/>
                            <a:pt x="1006" y="1562"/>
                          </a:cubicBezTo>
                          <a:lnTo>
                            <a:pt x="953" y="1655"/>
                          </a:lnTo>
                          <a:cubicBezTo>
                            <a:pt x="940" y="1668"/>
                            <a:pt x="927" y="1682"/>
                            <a:pt x="914" y="1682"/>
                          </a:cubicBezTo>
                          <a:cubicBezTo>
                            <a:pt x="914" y="1695"/>
                            <a:pt x="901" y="1695"/>
                            <a:pt x="887" y="1695"/>
                          </a:cubicBezTo>
                          <a:lnTo>
                            <a:pt x="464" y="1695"/>
                          </a:lnTo>
                          <a:cubicBezTo>
                            <a:pt x="398" y="1695"/>
                            <a:pt x="345" y="1682"/>
                            <a:pt x="292" y="1682"/>
                          </a:cubicBezTo>
                          <a:cubicBezTo>
                            <a:pt x="331" y="1642"/>
                            <a:pt x="384" y="1602"/>
                            <a:pt x="437" y="1536"/>
                          </a:cubicBezTo>
                          <a:cubicBezTo>
                            <a:pt x="490" y="1483"/>
                            <a:pt x="543" y="1417"/>
                            <a:pt x="609" y="1351"/>
                          </a:cubicBezTo>
                          <a:cubicBezTo>
                            <a:pt x="662" y="1284"/>
                            <a:pt x="715" y="1218"/>
                            <a:pt x="768" y="1139"/>
                          </a:cubicBezTo>
                          <a:cubicBezTo>
                            <a:pt x="821" y="1073"/>
                            <a:pt x="874" y="993"/>
                            <a:pt x="914" y="914"/>
                          </a:cubicBezTo>
                          <a:cubicBezTo>
                            <a:pt x="953" y="834"/>
                            <a:pt x="993" y="768"/>
                            <a:pt x="1006" y="689"/>
                          </a:cubicBezTo>
                          <a:cubicBezTo>
                            <a:pt x="1033" y="609"/>
                            <a:pt x="1046" y="530"/>
                            <a:pt x="1046" y="451"/>
                          </a:cubicBezTo>
                          <a:cubicBezTo>
                            <a:pt x="1046" y="398"/>
                            <a:pt x="1046" y="332"/>
                            <a:pt x="1033" y="279"/>
                          </a:cubicBezTo>
                          <a:cubicBezTo>
                            <a:pt x="1006" y="226"/>
                            <a:pt x="980" y="173"/>
                            <a:pt x="953" y="133"/>
                          </a:cubicBezTo>
                          <a:cubicBezTo>
                            <a:pt x="914" y="93"/>
                            <a:pt x="861" y="67"/>
                            <a:pt x="808" y="40"/>
                          </a:cubicBezTo>
                          <a:cubicBezTo>
                            <a:pt x="755" y="14"/>
                            <a:pt x="676" y="1"/>
                            <a:pt x="596"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3"/>
                    <p:cNvSpPr/>
                    <p:nvPr/>
                  </p:nvSpPr>
                  <p:spPr>
                    <a:xfrm>
                      <a:off x="3829745" y="3991539"/>
                      <a:ext cx="65882" cy="57149"/>
                    </a:xfrm>
                    <a:custGeom>
                      <a:rect b="b" l="l" r="r" t="t"/>
                      <a:pathLst>
                        <a:path extrusionOk="0" h="1034" w="1192">
                          <a:moveTo>
                            <a:pt x="173" y="1"/>
                          </a:moveTo>
                          <a:cubicBezTo>
                            <a:pt x="93" y="1"/>
                            <a:pt x="53" y="1"/>
                            <a:pt x="27" y="14"/>
                          </a:cubicBezTo>
                          <a:cubicBezTo>
                            <a:pt x="14" y="27"/>
                            <a:pt x="0" y="41"/>
                            <a:pt x="0" y="67"/>
                          </a:cubicBezTo>
                          <a:cubicBezTo>
                            <a:pt x="0" y="80"/>
                            <a:pt x="14" y="107"/>
                            <a:pt x="27" y="107"/>
                          </a:cubicBezTo>
                          <a:cubicBezTo>
                            <a:pt x="53" y="120"/>
                            <a:pt x="80" y="120"/>
                            <a:pt x="120" y="120"/>
                          </a:cubicBezTo>
                          <a:cubicBezTo>
                            <a:pt x="159" y="120"/>
                            <a:pt x="186" y="133"/>
                            <a:pt x="199" y="147"/>
                          </a:cubicBezTo>
                          <a:cubicBezTo>
                            <a:pt x="212" y="147"/>
                            <a:pt x="239" y="173"/>
                            <a:pt x="265" y="199"/>
                          </a:cubicBezTo>
                          <a:lnTo>
                            <a:pt x="490" y="517"/>
                          </a:lnTo>
                          <a:lnTo>
                            <a:pt x="450" y="557"/>
                          </a:lnTo>
                          <a:lnTo>
                            <a:pt x="424" y="610"/>
                          </a:lnTo>
                          <a:lnTo>
                            <a:pt x="371" y="676"/>
                          </a:lnTo>
                          <a:cubicBezTo>
                            <a:pt x="345" y="702"/>
                            <a:pt x="318" y="742"/>
                            <a:pt x="278" y="795"/>
                          </a:cubicBezTo>
                          <a:cubicBezTo>
                            <a:pt x="265" y="808"/>
                            <a:pt x="252" y="822"/>
                            <a:pt x="239" y="835"/>
                          </a:cubicBezTo>
                          <a:cubicBezTo>
                            <a:pt x="225" y="835"/>
                            <a:pt x="199" y="835"/>
                            <a:pt x="186" y="848"/>
                          </a:cubicBezTo>
                          <a:cubicBezTo>
                            <a:pt x="146" y="848"/>
                            <a:pt x="120" y="848"/>
                            <a:pt x="93" y="861"/>
                          </a:cubicBezTo>
                          <a:cubicBezTo>
                            <a:pt x="67" y="874"/>
                            <a:pt x="53" y="888"/>
                            <a:pt x="53" y="914"/>
                          </a:cubicBezTo>
                          <a:cubicBezTo>
                            <a:pt x="53" y="927"/>
                            <a:pt x="53" y="941"/>
                            <a:pt x="53" y="941"/>
                          </a:cubicBezTo>
                          <a:cubicBezTo>
                            <a:pt x="67" y="954"/>
                            <a:pt x="67" y="954"/>
                            <a:pt x="80" y="967"/>
                          </a:cubicBezTo>
                          <a:lnTo>
                            <a:pt x="398" y="967"/>
                          </a:lnTo>
                          <a:cubicBezTo>
                            <a:pt x="398" y="967"/>
                            <a:pt x="411" y="967"/>
                            <a:pt x="424" y="980"/>
                          </a:cubicBezTo>
                          <a:lnTo>
                            <a:pt x="477" y="980"/>
                          </a:lnTo>
                          <a:cubicBezTo>
                            <a:pt x="490" y="980"/>
                            <a:pt x="517" y="967"/>
                            <a:pt x="530" y="967"/>
                          </a:cubicBezTo>
                          <a:cubicBezTo>
                            <a:pt x="556" y="954"/>
                            <a:pt x="570" y="941"/>
                            <a:pt x="570" y="914"/>
                          </a:cubicBezTo>
                          <a:cubicBezTo>
                            <a:pt x="570" y="901"/>
                            <a:pt x="556" y="901"/>
                            <a:pt x="556" y="888"/>
                          </a:cubicBezTo>
                          <a:cubicBezTo>
                            <a:pt x="543" y="861"/>
                            <a:pt x="503" y="861"/>
                            <a:pt x="464" y="861"/>
                          </a:cubicBezTo>
                          <a:cubicBezTo>
                            <a:pt x="450" y="861"/>
                            <a:pt x="437" y="861"/>
                            <a:pt x="424" y="848"/>
                          </a:cubicBezTo>
                          <a:cubicBezTo>
                            <a:pt x="424" y="848"/>
                            <a:pt x="424" y="848"/>
                            <a:pt x="424" y="835"/>
                          </a:cubicBezTo>
                          <a:cubicBezTo>
                            <a:pt x="424" y="835"/>
                            <a:pt x="424" y="822"/>
                            <a:pt x="437" y="808"/>
                          </a:cubicBezTo>
                          <a:cubicBezTo>
                            <a:pt x="450" y="782"/>
                            <a:pt x="464" y="782"/>
                            <a:pt x="464" y="769"/>
                          </a:cubicBezTo>
                          <a:cubicBezTo>
                            <a:pt x="490" y="742"/>
                            <a:pt x="503" y="729"/>
                            <a:pt x="517" y="702"/>
                          </a:cubicBezTo>
                          <a:cubicBezTo>
                            <a:pt x="530" y="689"/>
                            <a:pt x="543" y="663"/>
                            <a:pt x="570" y="636"/>
                          </a:cubicBezTo>
                          <a:cubicBezTo>
                            <a:pt x="583" y="649"/>
                            <a:pt x="609" y="676"/>
                            <a:pt x="623" y="716"/>
                          </a:cubicBezTo>
                          <a:cubicBezTo>
                            <a:pt x="649" y="742"/>
                            <a:pt x="662" y="755"/>
                            <a:pt x="689" y="782"/>
                          </a:cubicBezTo>
                          <a:cubicBezTo>
                            <a:pt x="702" y="808"/>
                            <a:pt x="715" y="835"/>
                            <a:pt x="728" y="848"/>
                          </a:cubicBezTo>
                          <a:cubicBezTo>
                            <a:pt x="728" y="861"/>
                            <a:pt x="742" y="874"/>
                            <a:pt x="742" y="888"/>
                          </a:cubicBezTo>
                          <a:cubicBezTo>
                            <a:pt x="742" y="901"/>
                            <a:pt x="742" y="901"/>
                            <a:pt x="728" y="914"/>
                          </a:cubicBezTo>
                          <a:lnTo>
                            <a:pt x="702" y="914"/>
                          </a:lnTo>
                          <a:cubicBezTo>
                            <a:pt x="689" y="914"/>
                            <a:pt x="675" y="927"/>
                            <a:pt x="675" y="941"/>
                          </a:cubicBezTo>
                          <a:cubicBezTo>
                            <a:pt x="675" y="954"/>
                            <a:pt x="662" y="967"/>
                            <a:pt x="662" y="967"/>
                          </a:cubicBezTo>
                          <a:cubicBezTo>
                            <a:pt x="662" y="980"/>
                            <a:pt x="675" y="994"/>
                            <a:pt x="689" y="1007"/>
                          </a:cubicBezTo>
                          <a:cubicBezTo>
                            <a:pt x="702" y="1033"/>
                            <a:pt x="728" y="1033"/>
                            <a:pt x="768" y="1033"/>
                          </a:cubicBezTo>
                          <a:lnTo>
                            <a:pt x="1086" y="1033"/>
                          </a:lnTo>
                          <a:cubicBezTo>
                            <a:pt x="1112" y="1033"/>
                            <a:pt x="1139" y="1033"/>
                            <a:pt x="1152" y="1020"/>
                          </a:cubicBezTo>
                          <a:cubicBezTo>
                            <a:pt x="1178" y="1020"/>
                            <a:pt x="1192" y="1007"/>
                            <a:pt x="1192" y="980"/>
                          </a:cubicBezTo>
                          <a:cubicBezTo>
                            <a:pt x="1192" y="954"/>
                            <a:pt x="1178" y="941"/>
                            <a:pt x="1165" y="941"/>
                          </a:cubicBezTo>
                          <a:cubicBezTo>
                            <a:pt x="1139" y="927"/>
                            <a:pt x="1125" y="927"/>
                            <a:pt x="1099" y="927"/>
                          </a:cubicBezTo>
                          <a:cubicBezTo>
                            <a:pt x="1073" y="927"/>
                            <a:pt x="1046" y="914"/>
                            <a:pt x="1033" y="914"/>
                          </a:cubicBezTo>
                          <a:cubicBezTo>
                            <a:pt x="1020" y="914"/>
                            <a:pt x="993" y="914"/>
                            <a:pt x="967" y="901"/>
                          </a:cubicBezTo>
                          <a:cubicBezTo>
                            <a:pt x="967" y="901"/>
                            <a:pt x="953" y="888"/>
                            <a:pt x="940" y="888"/>
                          </a:cubicBezTo>
                          <a:cubicBezTo>
                            <a:pt x="927" y="874"/>
                            <a:pt x="914" y="848"/>
                            <a:pt x="887" y="822"/>
                          </a:cubicBezTo>
                          <a:cubicBezTo>
                            <a:pt x="861" y="795"/>
                            <a:pt x="834" y="755"/>
                            <a:pt x="795" y="716"/>
                          </a:cubicBezTo>
                          <a:cubicBezTo>
                            <a:pt x="755" y="663"/>
                            <a:pt x="715" y="597"/>
                            <a:pt x="649" y="517"/>
                          </a:cubicBezTo>
                          <a:cubicBezTo>
                            <a:pt x="689" y="477"/>
                            <a:pt x="715" y="438"/>
                            <a:pt x="742" y="398"/>
                          </a:cubicBezTo>
                          <a:cubicBezTo>
                            <a:pt x="768" y="358"/>
                            <a:pt x="795" y="319"/>
                            <a:pt x="834" y="266"/>
                          </a:cubicBezTo>
                          <a:cubicBezTo>
                            <a:pt x="861" y="239"/>
                            <a:pt x="874" y="226"/>
                            <a:pt x="900" y="213"/>
                          </a:cubicBezTo>
                          <a:cubicBezTo>
                            <a:pt x="927" y="213"/>
                            <a:pt x="940" y="199"/>
                            <a:pt x="980" y="199"/>
                          </a:cubicBezTo>
                          <a:lnTo>
                            <a:pt x="1125" y="199"/>
                          </a:lnTo>
                          <a:cubicBezTo>
                            <a:pt x="1139" y="199"/>
                            <a:pt x="1152" y="186"/>
                            <a:pt x="1165" y="186"/>
                          </a:cubicBezTo>
                          <a:cubicBezTo>
                            <a:pt x="1178" y="173"/>
                            <a:pt x="1178" y="160"/>
                            <a:pt x="1178" y="147"/>
                          </a:cubicBezTo>
                          <a:cubicBezTo>
                            <a:pt x="1178" y="107"/>
                            <a:pt x="1165" y="80"/>
                            <a:pt x="1125" y="80"/>
                          </a:cubicBezTo>
                          <a:lnTo>
                            <a:pt x="728" y="80"/>
                          </a:lnTo>
                          <a:cubicBezTo>
                            <a:pt x="689" y="80"/>
                            <a:pt x="675" y="80"/>
                            <a:pt x="649" y="94"/>
                          </a:cubicBezTo>
                          <a:cubicBezTo>
                            <a:pt x="636" y="107"/>
                            <a:pt x="623" y="120"/>
                            <a:pt x="623" y="147"/>
                          </a:cubicBezTo>
                          <a:cubicBezTo>
                            <a:pt x="623" y="160"/>
                            <a:pt x="636" y="173"/>
                            <a:pt x="649" y="186"/>
                          </a:cubicBezTo>
                          <a:cubicBezTo>
                            <a:pt x="662" y="186"/>
                            <a:pt x="662" y="199"/>
                            <a:pt x="675" y="199"/>
                          </a:cubicBezTo>
                          <a:cubicBezTo>
                            <a:pt x="675" y="199"/>
                            <a:pt x="689" y="199"/>
                            <a:pt x="689" y="213"/>
                          </a:cubicBezTo>
                          <a:cubicBezTo>
                            <a:pt x="689" y="213"/>
                            <a:pt x="675" y="226"/>
                            <a:pt x="662" y="252"/>
                          </a:cubicBezTo>
                          <a:cubicBezTo>
                            <a:pt x="649" y="266"/>
                            <a:pt x="636" y="292"/>
                            <a:pt x="623" y="319"/>
                          </a:cubicBezTo>
                          <a:lnTo>
                            <a:pt x="570" y="398"/>
                          </a:lnTo>
                          <a:cubicBezTo>
                            <a:pt x="543" y="372"/>
                            <a:pt x="517" y="345"/>
                            <a:pt x="503" y="305"/>
                          </a:cubicBezTo>
                          <a:cubicBezTo>
                            <a:pt x="477" y="279"/>
                            <a:pt x="464" y="252"/>
                            <a:pt x="450" y="239"/>
                          </a:cubicBezTo>
                          <a:cubicBezTo>
                            <a:pt x="437" y="213"/>
                            <a:pt x="424" y="199"/>
                            <a:pt x="411" y="173"/>
                          </a:cubicBezTo>
                          <a:cubicBezTo>
                            <a:pt x="411" y="160"/>
                            <a:pt x="398" y="147"/>
                            <a:pt x="398" y="147"/>
                          </a:cubicBezTo>
                          <a:cubicBezTo>
                            <a:pt x="398" y="133"/>
                            <a:pt x="411" y="133"/>
                            <a:pt x="424" y="133"/>
                          </a:cubicBezTo>
                          <a:lnTo>
                            <a:pt x="477" y="133"/>
                          </a:lnTo>
                          <a:cubicBezTo>
                            <a:pt x="490" y="133"/>
                            <a:pt x="517" y="120"/>
                            <a:pt x="530" y="107"/>
                          </a:cubicBezTo>
                          <a:cubicBezTo>
                            <a:pt x="543" y="94"/>
                            <a:pt x="543" y="80"/>
                            <a:pt x="543" y="67"/>
                          </a:cubicBezTo>
                          <a:cubicBezTo>
                            <a:pt x="543" y="54"/>
                            <a:pt x="543" y="54"/>
                            <a:pt x="543" y="41"/>
                          </a:cubicBezTo>
                          <a:cubicBezTo>
                            <a:pt x="543" y="41"/>
                            <a:pt x="530" y="27"/>
                            <a:pt x="530" y="27"/>
                          </a:cubicBezTo>
                          <a:cubicBezTo>
                            <a:pt x="517" y="14"/>
                            <a:pt x="503" y="14"/>
                            <a:pt x="490"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3"/>
                    <p:cNvSpPr/>
                    <p:nvPr/>
                  </p:nvSpPr>
                  <p:spPr>
                    <a:xfrm>
                      <a:off x="3901430" y="3946218"/>
                      <a:ext cx="60023" cy="100260"/>
                    </a:xfrm>
                    <a:custGeom>
                      <a:rect b="b" l="l" r="r" t="t"/>
                      <a:pathLst>
                        <a:path extrusionOk="0" h="1814" w="1086">
                          <a:moveTo>
                            <a:pt x="861" y="0"/>
                          </a:moveTo>
                          <a:cubicBezTo>
                            <a:pt x="834" y="0"/>
                            <a:pt x="781" y="0"/>
                            <a:pt x="728" y="14"/>
                          </a:cubicBezTo>
                          <a:lnTo>
                            <a:pt x="530" y="14"/>
                          </a:lnTo>
                          <a:cubicBezTo>
                            <a:pt x="464" y="14"/>
                            <a:pt x="398" y="27"/>
                            <a:pt x="331" y="27"/>
                          </a:cubicBezTo>
                          <a:cubicBezTo>
                            <a:pt x="265" y="40"/>
                            <a:pt x="212" y="40"/>
                            <a:pt x="173" y="40"/>
                          </a:cubicBezTo>
                          <a:cubicBezTo>
                            <a:pt x="146" y="53"/>
                            <a:pt x="133" y="67"/>
                            <a:pt x="133" y="93"/>
                          </a:cubicBezTo>
                          <a:cubicBezTo>
                            <a:pt x="133" y="159"/>
                            <a:pt x="120" y="212"/>
                            <a:pt x="120" y="265"/>
                          </a:cubicBezTo>
                          <a:cubicBezTo>
                            <a:pt x="120" y="318"/>
                            <a:pt x="106" y="358"/>
                            <a:pt x="106" y="397"/>
                          </a:cubicBezTo>
                          <a:cubicBezTo>
                            <a:pt x="106" y="437"/>
                            <a:pt x="93" y="477"/>
                            <a:pt x="93" y="530"/>
                          </a:cubicBezTo>
                          <a:cubicBezTo>
                            <a:pt x="93" y="569"/>
                            <a:pt x="80" y="622"/>
                            <a:pt x="67" y="675"/>
                          </a:cubicBezTo>
                          <a:cubicBezTo>
                            <a:pt x="67" y="702"/>
                            <a:pt x="67" y="715"/>
                            <a:pt x="67" y="742"/>
                          </a:cubicBezTo>
                          <a:cubicBezTo>
                            <a:pt x="67" y="755"/>
                            <a:pt x="67" y="768"/>
                            <a:pt x="67" y="781"/>
                          </a:cubicBezTo>
                          <a:cubicBezTo>
                            <a:pt x="67" y="821"/>
                            <a:pt x="67" y="861"/>
                            <a:pt x="80" y="887"/>
                          </a:cubicBezTo>
                          <a:cubicBezTo>
                            <a:pt x="93" y="914"/>
                            <a:pt x="106" y="927"/>
                            <a:pt x="146" y="927"/>
                          </a:cubicBezTo>
                          <a:cubicBezTo>
                            <a:pt x="159" y="927"/>
                            <a:pt x="173" y="927"/>
                            <a:pt x="212" y="914"/>
                          </a:cubicBezTo>
                          <a:cubicBezTo>
                            <a:pt x="239" y="914"/>
                            <a:pt x="265" y="900"/>
                            <a:pt x="305" y="900"/>
                          </a:cubicBezTo>
                          <a:cubicBezTo>
                            <a:pt x="345" y="887"/>
                            <a:pt x="384" y="874"/>
                            <a:pt x="424" y="874"/>
                          </a:cubicBezTo>
                          <a:cubicBezTo>
                            <a:pt x="464" y="861"/>
                            <a:pt x="503" y="861"/>
                            <a:pt x="556" y="861"/>
                          </a:cubicBezTo>
                          <a:cubicBezTo>
                            <a:pt x="623" y="861"/>
                            <a:pt x="689" y="874"/>
                            <a:pt x="728" y="887"/>
                          </a:cubicBezTo>
                          <a:cubicBezTo>
                            <a:pt x="781" y="914"/>
                            <a:pt x="821" y="940"/>
                            <a:pt x="848" y="967"/>
                          </a:cubicBezTo>
                          <a:cubicBezTo>
                            <a:pt x="874" y="993"/>
                            <a:pt x="901" y="1033"/>
                            <a:pt x="914" y="1072"/>
                          </a:cubicBezTo>
                          <a:cubicBezTo>
                            <a:pt x="914" y="1112"/>
                            <a:pt x="927" y="1152"/>
                            <a:pt x="927" y="1192"/>
                          </a:cubicBezTo>
                          <a:cubicBezTo>
                            <a:pt x="927" y="1244"/>
                            <a:pt x="914" y="1311"/>
                            <a:pt x="887" y="1364"/>
                          </a:cubicBezTo>
                          <a:cubicBezTo>
                            <a:pt x="874" y="1430"/>
                            <a:pt x="834" y="1483"/>
                            <a:pt x="795" y="1522"/>
                          </a:cubicBezTo>
                          <a:cubicBezTo>
                            <a:pt x="742" y="1575"/>
                            <a:pt x="689" y="1615"/>
                            <a:pt x="623" y="1642"/>
                          </a:cubicBezTo>
                          <a:cubicBezTo>
                            <a:pt x="543" y="1668"/>
                            <a:pt x="464" y="1681"/>
                            <a:pt x="371" y="1681"/>
                          </a:cubicBezTo>
                          <a:lnTo>
                            <a:pt x="292" y="1681"/>
                          </a:lnTo>
                          <a:cubicBezTo>
                            <a:pt x="265" y="1668"/>
                            <a:pt x="239" y="1668"/>
                            <a:pt x="212" y="1655"/>
                          </a:cubicBezTo>
                          <a:cubicBezTo>
                            <a:pt x="199" y="1642"/>
                            <a:pt x="173" y="1642"/>
                            <a:pt x="159" y="1628"/>
                          </a:cubicBezTo>
                          <a:cubicBezTo>
                            <a:pt x="146" y="1615"/>
                            <a:pt x="146" y="1602"/>
                            <a:pt x="146" y="1589"/>
                          </a:cubicBezTo>
                          <a:cubicBezTo>
                            <a:pt x="146" y="1562"/>
                            <a:pt x="146" y="1549"/>
                            <a:pt x="159" y="1549"/>
                          </a:cubicBezTo>
                          <a:cubicBezTo>
                            <a:pt x="173" y="1536"/>
                            <a:pt x="199" y="1536"/>
                            <a:pt x="212" y="1536"/>
                          </a:cubicBezTo>
                          <a:cubicBezTo>
                            <a:pt x="226" y="1522"/>
                            <a:pt x="239" y="1522"/>
                            <a:pt x="252" y="1509"/>
                          </a:cubicBezTo>
                          <a:cubicBezTo>
                            <a:pt x="265" y="1496"/>
                            <a:pt x="278" y="1483"/>
                            <a:pt x="278" y="1456"/>
                          </a:cubicBezTo>
                          <a:cubicBezTo>
                            <a:pt x="278" y="1417"/>
                            <a:pt x="265" y="1390"/>
                            <a:pt x="239" y="1377"/>
                          </a:cubicBezTo>
                          <a:cubicBezTo>
                            <a:pt x="226" y="1364"/>
                            <a:pt x="199" y="1364"/>
                            <a:pt x="173" y="1364"/>
                          </a:cubicBezTo>
                          <a:cubicBezTo>
                            <a:pt x="146" y="1364"/>
                            <a:pt x="133" y="1364"/>
                            <a:pt x="106" y="1377"/>
                          </a:cubicBezTo>
                          <a:cubicBezTo>
                            <a:pt x="93" y="1390"/>
                            <a:pt x="67" y="1403"/>
                            <a:pt x="53" y="1417"/>
                          </a:cubicBezTo>
                          <a:cubicBezTo>
                            <a:pt x="40" y="1443"/>
                            <a:pt x="27" y="1456"/>
                            <a:pt x="14" y="1483"/>
                          </a:cubicBezTo>
                          <a:cubicBezTo>
                            <a:pt x="14" y="1509"/>
                            <a:pt x="1" y="1536"/>
                            <a:pt x="1" y="1562"/>
                          </a:cubicBezTo>
                          <a:cubicBezTo>
                            <a:pt x="1" y="1628"/>
                            <a:pt x="27" y="1681"/>
                            <a:pt x="53" y="1708"/>
                          </a:cubicBezTo>
                          <a:cubicBezTo>
                            <a:pt x="80" y="1747"/>
                            <a:pt x="120" y="1774"/>
                            <a:pt x="159" y="1787"/>
                          </a:cubicBezTo>
                          <a:cubicBezTo>
                            <a:pt x="199" y="1800"/>
                            <a:pt x="239" y="1814"/>
                            <a:pt x="278" y="1814"/>
                          </a:cubicBezTo>
                          <a:lnTo>
                            <a:pt x="371" y="1814"/>
                          </a:lnTo>
                          <a:cubicBezTo>
                            <a:pt x="503" y="1814"/>
                            <a:pt x="609" y="1800"/>
                            <a:pt x="689" y="1761"/>
                          </a:cubicBezTo>
                          <a:cubicBezTo>
                            <a:pt x="781" y="1721"/>
                            <a:pt x="861" y="1681"/>
                            <a:pt x="914" y="1615"/>
                          </a:cubicBezTo>
                          <a:cubicBezTo>
                            <a:pt x="980" y="1562"/>
                            <a:pt x="1020" y="1496"/>
                            <a:pt x="1046" y="1417"/>
                          </a:cubicBezTo>
                          <a:cubicBezTo>
                            <a:pt x="1073" y="1350"/>
                            <a:pt x="1086" y="1271"/>
                            <a:pt x="1086" y="1205"/>
                          </a:cubicBezTo>
                          <a:cubicBezTo>
                            <a:pt x="1086" y="1152"/>
                            <a:pt x="1086" y="1086"/>
                            <a:pt x="1059" y="1033"/>
                          </a:cubicBezTo>
                          <a:cubicBezTo>
                            <a:pt x="1046" y="967"/>
                            <a:pt x="1020" y="914"/>
                            <a:pt x="967" y="874"/>
                          </a:cubicBezTo>
                          <a:cubicBezTo>
                            <a:pt x="940" y="821"/>
                            <a:pt x="887" y="781"/>
                            <a:pt x="821" y="755"/>
                          </a:cubicBezTo>
                          <a:cubicBezTo>
                            <a:pt x="755" y="728"/>
                            <a:pt x="662" y="715"/>
                            <a:pt x="570" y="715"/>
                          </a:cubicBezTo>
                          <a:lnTo>
                            <a:pt x="464" y="715"/>
                          </a:lnTo>
                          <a:cubicBezTo>
                            <a:pt x="424" y="728"/>
                            <a:pt x="384" y="728"/>
                            <a:pt x="358" y="742"/>
                          </a:cubicBezTo>
                          <a:cubicBezTo>
                            <a:pt x="318" y="742"/>
                            <a:pt x="292" y="755"/>
                            <a:pt x="265" y="755"/>
                          </a:cubicBezTo>
                          <a:cubicBezTo>
                            <a:pt x="239" y="768"/>
                            <a:pt x="226" y="768"/>
                            <a:pt x="212" y="768"/>
                          </a:cubicBezTo>
                          <a:lnTo>
                            <a:pt x="292" y="199"/>
                          </a:lnTo>
                          <a:cubicBezTo>
                            <a:pt x="318" y="186"/>
                            <a:pt x="345" y="186"/>
                            <a:pt x="398" y="172"/>
                          </a:cubicBezTo>
                          <a:cubicBezTo>
                            <a:pt x="464" y="172"/>
                            <a:pt x="517" y="172"/>
                            <a:pt x="570" y="159"/>
                          </a:cubicBezTo>
                          <a:lnTo>
                            <a:pt x="874" y="159"/>
                          </a:lnTo>
                          <a:cubicBezTo>
                            <a:pt x="901" y="159"/>
                            <a:pt x="914" y="146"/>
                            <a:pt x="940" y="146"/>
                          </a:cubicBezTo>
                          <a:cubicBezTo>
                            <a:pt x="967" y="133"/>
                            <a:pt x="980" y="106"/>
                            <a:pt x="980" y="80"/>
                          </a:cubicBezTo>
                          <a:cubicBezTo>
                            <a:pt x="980" y="53"/>
                            <a:pt x="967" y="27"/>
                            <a:pt x="940" y="27"/>
                          </a:cubicBezTo>
                          <a:cubicBezTo>
                            <a:pt x="927" y="14"/>
                            <a:pt x="887" y="0"/>
                            <a:pt x="86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3"/>
                    <p:cNvSpPr/>
                    <p:nvPr/>
                  </p:nvSpPr>
                  <p:spPr>
                    <a:xfrm>
                      <a:off x="3885346" y="4261478"/>
                      <a:ext cx="143426" cy="143426"/>
                    </a:xfrm>
                    <a:custGeom>
                      <a:rect b="b" l="l" r="r" t="t"/>
                      <a:pathLst>
                        <a:path extrusionOk="0" h="2595" w="2595">
                          <a:moveTo>
                            <a:pt x="503" y="1"/>
                          </a:moveTo>
                          <a:cubicBezTo>
                            <a:pt x="225" y="1"/>
                            <a:pt x="0" y="226"/>
                            <a:pt x="0" y="504"/>
                          </a:cubicBezTo>
                          <a:lnTo>
                            <a:pt x="0" y="2052"/>
                          </a:lnTo>
                          <a:cubicBezTo>
                            <a:pt x="0" y="2383"/>
                            <a:pt x="225" y="2595"/>
                            <a:pt x="503" y="2595"/>
                          </a:cubicBezTo>
                          <a:lnTo>
                            <a:pt x="2052" y="2595"/>
                          </a:lnTo>
                          <a:cubicBezTo>
                            <a:pt x="2383" y="2595"/>
                            <a:pt x="2594" y="2383"/>
                            <a:pt x="2594" y="2052"/>
                          </a:cubicBezTo>
                          <a:lnTo>
                            <a:pt x="2594" y="504"/>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3"/>
                    <p:cNvSpPr/>
                    <p:nvPr/>
                  </p:nvSpPr>
                  <p:spPr>
                    <a:xfrm>
                      <a:off x="3885346" y="4453872"/>
                      <a:ext cx="143426" cy="143426"/>
                    </a:xfrm>
                    <a:custGeom>
                      <a:rect b="b" l="l" r="r" t="t"/>
                      <a:pathLst>
                        <a:path extrusionOk="0" h="2595" w="2595">
                          <a:moveTo>
                            <a:pt x="503" y="1"/>
                          </a:moveTo>
                          <a:cubicBezTo>
                            <a:pt x="225" y="1"/>
                            <a:pt x="0" y="226"/>
                            <a:pt x="0" y="556"/>
                          </a:cubicBezTo>
                          <a:lnTo>
                            <a:pt x="0" y="2092"/>
                          </a:lnTo>
                          <a:cubicBezTo>
                            <a:pt x="0" y="2370"/>
                            <a:pt x="225" y="2595"/>
                            <a:pt x="503" y="2595"/>
                          </a:cubicBezTo>
                          <a:lnTo>
                            <a:pt x="2052" y="2595"/>
                          </a:lnTo>
                          <a:cubicBezTo>
                            <a:pt x="2383" y="2595"/>
                            <a:pt x="2594" y="2370"/>
                            <a:pt x="2594" y="2092"/>
                          </a:cubicBezTo>
                          <a:lnTo>
                            <a:pt x="2594" y="556"/>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3"/>
                    <p:cNvSpPr/>
                    <p:nvPr/>
                  </p:nvSpPr>
                  <p:spPr>
                    <a:xfrm>
                      <a:off x="3885346" y="4645549"/>
                      <a:ext cx="143426" cy="338750"/>
                    </a:xfrm>
                    <a:custGeom>
                      <a:rect b="b" l="l" r="r" t="t"/>
                      <a:pathLst>
                        <a:path extrusionOk="0" h="6129" w="2595">
                          <a:moveTo>
                            <a:pt x="503" y="0"/>
                          </a:moveTo>
                          <a:cubicBezTo>
                            <a:pt x="225" y="0"/>
                            <a:pt x="0" y="278"/>
                            <a:pt x="0" y="556"/>
                          </a:cubicBezTo>
                          <a:lnTo>
                            <a:pt x="0" y="5625"/>
                          </a:lnTo>
                          <a:cubicBezTo>
                            <a:pt x="0" y="5903"/>
                            <a:pt x="225" y="6128"/>
                            <a:pt x="503" y="6128"/>
                          </a:cubicBezTo>
                          <a:lnTo>
                            <a:pt x="2052" y="6128"/>
                          </a:lnTo>
                          <a:cubicBezTo>
                            <a:pt x="2383" y="6128"/>
                            <a:pt x="2594" y="5903"/>
                            <a:pt x="2594" y="5625"/>
                          </a:cubicBezTo>
                          <a:lnTo>
                            <a:pt x="2594" y="556"/>
                          </a:lnTo>
                          <a:cubicBezTo>
                            <a:pt x="2594" y="278"/>
                            <a:pt x="2383" y="0"/>
                            <a:pt x="2052" y="0"/>
                          </a:cubicBezTo>
                          <a:close/>
                        </a:path>
                      </a:pathLst>
                    </a:cu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94" name="Google Shape;1094;p33"/>
                <p:cNvSpPr/>
                <p:nvPr/>
              </p:nvSpPr>
              <p:spPr>
                <a:xfrm>
                  <a:off x="800843" y="2537807"/>
                  <a:ext cx="142475" cy="973247"/>
                </a:xfrm>
                <a:custGeom>
                  <a:rect b="b" l="l" r="r" t="t"/>
                  <a:pathLst>
                    <a:path extrusionOk="0" h="34360" w="5030">
                      <a:moveTo>
                        <a:pt x="1" y="1"/>
                      </a:moveTo>
                      <a:lnTo>
                        <a:pt x="1" y="34359"/>
                      </a:lnTo>
                      <a:lnTo>
                        <a:pt x="5030" y="34359"/>
                      </a:lnTo>
                      <a:lnTo>
                        <a:pt x="503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3"/>
                <p:cNvSpPr/>
                <p:nvPr/>
              </p:nvSpPr>
              <p:spPr>
                <a:xfrm>
                  <a:off x="922701" y="2537807"/>
                  <a:ext cx="20621" cy="973247"/>
                </a:xfrm>
                <a:custGeom>
                  <a:rect b="b" l="l" r="r" t="t"/>
                  <a:pathLst>
                    <a:path extrusionOk="0" h="34360" w="728">
                      <a:moveTo>
                        <a:pt x="0" y="1"/>
                      </a:moveTo>
                      <a:lnTo>
                        <a:pt x="0" y="34359"/>
                      </a:lnTo>
                      <a:lnTo>
                        <a:pt x="728" y="34359"/>
                      </a:lnTo>
                      <a:lnTo>
                        <a:pt x="728"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3"/>
                <p:cNvSpPr/>
                <p:nvPr/>
              </p:nvSpPr>
              <p:spPr>
                <a:xfrm>
                  <a:off x="849591" y="2569306"/>
                  <a:ext cx="93727" cy="4532"/>
                </a:xfrm>
                <a:custGeom>
                  <a:rect b="b" l="l" r="r" t="t"/>
                  <a:pathLst>
                    <a:path extrusionOk="0" h="160" w="3309">
                      <a:moveTo>
                        <a:pt x="0" y="1"/>
                      </a:moveTo>
                      <a:lnTo>
                        <a:pt x="0" y="159"/>
                      </a:lnTo>
                      <a:lnTo>
                        <a:pt x="3309" y="159"/>
                      </a:lnTo>
                      <a:lnTo>
                        <a:pt x="330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3"/>
                <p:cNvSpPr/>
                <p:nvPr/>
              </p:nvSpPr>
              <p:spPr>
                <a:xfrm>
                  <a:off x="880693" y="2608310"/>
                  <a:ext cx="62627" cy="4504"/>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3"/>
                <p:cNvSpPr/>
                <p:nvPr/>
              </p:nvSpPr>
              <p:spPr>
                <a:xfrm>
                  <a:off x="880693" y="2661167"/>
                  <a:ext cx="62627" cy="6401"/>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3"/>
                <p:cNvSpPr/>
                <p:nvPr/>
              </p:nvSpPr>
              <p:spPr>
                <a:xfrm>
                  <a:off x="880693" y="2715892"/>
                  <a:ext cx="62627" cy="4900"/>
                </a:xfrm>
                <a:custGeom>
                  <a:rect b="b" l="l" r="r" t="t"/>
                  <a:pathLst>
                    <a:path extrusionOk="0" h="173" w="2211">
                      <a:moveTo>
                        <a:pt x="1" y="1"/>
                      </a:moveTo>
                      <a:lnTo>
                        <a:pt x="1" y="173"/>
                      </a:lnTo>
                      <a:lnTo>
                        <a:pt x="2211" y="173"/>
                      </a:lnTo>
                      <a:lnTo>
                        <a:pt x="2211"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3"/>
                <p:cNvSpPr/>
                <p:nvPr/>
              </p:nvSpPr>
              <p:spPr>
                <a:xfrm>
                  <a:off x="880693" y="2800247"/>
                  <a:ext cx="62627" cy="4900"/>
                </a:xfrm>
                <a:custGeom>
                  <a:rect b="b" l="l" r="r" t="t"/>
                  <a:pathLst>
                    <a:path extrusionOk="0" h="173" w="2211">
                      <a:moveTo>
                        <a:pt x="1" y="0"/>
                      </a:moveTo>
                      <a:lnTo>
                        <a:pt x="1" y="173"/>
                      </a:lnTo>
                      <a:lnTo>
                        <a:pt x="2211" y="173"/>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3"/>
                <p:cNvSpPr/>
                <p:nvPr/>
              </p:nvSpPr>
              <p:spPr>
                <a:xfrm>
                  <a:off x="880693" y="2854972"/>
                  <a:ext cx="62627" cy="4900"/>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3"/>
                <p:cNvSpPr/>
                <p:nvPr/>
              </p:nvSpPr>
              <p:spPr>
                <a:xfrm>
                  <a:off x="880693" y="2909726"/>
                  <a:ext cx="62627" cy="4504"/>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3"/>
                <p:cNvSpPr/>
                <p:nvPr/>
              </p:nvSpPr>
              <p:spPr>
                <a:xfrm>
                  <a:off x="880693" y="2992579"/>
                  <a:ext cx="62627" cy="4504"/>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3"/>
                <p:cNvSpPr/>
                <p:nvPr/>
              </p:nvSpPr>
              <p:spPr>
                <a:xfrm>
                  <a:off x="880693" y="3045435"/>
                  <a:ext cx="62627" cy="6401"/>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3"/>
                <p:cNvSpPr/>
                <p:nvPr/>
              </p:nvSpPr>
              <p:spPr>
                <a:xfrm>
                  <a:off x="880693" y="3100161"/>
                  <a:ext cx="62627" cy="4900"/>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3"/>
                <p:cNvSpPr/>
                <p:nvPr/>
              </p:nvSpPr>
              <p:spPr>
                <a:xfrm>
                  <a:off x="880693" y="3183014"/>
                  <a:ext cx="62627" cy="640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3"/>
                <p:cNvSpPr/>
                <p:nvPr/>
              </p:nvSpPr>
              <p:spPr>
                <a:xfrm>
                  <a:off x="880693" y="3237740"/>
                  <a:ext cx="62627" cy="4532"/>
                </a:xfrm>
                <a:custGeom>
                  <a:rect b="b" l="l" r="r" t="t"/>
                  <a:pathLst>
                    <a:path extrusionOk="0" h="160" w="2211">
                      <a:moveTo>
                        <a:pt x="1" y="1"/>
                      </a:moveTo>
                      <a:lnTo>
                        <a:pt x="1" y="160"/>
                      </a:lnTo>
                      <a:lnTo>
                        <a:pt x="2211" y="160"/>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3"/>
                <p:cNvSpPr/>
                <p:nvPr/>
              </p:nvSpPr>
              <p:spPr>
                <a:xfrm>
                  <a:off x="880693" y="3292494"/>
                  <a:ext cx="62627" cy="4532"/>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3"/>
                <p:cNvSpPr/>
                <p:nvPr/>
              </p:nvSpPr>
              <p:spPr>
                <a:xfrm>
                  <a:off x="880693" y="3375347"/>
                  <a:ext cx="62627" cy="4532"/>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3"/>
                <p:cNvSpPr/>
                <p:nvPr/>
              </p:nvSpPr>
              <p:spPr>
                <a:xfrm>
                  <a:off x="880693" y="3429704"/>
                  <a:ext cx="62627" cy="4900"/>
                </a:xfrm>
                <a:custGeom>
                  <a:rect b="b" l="l" r="r" t="t"/>
                  <a:pathLst>
                    <a:path extrusionOk="0" h="173" w="2211">
                      <a:moveTo>
                        <a:pt x="1" y="0"/>
                      </a:moveTo>
                      <a:lnTo>
                        <a:pt x="1" y="172"/>
                      </a:lnTo>
                      <a:lnTo>
                        <a:pt x="2211" y="172"/>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3"/>
                <p:cNvSpPr/>
                <p:nvPr/>
              </p:nvSpPr>
              <p:spPr>
                <a:xfrm>
                  <a:off x="849591" y="2759769"/>
                  <a:ext cx="93727" cy="6401"/>
                </a:xfrm>
                <a:custGeom>
                  <a:rect b="b" l="l" r="r" t="t"/>
                  <a:pathLst>
                    <a:path extrusionOk="0" h="226" w="3309">
                      <a:moveTo>
                        <a:pt x="0" y="0"/>
                      </a:moveTo>
                      <a:lnTo>
                        <a:pt x="0" y="225"/>
                      </a:lnTo>
                      <a:lnTo>
                        <a:pt x="3309" y="225"/>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3"/>
                <p:cNvSpPr/>
                <p:nvPr/>
              </p:nvSpPr>
              <p:spPr>
                <a:xfrm>
                  <a:off x="849591" y="2951705"/>
                  <a:ext cx="93727" cy="4900"/>
                </a:xfrm>
                <a:custGeom>
                  <a:rect b="b" l="l" r="r" t="t"/>
                  <a:pathLst>
                    <a:path extrusionOk="0" h="173" w="3309">
                      <a:moveTo>
                        <a:pt x="0" y="0"/>
                      </a:moveTo>
                      <a:lnTo>
                        <a:pt x="0" y="173"/>
                      </a:lnTo>
                      <a:lnTo>
                        <a:pt x="3309" y="173"/>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3"/>
                <p:cNvSpPr/>
                <p:nvPr/>
              </p:nvSpPr>
              <p:spPr>
                <a:xfrm>
                  <a:off x="849591" y="3142536"/>
                  <a:ext cx="93727" cy="4532"/>
                </a:xfrm>
                <a:custGeom>
                  <a:rect b="b" l="l" r="r" t="t"/>
                  <a:pathLst>
                    <a:path extrusionOk="0" h="160" w="3309">
                      <a:moveTo>
                        <a:pt x="0" y="0"/>
                      </a:moveTo>
                      <a:lnTo>
                        <a:pt x="0" y="159"/>
                      </a:lnTo>
                      <a:lnTo>
                        <a:pt x="3309" y="159"/>
                      </a:lnTo>
                      <a:lnTo>
                        <a:pt x="3309"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3"/>
                <p:cNvSpPr/>
                <p:nvPr/>
              </p:nvSpPr>
              <p:spPr>
                <a:xfrm>
                  <a:off x="849591" y="3334473"/>
                  <a:ext cx="93727" cy="4900"/>
                </a:xfrm>
                <a:custGeom>
                  <a:rect b="b" l="l" r="r" t="t"/>
                  <a:pathLst>
                    <a:path extrusionOk="0" h="173" w="3309">
                      <a:moveTo>
                        <a:pt x="0" y="1"/>
                      </a:moveTo>
                      <a:lnTo>
                        <a:pt x="0" y="173"/>
                      </a:lnTo>
                      <a:lnTo>
                        <a:pt x="3309" y="173"/>
                      </a:lnTo>
                      <a:lnTo>
                        <a:pt x="3309"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3"/>
                <p:cNvSpPr/>
                <p:nvPr/>
              </p:nvSpPr>
              <p:spPr>
                <a:xfrm>
                  <a:off x="894573" y="2893977"/>
                  <a:ext cx="162727" cy="542254"/>
                </a:xfrm>
                <a:custGeom>
                  <a:rect b="b" l="l" r="r" t="t"/>
                  <a:pathLst>
                    <a:path extrusionOk="0" h="19144" w="5745">
                      <a:moveTo>
                        <a:pt x="3097" y="0"/>
                      </a:moveTo>
                      <a:lnTo>
                        <a:pt x="450" y="331"/>
                      </a:lnTo>
                      <a:cubicBezTo>
                        <a:pt x="67" y="2263"/>
                        <a:pt x="0" y="5466"/>
                        <a:pt x="397" y="8987"/>
                      </a:cubicBezTo>
                      <a:cubicBezTo>
                        <a:pt x="1047" y="14626"/>
                        <a:pt x="2590" y="19143"/>
                        <a:pt x="3848" y="19143"/>
                      </a:cubicBezTo>
                      <a:cubicBezTo>
                        <a:pt x="3872" y="19143"/>
                        <a:pt x="3895" y="19142"/>
                        <a:pt x="3918" y="19138"/>
                      </a:cubicBezTo>
                      <a:cubicBezTo>
                        <a:pt x="5242" y="18980"/>
                        <a:pt x="5744" y="14228"/>
                        <a:pt x="5083" y="8497"/>
                      </a:cubicBezTo>
                      <a:cubicBezTo>
                        <a:pt x="4633" y="4911"/>
                        <a:pt x="3918" y="1827"/>
                        <a:pt x="3097"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3"/>
                <p:cNvSpPr/>
                <p:nvPr/>
              </p:nvSpPr>
              <p:spPr>
                <a:xfrm>
                  <a:off x="899445" y="3054811"/>
                  <a:ext cx="146978" cy="381424"/>
                </a:xfrm>
                <a:custGeom>
                  <a:rect b="b" l="l" r="r" t="t"/>
                  <a:pathLst>
                    <a:path extrusionOk="0" h="13466" w="5189">
                      <a:moveTo>
                        <a:pt x="0" y="0"/>
                      </a:moveTo>
                      <a:cubicBezTo>
                        <a:pt x="53" y="1059"/>
                        <a:pt x="106" y="2158"/>
                        <a:pt x="225" y="3309"/>
                      </a:cubicBezTo>
                      <a:cubicBezTo>
                        <a:pt x="875" y="8948"/>
                        <a:pt x="2418" y="13465"/>
                        <a:pt x="3676" y="13465"/>
                      </a:cubicBezTo>
                      <a:cubicBezTo>
                        <a:pt x="3700" y="13465"/>
                        <a:pt x="3723" y="13464"/>
                        <a:pt x="3746" y="13460"/>
                      </a:cubicBezTo>
                      <a:cubicBezTo>
                        <a:pt x="4686" y="13355"/>
                        <a:pt x="5189" y="10919"/>
                        <a:pt x="5189" y="7505"/>
                      </a:cubicBezTo>
                      <a:lnTo>
                        <a:pt x="5189" y="7505"/>
                      </a:lnTo>
                      <a:cubicBezTo>
                        <a:pt x="4695" y="7986"/>
                        <a:pt x="4237" y="8200"/>
                        <a:pt x="3813" y="8200"/>
                      </a:cubicBezTo>
                      <a:cubicBezTo>
                        <a:pt x="1860" y="8200"/>
                        <a:pt x="631" y="3676"/>
                        <a:pt x="0" y="0"/>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3"/>
                <p:cNvSpPr/>
                <p:nvPr/>
              </p:nvSpPr>
              <p:spPr>
                <a:xfrm>
                  <a:off x="958674" y="2951478"/>
                  <a:ext cx="51778" cy="127038"/>
                </a:xfrm>
                <a:custGeom>
                  <a:rect b="b" l="l" r="r" t="t"/>
                  <a:pathLst>
                    <a:path extrusionOk="0" h="4485" w="1828">
                      <a:moveTo>
                        <a:pt x="561" y="1"/>
                      </a:moveTo>
                      <a:cubicBezTo>
                        <a:pt x="542" y="1"/>
                        <a:pt x="522" y="3"/>
                        <a:pt x="504" y="8"/>
                      </a:cubicBezTo>
                      <a:cubicBezTo>
                        <a:pt x="173" y="75"/>
                        <a:pt x="1" y="1120"/>
                        <a:pt x="226" y="2325"/>
                      </a:cubicBezTo>
                      <a:cubicBezTo>
                        <a:pt x="445" y="3561"/>
                        <a:pt x="914" y="4484"/>
                        <a:pt x="1244" y="4484"/>
                      </a:cubicBezTo>
                      <a:cubicBezTo>
                        <a:pt x="1253" y="4484"/>
                        <a:pt x="1262" y="4483"/>
                        <a:pt x="1271" y="4482"/>
                      </a:cubicBezTo>
                      <a:cubicBezTo>
                        <a:pt x="1655" y="4376"/>
                        <a:pt x="1827" y="3317"/>
                        <a:pt x="1602" y="2113"/>
                      </a:cubicBezTo>
                      <a:cubicBezTo>
                        <a:pt x="1388" y="955"/>
                        <a:pt x="935" y="1"/>
                        <a:pt x="561"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3"/>
                <p:cNvSpPr/>
                <p:nvPr/>
              </p:nvSpPr>
              <p:spPr>
                <a:xfrm>
                  <a:off x="857069" y="2695639"/>
                  <a:ext cx="203232" cy="190486"/>
                </a:xfrm>
                <a:custGeom>
                  <a:rect b="b" l="l" r="r" t="t"/>
                  <a:pathLst>
                    <a:path extrusionOk="0" h="6725" w="7175">
                      <a:moveTo>
                        <a:pt x="993" y="1"/>
                      </a:moveTo>
                      <a:cubicBezTo>
                        <a:pt x="2317" y="2489"/>
                        <a:pt x="663" y="2595"/>
                        <a:pt x="332" y="4143"/>
                      </a:cubicBezTo>
                      <a:cubicBezTo>
                        <a:pt x="1" y="5679"/>
                        <a:pt x="1443" y="6724"/>
                        <a:pt x="1443" y="6724"/>
                      </a:cubicBezTo>
                      <a:lnTo>
                        <a:pt x="4580" y="6393"/>
                      </a:lnTo>
                      <a:cubicBezTo>
                        <a:pt x="7174" y="1430"/>
                        <a:pt x="994" y="1"/>
                        <a:pt x="993"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3"/>
                <p:cNvSpPr/>
                <p:nvPr/>
              </p:nvSpPr>
              <p:spPr>
                <a:xfrm>
                  <a:off x="879197" y="2771332"/>
                  <a:ext cx="127350" cy="114801"/>
                </a:xfrm>
                <a:custGeom>
                  <a:rect b="b" l="l" r="r" t="t"/>
                  <a:pathLst>
                    <a:path extrusionOk="0" h="4053" w="4461">
                      <a:moveTo>
                        <a:pt x="3299" y="0"/>
                      </a:moveTo>
                      <a:cubicBezTo>
                        <a:pt x="3169" y="0"/>
                        <a:pt x="3085" y="164"/>
                        <a:pt x="3085" y="585"/>
                      </a:cubicBezTo>
                      <a:cubicBezTo>
                        <a:pt x="3069" y="1166"/>
                        <a:pt x="2954" y="1354"/>
                        <a:pt x="2792" y="1354"/>
                      </a:cubicBezTo>
                      <a:cubicBezTo>
                        <a:pt x="2490" y="1354"/>
                        <a:pt x="2027" y="703"/>
                        <a:pt x="1739" y="703"/>
                      </a:cubicBezTo>
                      <a:cubicBezTo>
                        <a:pt x="1652" y="703"/>
                        <a:pt x="1582" y="762"/>
                        <a:pt x="1536" y="916"/>
                      </a:cubicBezTo>
                      <a:cubicBezTo>
                        <a:pt x="1340" y="1528"/>
                        <a:pt x="1938" y="3037"/>
                        <a:pt x="1419" y="3037"/>
                      </a:cubicBezTo>
                      <a:cubicBezTo>
                        <a:pt x="1377" y="3037"/>
                        <a:pt x="1328" y="3027"/>
                        <a:pt x="1271" y="3007"/>
                      </a:cubicBezTo>
                      <a:cubicBezTo>
                        <a:pt x="708" y="2797"/>
                        <a:pt x="369" y="2411"/>
                        <a:pt x="211" y="2411"/>
                      </a:cubicBezTo>
                      <a:cubicBezTo>
                        <a:pt x="119" y="2411"/>
                        <a:pt x="87" y="2538"/>
                        <a:pt x="107" y="2901"/>
                      </a:cubicBezTo>
                      <a:cubicBezTo>
                        <a:pt x="107" y="3126"/>
                        <a:pt x="54" y="3285"/>
                        <a:pt x="1" y="3391"/>
                      </a:cubicBezTo>
                      <a:cubicBezTo>
                        <a:pt x="332" y="3841"/>
                        <a:pt x="662" y="4052"/>
                        <a:pt x="662" y="4052"/>
                      </a:cubicBezTo>
                      <a:lnTo>
                        <a:pt x="3799" y="3721"/>
                      </a:lnTo>
                      <a:cubicBezTo>
                        <a:pt x="4249" y="2848"/>
                        <a:pt x="4461" y="2067"/>
                        <a:pt x="4408" y="1352"/>
                      </a:cubicBezTo>
                      <a:cubicBezTo>
                        <a:pt x="4074" y="756"/>
                        <a:pt x="3580" y="0"/>
                        <a:pt x="329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3"/>
                <p:cNvSpPr/>
                <p:nvPr/>
              </p:nvSpPr>
              <p:spPr>
                <a:xfrm>
                  <a:off x="888568" y="2871628"/>
                  <a:ext cx="111006" cy="66819"/>
                </a:xfrm>
                <a:custGeom>
                  <a:rect b="b" l="l" r="r" t="t"/>
                  <a:pathLst>
                    <a:path extrusionOk="0" h="2359" w="3919">
                      <a:moveTo>
                        <a:pt x="3604" y="1"/>
                      </a:moveTo>
                      <a:cubicBezTo>
                        <a:pt x="3580" y="1"/>
                        <a:pt x="3553" y="7"/>
                        <a:pt x="3521" y="22"/>
                      </a:cubicBezTo>
                      <a:lnTo>
                        <a:pt x="106" y="405"/>
                      </a:lnTo>
                      <a:cubicBezTo>
                        <a:pt x="54" y="405"/>
                        <a:pt x="1" y="458"/>
                        <a:pt x="1" y="511"/>
                      </a:cubicBezTo>
                      <a:lnTo>
                        <a:pt x="159" y="2232"/>
                      </a:lnTo>
                      <a:cubicBezTo>
                        <a:pt x="159" y="2309"/>
                        <a:pt x="223" y="2359"/>
                        <a:pt x="278" y="2359"/>
                      </a:cubicBezTo>
                      <a:cubicBezTo>
                        <a:pt x="298" y="2359"/>
                        <a:pt x="317" y="2352"/>
                        <a:pt x="331" y="2338"/>
                      </a:cubicBezTo>
                      <a:lnTo>
                        <a:pt x="3799" y="1954"/>
                      </a:lnTo>
                      <a:cubicBezTo>
                        <a:pt x="3852" y="1954"/>
                        <a:pt x="3918" y="1901"/>
                        <a:pt x="3918" y="1782"/>
                      </a:cubicBezTo>
                      <a:lnTo>
                        <a:pt x="3746" y="127"/>
                      </a:lnTo>
                      <a:cubicBezTo>
                        <a:pt x="3707" y="50"/>
                        <a:pt x="3669" y="1"/>
                        <a:pt x="36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3"/>
                <p:cNvSpPr/>
                <p:nvPr/>
              </p:nvSpPr>
              <p:spPr>
                <a:xfrm rot="42017">
                  <a:off x="890069" y="2899461"/>
                  <a:ext cx="110711" cy="39598"/>
                </a:xfrm>
                <a:custGeom>
                  <a:rect b="b" l="l" r="r" t="t"/>
                  <a:pathLst>
                    <a:path extrusionOk="0" h="1398" w="3866">
                      <a:moveTo>
                        <a:pt x="3746" y="0"/>
                      </a:moveTo>
                      <a:lnTo>
                        <a:pt x="1" y="437"/>
                      </a:lnTo>
                      <a:lnTo>
                        <a:pt x="106" y="1271"/>
                      </a:lnTo>
                      <a:cubicBezTo>
                        <a:pt x="106" y="1348"/>
                        <a:pt x="170" y="1398"/>
                        <a:pt x="225" y="1398"/>
                      </a:cubicBezTo>
                      <a:cubicBezTo>
                        <a:pt x="245" y="1398"/>
                        <a:pt x="264" y="1391"/>
                        <a:pt x="278" y="1377"/>
                      </a:cubicBezTo>
                      <a:lnTo>
                        <a:pt x="3746" y="993"/>
                      </a:lnTo>
                      <a:cubicBezTo>
                        <a:pt x="3799" y="993"/>
                        <a:pt x="3865" y="940"/>
                        <a:pt x="3865" y="821"/>
                      </a:cubicBezTo>
                      <a:lnTo>
                        <a:pt x="3746" y="0"/>
                      </a:lnTo>
                      <a:close/>
                    </a:path>
                  </a:pathLst>
                </a:custGeom>
                <a:solidFill>
                  <a:srgbClr val="CCC4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3"/>
                <p:cNvSpPr/>
                <p:nvPr/>
              </p:nvSpPr>
              <p:spPr>
                <a:xfrm>
                  <a:off x="959043" y="3254990"/>
                  <a:ext cx="122987" cy="124092"/>
                </a:xfrm>
                <a:custGeom>
                  <a:rect b="b" l="l" r="r" t="t"/>
                  <a:pathLst>
                    <a:path extrusionOk="0" h="4381" w="4342">
                      <a:moveTo>
                        <a:pt x="2635" y="1"/>
                      </a:moveTo>
                      <a:lnTo>
                        <a:pt x="107" y="3085"/>
                      </a:lnTo>
                      <a:cubicBezTo>
                        <a:pt x="0" y="3839"/>
                        <a:pt x="1571" y="4380"/>
                        <a:pt x="2831" y="4380"/>
                      </a:cubicBezTo>
                      <a:cubicBezTo>
                        <a:pt x="3605" y="4380"/>
                        <a:pt x="4261" y="4177"/>
                        <a:pt x="4342" y="3693"/>
                      </a:cubicBezTo>
                      <a:lnTo>
                        <a:pt x="2635" y="1"/>
                      </a:lnTo>
                      <a:close/>
                    </a:path>
                  </a:pathLst>
                </a:custGeom>
                <a:solidFill>
                  <a:srgbClr val="F9A9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3"/>
                <p:cNvSpPr/>
                <p:nvPr/>
              </p:nvSpPr>
              <p:spPr>
                <a:xfrm>
                  <a:off x="962045" y="2922076"/>
                  <a:ext cx="182611" cy="437536"/>
                </a:xfrm>
                <a:custGeom>
                  <a:rect b="b" l="l" r="r" t="t"/>
                  <a:pathLst>
                    <a:path extrusionOk="0" h="15447" w="6447">
                      <a:moveTo>
                        <a:pt x="2198" y="1"/>
                      </a:moveTo>
                      <a:lnTo>
                        <a:pt x="1" y="14785"/>
                      </a:lnTo>
                      <a:lnTo>
                        <a:pt x="4236" y="15446"/>
                      </a:lnTo>
                      <a:lnTo>
                        <a:pt x="6446" y="610"/>
                      </a:lnTo>
                      <a:lnTo>
                        <a:pt x="2198" y="1"/>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3"/>
                <p:cNvSpPr/>
                <p:nvPr/>
              </p:nvSpPr>
              <p:spPr>
                <a:xfrm>
                  <a:off x="1019773" y="2929951"/>
                  <a:ext cx="124885" cy="429662"/>
                </a:xfrm>
                <a:custGeom>
                  <a:rect b="b" l="l" r="r" t="t"/>
                  <a:pathLst>
                    <a:path extrusionOk="0" h="15169" w="4409">
                      <a:moveTo>
                        <a:pt x="2198" y="1"/>
                      </a:moveTo>
                      <a:lnTo>
                        <a:pt x="1" y="14838"/>
                      </a:lnTo>
                      <a:lnTo>
                        <a:pt x="2198" y="15168"/>
                      </a:lnTo>
                      <a:lnTo>
                        <a:pt x="4408" y="332"/>
                      </a:lnTo>
                      <a:lnTo>
                        <a:pt x="2198" y="1"/>
                      </a:lnTo>
                      <a:close/>
                    </a:path>
                  </a:pathLst>
                </a:custGeom>
                <a:solidFill>
                  <a:srgbClr val="1F8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3"/>
                <p:cNvSpPr/>
                <p:nvPr/>
              </p:nvSpPr>
              <p:spPr>
                <a:xfrm>
                  <a:off x="1021501" y="2834747"/>
                  <a:ext cx="123157" cy="124063"/>
                </a:xfrm>
                <a:custGeom>
                  <a:rect b="b" l="l" r="r" t="t"/>
                  <a:pathLst>
                    <a:path extrusionOk="0" h="4380" w="4348">
                      <a:moveTo>
                        <a:pt x="2587" y="0"/>
                      </a:moveTo>
                      <a:lnTo>
                        <a:pt x="99" y="3084"/>
                      </a:lnTo>
                      <a:cubicBezTo>
                        <a:pt x="0" y="3839"/>
                        <a:pt x="1569" y="4380"/>
                        <a:pt x="2830" y="4380"/>
                      </a:cubicBezTo>
                      <a:cubicBezTo>
                        <a:pt x="3604" y="4380"/>
                        <a:pt x="4262" y="4176"/>
                        <a:pt x="4347" y="3693"/>
                      </a:cubicBezTo>
                      <a:lnTo>
                        <a:pt x="2587" y="0"/>
                      </a:ln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3"/>
                <p:cNvSpPr/>
                <p:nvPr/>
              </p:nvSpPr>
              <p:spPr>
                <a:xfrm>
                  <a:off x="1071156" y="2834137"/>
                  <a:ext cx="40873" cy="39598"/>
                </a:xfrm>
                <a:custGeom>
                  <a:rect b="b" l="l" r="r" t="t"/>
                  <a:pathLst>
                    <a:path extrusionOk="0" h="1398" w="1443">
                      <a:moveTo>
                        <a:pt x="834" y="0"/>
                      </a:moveTo>
                      <a:lnTo>
                        <a:pt x="0" y="1046"/>
                      </a:lnTo>
                      <a:cubicBezTo>
                        <a:pt x="172" y="1218"/>
                        <a:pt x="384" y="1324"/>
                        <a:pt x="662" y="1377"/>
                      </a:cubicBezTo>
                      <a:cubicBezTo>
                        <a:pt x="736" y="1391"/>
                        <a:pt x="811" y="1397"/>
                        <a:pt x="884" y="1397"/>
                      </a:cubicBezTo>
                      <a:cubicBezTo>
                        <a:pt x="1085" y="1397"/>
                        <a:pt x="1278" y="1348"/>
                        <a:pt x="1443" y="1271"/>
                      </a:cubicBezTo>
                      <a:lnTo>
                        <a:pt x="834" y="0"/>
                      </a:ln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3"/>
                <p:cNvSpPr/>
                <p:nvPr/>
              </p:nvSpPr>
              <p:spPr>
                <a:xfrm>
                  <a:off x="761866" y="3078407"/>
                  <a:ext cx="398533" cy="493761"/>
                </a:xfrm>
                <a:custGeom>
                  <a:rect b="b" l="l" r="r" t="t"/>
                  <a:pathLst>
                    <a:path extrusionOk="0" h="17432" w="14070">
                      <a:moveTo>
                        <a:pt x="0" y="1"/>
                      </a:moveTo>
                      <a:lnTo>
                        <a:pt x="0" y="13726"/>
                      </a:lnTo>
                      <a:cubicBezTo>
                        <a:pt x="0" y="15777"/>
                        <a:pt x="1377" y="17432"/>
                        <a:pt x="3097" y="17432"/>
                      </a:cubicBezTo>
                      <a:lnTo>
                        <a:pt x="10972" y="17432"/>
                      </a:lnTo>
                      <a:cubicBezTo>
                        <a:pt x="12693" y="17432"/>
                        <a:pt x="14069" y="15777"/>
                        <a:pt x="14069" y="13726"/>
                      </a:cubicBezTo>
                      <a:lnTo>
                        <a:pt x="14069" y="1"/>
                      </a:ln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3"/>
                <p:cNvSpPr/>
                <p:nvPr/>
              </p:nvSpPr>
              <p:spPr>
                <a:xfrm>
                  <a:off x="780590" y="3078407"/>
                  <a:ext cx="379810" cy="493761"/>
                </a:xfrm>
                <a:custGeom>
                  <a:rect b="b" l="l" r="r" t="t"/>
                  <a:pathLst>
                    <a:path extrusionOk="0" h="17432" w="13409">
                      <a:moveTo>
                        <a:pt x="11701" y="1"/>
                      </a:moveTo>
                      <a:lnTo>
                        <a:pt x="11701" y="12469"/>
                      </a:lnTo>
                      <a:cubicBezTo>
                        <a:pt x="11701" y="14507"/>
                        <a:pt x="10258" y="16161"/>
                        <a:pt x="8551" y="16161"/>
                      </a:cubicBezTo>
                      <a:lnTo>
                        <a:pt x="716" y="16161"/>
                      </a:lnTo>
                      <a:cubicBezTo>
                        <a:pt x="451" y="16161"/>
                        <a:pt x="226" y="16108"/>
                        <a:pt x="1" y="16042"/>
                      </a:cubicBezTo>
                      <a:lnTo>
                        <a:pt x="1" y="16042"/>
                      </a:lnTo>
                      <a:cubicBezTo>
                        <a:pt x="557" y="16876"/>
                        <a:pt x="1443" y="17432"/>
                        <a:pt x="2436" y="17432"/>
                      </a:cubicBezTo>
                      <a:lnTo>
                        <a:pt x="10311" y="17432"/>
                      </a:lnTo>
                      <a:cubicBezTo>
                        <a:pt x="12032" y="17432"/>
                        <a:pt x="13408" y="15777"/>
                        <a:pt x="13408" y="13726"/>
                      </a:cubicBezTo>
                      <a:lnTo>
                        <a:pt x="13408" y="1"/>
                      </a:ln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3"/>
                <p:cNvSpPr/>
                <p:nvPr/>
              </p:nvSpPr>
              <p:spPr>
                <a:xfrm>
                  <a:off x="810218" y="3186017"/>
                  <a:ext cx="236202" cy="251583"/>
                </a:xfrm>
                <a:custGeom>
                  <a:rect b="b" l="l" r="r" t="t"/>
                  <a:pathLst>
                    <a:path extrusionOk="0" h="8882" w="8339">
                      <a:moveTo>
                        <a:pt x="4196" y="1"/>
                      </a:moveTo>
                      <a:cubicBezTo>
                        <a:pt x="1880" y="1"/>
                        <a:pt x="0" y="1986"/>
                        <a:pt x="0" y="4421"/>
                      </a:cubicBezTo>
                      <a:cubicBezTo>
                        <a:pt x="0" y="6896"/>
                        <a:pt x="1880" y="8881"/>
                        <a:pt x="4196" y="8881"/>
                      </a:cubicBezTo>
                      <a:cubicBezTo>
                        <a:pt x="6459" y="8881"/>
                        <a:pt x="8339" y="6896"/>
                        <a:pt x="8339" y="4421"/>
                      </a:cubicBezTo>
                      <a:cubicBezTo>
                        <a:pt x="8339" y="1986"/>
                        <a:pt x="6459" y="1"/>
                        <a:pt x="419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3"/>
                <p:cNvSpPr/>
                <p:nvPr/>
              </p:nvSpPr>
              <p:spPr>
                <a:xfrm>
                  <a:off x="1293090" y="3219016"/>
                  <a:ext cx="218584" cy="220085"/>
                </a:xfrm>
                <a:custGeom>
                  <a:rect b="b" l="l" r="r" t="t"/>
                  <a:pathLst>
                    <a:path extrusionOk="0" h="7770" w="7717">
                      <a:moveTo>
                        <a:pt x="3865" y="1430"/>
                      </a:moveTo>
                      <a:cubicBezTo>
                        <a:pt x="5189" y="1430"/>
                        <a:pt x="6287" y="2541"/>
                        <a:pt x="6287" y="3865"/>
                      </a:cubicBezTo>
                      <a:cubicBezTo>
                        <a:pt x="6287" y="5241"/>
                        <a:pt x="5189" y="6287"/>
                        <a:pt x="3865" y="6287"/>
                      </a:cubicBezTo>
                      <a:cubicBezTo>
                        <a:pt x="2542" y="6287"/>
                        <a:pt x="1430" y="5241"/>
                        <a:pt x="1430" y="3865"/>
                      </a:cubicBezTo>
                      <a:cubicBezTo>
                        <a:pt x="1430" y="2541"/>
                        <a:pt x="2542" y="1430"/>
                        <a:pt x="3865" y="1430"/>
                      </a:cubicBezTo>
                      <a:close/>
                      <a:moveTo>
                        <a:pt x="3865" y="0"/>
                      </a:moveTo>
                      <a:cubicBezTo>
                        <a:pt x="1708" y="0"/>
                        <a:pt x="0" y="1708"/>
                        <a:pt x="0" y="3865"/>
                      </a:cubicBezTo>
                      <a:cubicBezTo>
                        <a:pt x="0" y="6009"/>
                        <a:pt x="1708" y="7769"/>
                        <a:pt x="3865" y="7769"/>
                      </a:cubicBezTo>
                      <a:cubicBezTo>
                        <a:pt x="6009" y="7769"/>
                        <a:pt x="7717" y="6009"/>
                        <a:pt x="7717" y="3865"/>
                      </a:cubicBezTo>
                      <a:cubicBezTo>
                        <a:pt x="7717" y="1708"/>
                        <a:pt x="6009" y="0"/>
                        <a:pt x="3865"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3"/>
                <p:cNvSpPr/>
                <p:nvPr/>
              </p:nvSpPr>
              <p:spPr>
                <a:xfrm>
                  <a:off x="1046400" y="3159787"/>
                  <a:ext cx="337436" cy="393661"/>
                </a:xfrm>
                <a:custGeom>
                  <a:rect b="b" l="l" r="r" t="t"/>
                  <a:pathLst>
                    <a:path extrusionOk="0" h="13898" w="11913">
                      <a:moveTo>
                        <a:pt x="1" y="0"/>
                      </a:moveTo>
                      <a:lnTo>
                        <a:pt x="1" y="10853"/>
                      </a:lnTo>
                      <a:cubicBezTo>
                        <a:pt x="1" y="12507"/>
                        <a:pt x="1205" y="13897"/>
                        <a:pt x="2648" y="13897"/>
                      </a:cubicBezTo>
                      <a:lnTo>
                        <a:pt x="9265" y="13897"/>
                      </a:lnTo>
                      <a:cubicBezTo>
                        <a:pt x="10695" y="13897"/>
                        <a:pt x="11912" y="12507"/>
                        <a:pt x="11912" y="10853"/>
                      </a:cubicBezTo>
                      <a:lnTo>
                        <a:pt x="1191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3"/>
                <p:cNvSpPr/>
                <p:nvPr/>
              </p:nvSpPr>
              <p:spPr>
                <a:xfrm>
                  <a:off x="1063282" y="3159787"/>
                  <a:ext cx="320554" cy="393661"/>
                </a:xfrm>
                <a:custGeom>
                  <a:rect b="b" l="l" r="r" t="t"/>
                  <a:pathLst>
                    <a:path extrusionOk="0" h="13898" w="11317">
                      <a:moveTo>
                        <a:pt x="9768" y="0"/>
                      </a:moveTo>
                      <a:lnTo>
                        <a:pt x="9768" y="9860"/>
                      </a:lnTo>
                      <a:cubicBezTo>
                        <a:pt x="9768" y="11462"/>
                        <a:pt x="8669" y="12785"/>
                        <a:pt x="7174" y="12785"/>
                      </a:cubicBezTo>
                      <a:lnTo>
                        <a:pt x="609" y="12785"/>
                      </a:lnTo>
                      <a:cubicBezTo>
                        <a:pt x="397" y="12785"/>
                        <a:pt x="172" y="12785"/>
                        <a:pt x="0" y="12732"/>
                      </a:cubicBezTo>
                      <a:lnTo>
                        <a:pt x="0" y="12732"/>
                      </a:lnTo>
                      <a:cubicBezTo>
                        <a:pt x="503" y="13394"/>
                        <a:pt x="1218" y="13897"/>
                        <a:pt x="2052" y="13897"/>
                      </a:cubicBezTo>
                      <a:lnTo>
                        <a:pt x="8669" y="13897"/>
                      </a:lnTo>
                      <a:cubicBezTo>
                        <a:pt x="10099" y="13897"/>
                        <a:pt x="11316" y="12507"/>
                        <a:pt x="11316" y="10853"/>
                      </a:cubicBezTo>
                      <a:lnTo>
                        <a:pt x="113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3" name="Google Shape;1133;p33"/>
                <p:cNvGrpSpPr/>
                <p:nvPr/>
              </p:nvGrpSpPr>
              <p:grpSpPr>
                <a:xfrm>
                  <a:off x="1121746" y="3308243"/>
                  <a:ext cx="164233" cy="80247"/>
                  <a:chOff x="2774143" y="4536556"/>
                  <a:chExt cx="320455" cy="156580"/>
                </a:xfrm>
              </p:grpSpPr>
              <p:sp>
                <p:nvSpPr>
                  <p:cNvPr id="1134" name="Google Shape;1134;p33"/>
                  <p:cNvSpPr/>
                  <p:nvPr/>
                </p:nvSpPr>
                <p:spPr>
                  <a:xfrm>
                    <a:off x="2774143" y="4562865"/>
                    <a:ext cx="112751" cy="98104"/>
                  </a:xfrm>
                  <a:custGeom>
                    <a:rect b="b" l="l" r="r" t="t"/>
                    <a:pathLst>
                      <a:path extrusionOk="0" h="1775" w="2040">
                        <a:moveTo>
                          <a:pt x="292" y="1"/>
                        </a:moveTo>
                        <a:cubicBezTo>
                          <a:pt x="173" y="1"/>
                          <a:pt x="94" y="14"/>
                          <a:pt x="67" y="27"/>
                        </a:cubicBezTo>
                        <a:cubicBezTo>
                          <a:pt x="27" y="40"/>
                          <a:pt x="1" y="67"/>
                          <a:pt x="1" y="107"/>
                        </a:cubicBezTo>
                        <a:cubicBezTo>
                          <a:pt x="1" y="146"/>
                          <a:pt x="27" y="173"/>
                          <a:pt x="54" y="186"/>
                        </a:cubicBezTo>
                        <a:cubicBezTo>
                          <a:pt x="94" y="199"/>
                          <a:pt x="147" y="212"/>
                          <a:pt x="226" y="212"/>
                        </a:cubicBezTo>
                        <a:cubicBezTo>
                          <a:pt x="279" y="226"/>
                          <a:pt x="319" y="239"/>
                          <a:pt x="345" y="252"/>
                        </a:cubicBezTo>
                        <a:cubicBezTo>
                          <a:pt x="385" y="265"/>
                          <a:pt x="411" y="292"/>
                          <a:pt x="451" y="358"/>
                        </a:cubicBezTo>
                        <a:lnTo>
                          <a:pt x="835" y="887"/>
                        </a:lnTo>
                        <a:lnTo>
                          <a:pt x="782" y="967"/>
                        </a:lnTo>
                        <a:lnTo>
                          <a:pt x="729" y="1033"/>
                        </a:lnTo>
                        <a:lnTo>
                          <a:pt x="636" y="1165"/>
                        </a:lnTo>
                        <a:cubicBezTo>
                          <a:pt x="597" y="1205"/>
                          <a:pt x="544" y="1271"/>
                          <a:pt x="477" y="1364"/>
                        </a:cubicBezTo>
                        <a:cubicBezTo>
                          <a:pt x="464" y="1390"/>
                          <a:pt x="438" y="1404"/>
                          <a:pt x="411" y="1417"/>
                        </a:cubicBezTo>
                        <a:cubicBezTo>
                          <a:pt x="385" y="1430"/>
                          <a:pt x="358" y="1443"/>
                          <a:pt x="319" y="1443"/>
                        </a:cubicBezTo>
                        <a:cubicBezTo>
                          <a:pt x="266" y="1443"/>
                          <a:pt x="213" y="1457"/>
                          <a:pt x="173" y="1470"/>
                        </a:cubicBezTo>
                        <a:cubicBezTo>
                          <a:pt x="120" y="1483"/>
                          <a:pt x="94" y="1509"/>
                          <a:pt x="94" y="1562"/>
                        </a:cubicBezTo>
                        <a:cubicBezTo>
                          <a:pt x="94" y="1576"/>
                          <a:pt x="94" y="1602"/>
                          <a:pt x="107" y="1615"/>
                        </a:cubicBezTo>
                        <a:cubicBezTo>
                          <a:pt x="120" y="1629"/>
                          <a:pt x="133" y="1642"/>
                          <a:pt x="147" y="1642"/>
                        </a:cubicBezTo>
                        <a:cubicBezTo>
                          <a:pt x="160" y="1655"/>
                          <a:pt x="186" y="1655"/>
                          <a:pt x="199" y="1668"/>
                        </a:cubicBezTo>
                        <a:lnTo>
                          <a:pt x="385" y="1668"/>
                        </a:lnTo>
                        <a:cubicBezTo>
                          <a:pt x="438" y="1655"/>
                          <a:pt x="491" y="1655"/>
                          <a:pt x="544" y="1655"/>
                        </a:cubicBezTo>
                        <a:cubicBezTo>
                          <a:pt x="570" y="1655"/>
                          <a:pt x="597" y="1655"/>
                          <a:pt x="623" y="1668"/>
                        </a:cubicBezTo>
                        <a:lnTo>
                          <a:pt x="822" y="1668"/>
                        </a:lnTo>
                        <a:cubicBezTo>
                          <a:pt x="848" y="1668"/>
                          <a:pt x="888" y="1655"/>
                          <a:pt x="927" y="1655"/>
                        </a:cubicBezTo>
                        <a:cubicBezTo>
                          <a:pt x="954" y="1642"/>
                          <a:pt x="980" y="1615"/>
                          <a:pt x="980" y="1562"/>
                        </a:cubicBezTo>
                        <a:cubicBezTo>
                          <a:pt x="980" y="1549"/>
                          <a:pt x="967" y="1536"/>
                          <a:pt x="954" y="1509"/>
                        </a:cubicBezTo>
                        <a:cubicBezTo>
                          <a:pt x="927" y="1483"/>
                          <a:pt x="874" y="1470"/>
                          <a:pt x="808" y="1470"/>
                        </a:cubicBezTo>
                        <a:cubicBezTo>
                          <a:pt x="769" y="1470"/>
                          <a:pt x="755" y="1470"/>
                          <a:pt x="742" y="1457"/>
                        </a:cubicBezTo>
                        <a:cubicBezTo>
                          <a:pt x="742" y="1457"/>
                          <a:pt x="729" y="1443"/>
                          <a:pt x="729" y="1430"/>
                        </a:cubicBezTo>
                        <a:cubicBezTo>
                          <a:pt x="729" y="1417"/>
                          <a:pt x="742" y="1404"/>
                          <a:pt x="755" y="1377"/>
                        </a:cubicBezTo>
                        <a:cubicBezTo>
                          <a:pt x="782" y="1351"/>
                          <a:pt x="795" y="1324"/>
                          <a:pt x="808" y="1311"/>
                        </a:cubicBezTo>
                        <a:cubicBezTo>
                          <a:pt x="835" y="1271"/>
                          <a:pt x="861" y="1245"/>
                          <a:pt x="888" y="1218"/>
                        </a:cubicBezTo>
                        <a:cubicBezTo>
                          <a:pt x="901" y="1179"/>
                          <a:pt x="941" y="1139"/>
                          <a:pt x="980" y="1086"/>
                        </a:cubicBezTo>
                        <a:cubicBezTo>
                          <a:pt x="1007" y="1126"/>
                          <a:pt x="1047" y="1165"/>
                          <a:pt x="1086" y="1218"/>
                        </a:cubicBezTo>
                        <a:cubicBezTo>
                          <a:pt x="1113" y="1258"/>
                          <a:pt x="1152" y="1298"/>
                          <a:pt x="1179" y="1337"/>
                        </a:cubicBezTo>
                        <a:cubicBezTo>
                          <a:pt x="1205" y="1377"/>
                          <a:pt x="1219" y="1417"/>
                          <a:pt x="1245" y="1457"/>
                        </a:cubicBezTo>
                        <a:cubicBezTo>
                          <a:pt x="1258" y="1483"/>
                          <a:pt x="1272" y="1496"/>
                          <a:pt x="1272" y="1509"/>
                        </a:cubicBezTo>
                        <a:cubicBezTo>
                          <a:pt x="1272" y="1536"/>
                          <a:pt x="1258" y="1549"/>
                          <a:pt x="1258" y="1549"/>
                        </a:cubicBezTo>
                        <a:lnTo>
                          <a:pt x="1205" y="1562"/>
                        </a:lnTo>
                        <a:cubicBezTo>
                          <a:pt x="1179" y="1576"/>
                          <a:pt x="1166" y="1589"/>
                          <a:pt x="1152" y="1602"/>
                        </a:cubicBezTo>
                        <a:cubicBezTo>
                          <a:pt x="1152" y="1629"/>
                          <a:pt x="1152" y="1642"/>
                          <a:pt x="1152" y="1655"/>
                        </a:cubicBezTo>
                        <a:cubicBezTo>
                          <a:pt x="1152" y="1682"/>
                          <a:pt x="1166" y="1708"/>
                          <a:pt x="1179" y="1734"/>
                        </a:cubicBezTo>
                        <a:cubicBezTo>
                          <a:pt x="1219" y="1761"/>
                          <a:pt x="1258" y="1774"/>
                          <a:pt x="1324" y="1774"/>
                        </a:cubicBezTo>
                        <a:cubicBezTo>
                          <a:pt x="1364" y="1774"/>
                          <a:pt x="1404" y="1774"/>
                          <a:pt x="1444" y="1761"/>
                        </a:cubicBezTo>
                        <a:lnTo>
                          <a:pt x="1708" y="1761"/>
                        </a:lnTo>
                        <a:cubicBezTo>
                          <a:pt x="1761" y="1774"/>
                          <a:pt x="1814" y="1774"/>
                          <a:pt x="1867" y="1774"/>
                        </a:cubicBezTo>
                        <a:cubicBezTo>
                          <a:pt x="1907" y="1774"/>
                          <a:pt x="1947" y="1761"/>
                          <a:pt x="1986" y="1761"/>
                        </a:cubicBezTo>
                        <a:cubicBezTo>
                          <a:pt x="2013" y="1748"/>
                          <a:pt x="2039" y="1721"/>
                          <a:pt x="2039" y="1668"/>
                        </a:cubicBezTo>
                        <a:cubicBezTo>
                          <a:pt x="2039" y="1642"/>
                          <a:pt x="2013" y="1615"/>
                          <a:pt x="1986" y="1602"/>
                        </a:cubicBezTo>
                        <a:cubicBezTo>
                          <a:pt x="1960" y="1589"/>
                          <a:pt x="1933" y="1576"/>
                          <a:pt x="1880" y="1576"/>
                        </a:cubicBezTo>
                        <a:lnTo>
                          <a:pt x="1774" y="1576"/>
                        </a:lnTo>
                        <a:cubicBezTo>
                          <a:pt x="1735" y="1562"/>
                          <a:pt x="1708" y="1562"/>
                          <a:pt x="1669" y="1549"/>
                        </a:cubicBezTo>
                        <a:cubicBezTo>
                          <a:pt x="1655" y="1536"/>
                          <a:pt x="1629" y="1536"/>
                          <a:pt x="1602" y="1509"/>
                        </a:cubicBezTo>
                        <a:cubicBezTo>
                          <a:pt x="1589" y="1496"/>
                          <a:pt x="1563" y="1457"/>
                          <a:pt x="1523" y="1417"/>
                        </a:cubicBezTo>
                        <a:cubicBezTo>
                          <a:pt x="1483" y="1364"/>
                          <a:pt x="1430" y="1298"/>
                          <a:pt x="1364" y="1218"/>
                        </a:cubicBezTo>
                        <a:cubicBezTo>
                          <a:pt x="1298" y="1126"/>
                          <a:pt x="1219" y="1020"/>
                          <a:pt x="1126" y="887"/>
                        </a:cubicBezTo>
                        <a:cubicBezTo>
                          <a:pt x="1179" y="808"/>
                          <a:pt x="1219" y="742"/>
                          <a:pt x="1272" y="676"/>
                        </a:cubicBezTo>
                        <a:cubicBezTo>
                          <a:pt x="1311" y="609"/>
                          <a:pt x="1364" y="543"/>
                          <a:pt x="1430" y="464"/>
                        </a:cubicBezTo>
                        <a:cubicBezTo>
                          <a:pt x="1470" y="424"/>
                          <a:pt x="1510" y="384"/>
                          <a:pt x="1549" y="371"/>
                        </a:cubicBezTo>
                        <a:cubicBezTo>
                          <a:pt x="1576" y="358"/>
                          <a:pt x="1629" y="345"/>
                          <a:pt x="1682" y="345"/>
                        </a:cubicBezTo>
                        <a:lnTo>
                          <a:pt x="1933" y="345"/>
                        </a:lnTo>
                        <a:cubicBezTo>
                          <a:pt x="1960" y="345"/>
                          <a:pt x="1986" y="332"/>
                          <a:pt x="1999" y="318"/>
                        </a:cubicBezTo>
                        <a:cubicBezTo>
                          <a:pt x="2013" y="292"/>
                          <a:pt x="2013" y="279"/>
                          <a:pt x="2013" y="252"/>
                        </a:cubicBezTo>
                        <a:cubicBezTo>
                          <a:pt x="2013" y="173"/>
                          <a:pt x="1986" y="133"/>
                          <a:pt x="1933" y="133"/>
                        </a:cubicBezTo>
                        <a:lnTo>
                          <a:pt x="1245" y="133"/>
                        </a:lnTo>
                        <a:cubicBezTo>
                          <a:pt x="1192" y="133"/>
                          <a:pt x="1152" y="146"/>
                          <a:pt x="1126" y="159"/>
                        </a:cubicBezTo>
                        <a:cubicBezTo>
                          <a:pt x="1086" y="186"/>
                          <a:pt x="1073" y="212"/>
                          <a:pt x="1073" y="252"/>
                        </a:cubicBezTo>
                        <a:cubicBezTo>
                          <a:pt x="1073" y="279"/>
                          <a:pt x="1086" y="305"/>
                          <a:pt x="1099" y="318"/>
                        </a:cubicBezTo>
                        <a:cubicBezTo>
                          <a:pt x="1126" y="332"/>
                          <a:pt x="1139" y="332"/>
                          <a:pt x="1152" y="345"/>
                        </a:cubicBezTo>
                        <a:cubicBezTo>
                          <a:pt x="1166" y="345"/>
                          <a:pt x="1179" y="358"/>
                          <a:pt x="1179" y="358"/>
                        </a:cubicBezTo>
                        <a:cubicBezTo>
                          <a:pt x="1179" y="371"/>
                          <a:pt x="1166" y="398"/>
                          <a:pt x="1139" y="437"/>
                        </a:cubicBezTo>
                        <a:cubicBezTo>
                          <a:pt x="1126" y="464"/>
                          <a:pt x="1099" y="504"/>
                          <a:pt x="1073" y="543"/>
                        </a:cubicBezTo>
                        <a:lnTo>
                          <a:pt x="980" y="689"/>
                        </a:lnTo>
                        <a:cubicBezTo>
                          <a:pt x="941" y="636"/>
                          <a:pt x="901" y="583"/>
                          <a:pt x="861" y="530"/>
                        </a:cubicBezTo>
                        <a:cubicBezTo>
                          <a:pt x="835" y="490"/>
                          <a:pt x="808" y="437"/>
                          <a:pt x="782" y="411"/>
                        </a:cubicBezTo>
                        <a:cubicBezTo>
                          <a:pt x="755" y="371"/>
                          <a:pt x="729" y="332"/>
                          <a:pt x="716" y="305"/>
                        </a:cubicBezTo>
                        <a:cubicBezTo>
                          <a:pt x="702" y="279"/>
                          <a:pt x="702" y="265"/>
                          <a:pt x="702" y="252"/>
                        </a:cubicBezTo>
                        <a:cubicBezTo>
                          <a:pt x="702" y="239"/>
                          <a:pt x="702" y="226"/>
                          <a:pt x="729" y="226"/>
                        </a:cubicBezTo>
                        <a:lnTo>
                          <a:pt x="808" y="226"/>
                        </a:lnTo>
                        <a:cubicBezTo>
                          <a:pt x="848" y="226"/>
                          <a:pt x="888" y="212"/>
                          <a:pt x="901" y="186"/>
                        </a:cubicBezTo>
                        <a:cubicBezTo>
                          <a:pt x="927" y="173"/>
                          <a:pt x="941" y="146"/>
                          <a:pt x="941" y="120"/>
                        </a:cubicBezTo>
                        <a:cubicBezTo>
                          <a:pt x="941" y="107"/>
                          <a:pt x="941" y="93"/>
                          <a:pt x="927" y="80"/>
                        </a:cubicBezTo>
                        <a:cubicBezTo>
                          <a:pt x="927" y="67"/>
                          <a:pt x="927" y="54"/>
                          <a:pt x="901" y="40"/>
                        </a:cubicBezTo>
                        <a:cubicBezTo>
                          <a:pt x="901" y="27"/>
                          <a:pt x="874" y="27"/>
                          <a:pt x="848" y="14"/>
                        </a:cubicBezTo>
                        <a:cubicBezTo>
                          <a:pt x="822" y="1"/>
                          <a:pt x="782" y="1"/>
                          <a:pt x="729"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3"/>
                  <p:cNvSpPr/>
                  <p:nvPr/>
                </p:nvSpPr>
                <p:spPr>
                  <a:xfrm>
                    <a:off x="2897782" y="4536556"/>
                    <a:ext cx="65882" cy="66600"/>
                  </a:xfrm>
                  <a:custGeom>
                    <a:rect b="b" l="l" r="r" t="t"/>
                    <a:pathLst>
                      <a:path extrusionOk="0" h="1205" w="1192">
                        <a:moveTo>
                          <a:pt x="596" y="0"/>
                        </a:moveTo>
                        <a:cubicBezTo>
                          <a:pt x="557" y="0"/>
                          <a:pt x="530" y="13"/>
                          <a:pt x="504" y="40"/>
                        </a:cubicBezTo>
                        <a:cubicBezTo>
                          <a:pt x="477" y="53"/>
                          <a:pt x="477" y="80"/>
                          <a:pt x="477" y="106"/>
                        </a:cubicBezTo>
                        <a:cubicBezTo>
                          <a:pt x="477" y="159"/>
                          <a:pt x="477" y="212"/>
                          <a:pt x="477" y="278"/>
                        </a:cubicBezTo>
                        <a:cubicBezTo>
                          <a:pt x="477" y="331"/>
                          <a:pt x="477" y="410"/>
                          <a:pt x="477" y="490"/>
                        </a:cubicBezTo>
                        <a:lnTo>
                          <a:pt x="93" y="490"/>
                        </a:lnTo>
                        <a:cubicBezTo>
                          <a:pt x="67" y="490"/>
                          <a:pt x="54" y="503"/>
                          <a:pt x="27" y="516"/>
                        </a:cubicBezTo>
                        <a:cubicBezTo>
                          <a:pt x="1" y="543"/>
                          <a:pt x="1" y="569"/>
                          <a:pt x="1" y="609"/>
                        </a:cubicBezTo>
                        <a:cubicBezTo>
                          <a:pt x="1" y="649"/>
                          <a:pt x="1" y="688"/>
                          <a:pt x="27" y="702"/>
                        </a:cubicBezTo>
                        <a:cubicBezTo>
                          <a:pt x="54" y="728"/>
                          <a:pt x="80" y="728"/>
                          <a:pt x="93" y="728"/>
                        </a:cubicBezTo>
                        <a:lnTo>
                          <a:pt x="252" y="728"/>
                        </a:lnTo>
                        <a:cubicBezTo>
                          <a:pt x="318" y="728"/>
                          <a:pt x="398" y="728"/>
                          <a:pt x="477" y="715"/>
                        </a:cubicBezTo>
                        <a:lnTo>
                          <a:pt x="477" y="715"/>
                        </a:lnTo>
                        <a:cubicBezTo>
                          <a:pt x="477" y="781"/>
                          <a:pt x="464" y="860"/>
                          <a:pt x="464" y="940"/>
                        </a:cubicBezTo>
                        <a:cubicBezTo>
                          <a:pt x="464" y="1006"/>
                          <a:pt x="464" y="1072"/>
                          <a:pt x="464" y="1112"/>
                        </a:cubicBezTo>
                        <a:cubicBezTo>
                          <a:pt x="464" y="1125"/>
                          <a:pt x="477" y="1152"/>
                          <a:pt x="490" y="1165"/>
                        </a:cubicBezTo>
                        <a:cubicBezTo>
                          <a:pt x="517" y="1191"/>
                          <a:pt x="543" y="1205"/>
                          <a:pt x="583" y="1205"/>
                        </a:cubicBezTo>
                        <a:cubicBezTo>
                          <a:pt x="636" y="1205"/>
                          <a:pt x="662" y="1191"/>
                          <a:pt x="689" y="1165"/>
                        </a:cubicBezTo>
                        <a:cubicBezTo>
                          <a:pt x="702" y="1138"/>
                          <a:pt x="715" y="1125"/>
                          <a:pt x="715" y="1112"/>
                        </a:cubicBezTo>
                        <a:lnTo>
                          <a:pt x="715" y="715"/>
                        </a:lnTo>
                        <a:lnTo>
                          <a:pt x="1086" y="715"/>
                        </a:lnTo>
                        <a:cubicBezTo>
                          <a:pt x="1112" y="715"/>
                          <a:pt x="1139" y="715"/>
                          <a:pt x="1165" y="688"/>
                        </a:cubicBezTo>
                        <a:cubicBezTo>
                          <a:pt x="1179" y="662"/>
                          <a:pt x="1192" y="635"/>
                          <a:pt x="1192" y="596"/>
                        </a:cubicBezTo>
                        <a:cubicBezTo>
                          <a:pt x="1192" y="543"/>
                          <a:pt x="1192" y="516"/>
                          <a:pt x="1165" y="503"/>
                        </a:cubicBezTo>
                        <a:cubicBezTo>
                          <a:pt x="1152" y="477"/>
                          <a:pt x="1139" y="477"/>
                          <a:pt x="1112" y="477"/>
                        </a:cubicBezTo>
                        <a:lnTo>
                          <a:pt x="940" y="477"/>
                        </a:lnTo>
                        <a:cubicBezTo>
                          <a:pt x="874" y="490"/>
                          <a:pt x="808" y="490"/>
                          <a:pt x="715" y="490"/>
                        </a:cubicBezTo>
                        <a:lnTo>
                          <a:pt x="715" y="278"/>
                        </a:lnTo>
                        <a:cubicBezTo>
                          <a:pt x="715" y="212"/>
                          <a:pt x="729" y="159"/>
                          <a:pt x="729" y="106"/>
                        </a:cubicBezTo>
                        <a:cubicBezTo>
                          <a:pt x="729" y="80"/>
                          <a:pt x="715" y="53"/>
                          <a:pt x="689" y="40"/>
                        </a:cubicBezTo>
                        <a:cubicBezTo>
                          <a:pt x="662" y="13"/>
                          <a:pt x="636" y="0"/>
                          <a:pt x="596"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3"/>
                  <p:cNvSpPr/>
                  <p:nvPr/>
                </p:nvSpPr>
                <p:spPr>
                  <a:xfrm>
                    <a:off x="2967311" y="4565794"/>
                    <a:ext cx="127287" cy="127342"/>
                  </a:xfrm>
                  <a:custGeom>
                    <a:rect b="b" l="l" r="r" t="t"/>
                    <a:pathLst>
                      <a:path extrusionOk="0" h="2304" w="2303">
                        <a:moveTo>
                          <a:pt x="225" y="1"/>
                        </a:moveTo>
                        <a:cubicBezTo>
                          <a:pt x="172" y="1"/>
                          <a:pt x="119" y="14"/>
                          <a:pt x="66" y="40"/>
                        </a:cubicBezTo>
                        <a:cubicBezTo>
                          <a:pt x="27" y="54"/>
                          <a:pt x="0" y="80"/>
                          <a:pt x="0" y="133"/>
                        </a:cubicBezTo>
                        <a:cubicBezTo>
                          <a:pt x="0" y="173"/>
                          <a:pt x="27" y="199"/>
                          <a:pt x="79" y="212"/>
                        </a:cubicBezTo>
                        <a:cubicBezTo>
                          <a:pt x="119" y="212"/>
                          <a:pt x="199" y="226"/>
                          <a:pt x="291" y="226"/>
                        </a:cubicBezTo>
                        <a:lnTo>
                          <a:pt x="371" y="226"/>
                        </a:lnTo>
                        <a:cubicBezTo>
                          <a:pt x="384" y="226"/>
                          <a:pt x="397" y="239"/>
                          <a:pt x="424" y="239"/>
                        </a:cubicBezTo>
                        <a:cubicBezTo>
                          <a:pt x="437" y="252"/>
                          <a:pt x="450" y="252"/>
                          <a:pt x="450" y="279"/>
                        </a:cubicBezTo>
                        <a:cubicBezTo>
                          <a:pt x="463" y="292"/>
                          <a:pt x="477" y="305"/>
                          <a:pt x="490" y="331"/>
                        </a:cubicBezTo>
                        <a:lnTo>
                          <a:pt x="1231" y="1655"/>
                        </a:lnTo>
                        <a:cubicBezTo>
                          <a:pt x="1191" y="1734"/>
                          <a:pt x="1165" y="1801"/>
                          <a:pt x="1125" y="1854"/>
                        </a:cubicBezTo>
                        <a:cubicBezTo>
                          <a:pt x="1099" y="1906"/>
                          <a:pt x="1059" y="1946"/>
                          <a:pt x="1019" y="1986"/>
                        </a:cubicBezTo>
                        <a:cubicBezTo>
                          <a:pt x="993" y="2012"/>
                          <a:pt x="953" y="2039"/>
                          <a:pt x="913" y="2065"/>
                        </a:cubicBezTo>
                        <a:cubicBezTo>
                          <a:pt x="874" y="2079"/>
                          <a:pt x="821" y="2092"/>
                          <a:pt x="781" y="2092"/>
                        </a:cubicBezTo>
                        <a:cubicBezTo>
                          <a:pt x="715" y="2092"/>
                          <a:pt x="649" y="2079"/>
                          <a:pt x="609" y="2039"/>
                        </a:cubicBezTo>
                        <a:cubicBezTo>
                          <a:pt x="556" y="2012"/>
                          <a:pt x="529" y="1973"/>
                          <a:pt x="529" y="1933"/>
                        </a:cubicBezTo>
                        <a:cubicBezTo>
                          <a:pt x="529" y="1906"/>
                          <a:pt x="543" y="1893"/>
                          <a:pt x="556" y="1867"/>
                        </a:cubicBezTo>
                        <a:cubicBezTo>
                          <a:pt x="556" y="1854"/>
                          <a:pt x="582" y="1840"/>
                          <a:pt x="609" y="1840"/>
                        </a:cubicBezTo>
                        <a:lnTo>
                          <a:pt x="649" y="1840"/>
                        </a:lnTo>
                        <a:cubicBezTo>
                          <a:pt x="662" y="1827"/>
                          <a:pt x="675" y="1827"/>
                          <a:pt x="702" y="1814"/>
                        </a:cubicBezTo>
                        <a:cubicBezTo>
                          <a:pt x="715" y="1814"/>
                          <a:pt x="728" y="1801"/>
                          <a:pt x="728" y="1787"/>
                        </a:cubicBezTo>
                        <a:cubicBezTo>
                          <a:pt x="741" y="1761"/>
                          <a:pt x="754" y="1748"/>
                          <a:pt x="754" y="1721"/>
                        </a:cubicBezTo>
                        <a:cubicBezTo>
                          <a:pt x="754" y="1681"/>
                          <a:pt x="728" y="1655"/>
                          <a:pt x="702" y="1629"/>
                        </a:cubicBezTo>
                        <a:cubicBezTo>
                          <a:pt x="675" y="1615"/>
                          <a:pt x="649" y="1602"/>
                          <a:pt x="609" y="1602"/>
                        </a:cubicBezTo>
                        <a:cubicBezTo>
                          <a:pt x="582" y="1602"/>
                          <a:pt x="543" y="1615"/>
                          <a:pt x="516" y="1629"/>
                        </a:cubicBezTo>
                        <a:cubicBezTo>
                          <a:pt x="477" y="1642"/>
                          <a:pt x="450" y="1655"/>
                          <a:pt x="424" y="1681"/>
                        </a:cubicBezTo>
                        <a:cubicBezTo>
                          <a:pt x="397" y="1708"/>
                          <a:pt x="371" y="1748"/>
                          <a:pt x="357" y="1787"/>
                        </a:cubicBezTo>
                        <a:cubicBezTo>
                          <a:pt x="344" y="1827"/>
                          <a:pt x="331" y="1880"/>
                          <a:pt x="331" y="1933"/>
                        </a:cubicBezTo>
                        <a:cubicBezTo>
                          <a:pt x="331" y="1986"/>
                          <a:pt x="344" y="2039"/>
                          <a:pt x="371" y="2092"/>
                        </a:cubicBezTo>
                        <a:cubicBezTo>
                          <a:pt x="397" y="2131"/>
                          <a:pt x="424" y="2171"/>
                          <a:pt x="463" y="2198"/>
                        </a:cubicBezTo>
                        <a:cubicBezTo>
                          <a:pt x="503" y="2237"/>
                          <a:pt x="543" y="2264"/>
                          <a:pt x="582" y="2277"/>
                        </a:cubicBezTo>
                        <a:cubicBezTo>
                          <a:pt x="635" y="2290"/>
                          <a:pt x="688" y="2304"/>
                          <a:pt x="741" y="2304"/>
                        </a:cubicBezTo>
                        <a:cubicBezTo>
                          <a:pt x="847" y="2304"/>
                          <a:pt x="927" y="2277"/>
                          <a:pt x="1006" y="2237"/>
                        </a:cubicBezTo>
                        <a:cubicBezTo>
                          <a:pt x="1085" y="2198"/>
                          <a:pt x="1165" y="2145"/>
                          <a:pt x="1244" y="2052"/>
                        </a:cubicBezTo>
                        <a:cubicBezTo>
                          <a:pt x="1297" y="1986"/>
                          <a:pt x="1350" y="1906"/>
                          <a:pt x="1403" y="1801"/>
                        </a:cubicBezTo>
                        <a:cubicBezTo>
                          <a:pt x="1443" y="1695"/>
                          <a:pt x="1496" y="1589"/>
                          <a:pt x="1535" y="1443"/>
                        </a:cubicBezTo>
                        <a:lnTo>
                          <a:pt x="1919" y="371"/>
                        </a:lnTo>
                        <a:cubicBezTo>
                          <a:pt x="1932" y="331"/>
                          <a:pt x="1959" y="305"/>
                          <a:pt x="1972" y="305"/>
                        </a:cubicBezTo>
                        <a:cubicBezTo>
                          <a:pt x="1999" y="292"/>
                          <a:pt x="2038" y="279"/>
                          <a:pt x="2091" y="279"/>
                        </a:cubicBezTo>
                        <a:cubicBezTo>
                          <a:pt x="2144" y="279"/>
                          <a:pt x="2197" y="265"/>
                          <a:pt x="2237" y="252"/>
                        </a:cubicBezTo>
                        <a:cubicBezTo>
                          <a:pt x="2277" y="252"/>
                          <a:pt x="2303" y="212"/>
                          <a:pt x="2303" y="173"/>
                        </a:cubicBezTo>
                        <a:cubicBezTo>
                          <a:pt x="2303" y="133"/>
                          <a:pt x="2277" y="106"/>
                          <a:pt x="2237" y="93"/>
                        </a:cubicBezTo>
                        <a:cubicBezTo>
                          <a:pt x="2197" y="80"/>
                          <a:pt x="2157" y="67"/>
                          <a:pt x="2091" y="67"/>
                        </a:cubicBezTo>
                        <a:lnTo>
                          <a:pt x="1469" y="67"/>
                        </a:lnTo>
                        <a:cubicBezTo>
                          <a:pt x="1403" y="67"/>
                          <a:pt x="1377" y="80"/>
                          <a:pt x="1350" y="93"/>
                        </a:cubicBezTo>
                        <a:cubicBezTo>
                          <a:pt x="1337" y="106"/>
                          <a:pt x="1337" y="133"/>
                          <a:pt x="1337" y="173"/>
                        </a:cubicBezTo>
                        <a:cubicBezTo>
                          <a:pt x="1337" y="199"/>
                          <a:pt x="1337" y="226"/>
                          <a:pt x="1363" y="252"/>
                        </a:cubicBezTo>
                        <a:cubicBezTo>
                          <a:pt x="1390" y="265"/>
                          <a:pt x="1443" y="279"/>
                          <a:pt x="1496" y="279"/>
                        </a:cubicBezTo>
                        <a:cubicBezTo>
                          <a:pt x="1562" y="279"/>
                          <a:pt x="1602" y="292"/>
                          <a:pt x="1615" y="305"/>
                        </a:cubicBezTo>
                        <a:cubicBezTo>
                          <a:pt x="1628" y="305"/>
                          <a:pt x="1641" y="318"/>
                          <a:pt x="1641" y="345"/>
                        </a:cubicBezTo>
                        <a:cubicBezTo>
                          <a:pt x="1641" y="384"/>
                          <a:pt x="1628" y="424"/>
                          <a:pt x="1615" y="490"/>
                        </a:cubicBezTo>
                        <a:lnTo>
                          <a:pt x="1324" y="1364"/>
                        </a:lnTo>
                        <a:lnTo>
                          <a:pt x="807" y="384"/>
                        </a:lnTo>
                        <a:cubicBezTo>
                          <a:pt x="794" y="358"/>
                          <a:pt x="794" y="331"/>
                          <a:pt x="781" y="318"/>
                        </a:cubicBezTo>
                        <a:cubicBezTo>
                          <a:pt x="781" y="292"/>
                          <a:pt x="781" y="279"/>
                          <a:pt x="781" y="265"/>
                        </a:cubicBezTo>
                        <a:cubicBezTo>
                          <a:pt x="781" y="239"/>
                          <a:pt x="781" y="226"/>
                          <a:pt x="781" y="226"/>
                        </a:cubicBezTo>
                        <a:cubicBezTo>
                          <a:pt x="794" y="226"/>
                          <a:pt x="807" y="212"/>
                          <a:pt x="821" y="212"/>
                        </a:cubicBezTo>
                        <a:cubicBezTo>
                          <a:pt x="874" y="212"/>
                          <a:pt x="900" y="199"/>
                          <a:pt x="927" y="186"/>
                        </a:cubicBezTo>
                        <a:cubicBezTo>
                          <a:pt x="940" y="159"/>
                          <a:pt x="953" y="133"/>
                          <a:pt x="953" y="106"/>
                        </a:cubicBezTo>
                        <a:cubicBezTo>
                          <a:pt x="953" y="80"/>
                          <a:pt x="940" y="54"/>
                          <a:pt x="913" y="40"/>
                        </a:cubicBezTo>
                        <a:cubicBezTo>
                          <a:pt x="900" y="14"/>
                          <a:pt x="860" y="1"/>
                          <a:pt x="794"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7" name="Google Shape;1137;p33"/>
              <p:cNvSpPr/>
              <p:nvPr/>
            </p:nvSpPr>
            <p:spPr>
              <a:xfrm>
                <a:off x="1877005" y="3547058"/>
                <a:ext cx="199861" cy="25124"/>
              </a:xfrm>
              <a:custGeom>
                <a:rect b="b" l="l" r="r" t="t"/>
                <a:pathLst>
                  <a:path extrusionOk="0" h="887" w="7056">
                    <a:moveTo>
                      <a:pt x="1" y="0"/>
                    </a:moveTo>
                    <a:lnTo>
                      <a:pt x="1" y="887"/>
                    </a:lnTo>
                    <a:lnTo>
                      <a:pt x="7055" y="887"/>
                    </a:lnTo>
                    <a:lnTo>
                      <a:pt x="7055" y="0"/>
                    </a:ln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38" name="Google Shape;1138;p33"/>
          <p:cNvGrpSpPr/>
          <p:nvPr/>
        </p:nvGrpSpPr>
        <p:grpSpPr>
          <a:xfrm>
            <a:off x="1517502" y="4056065"/>
            <a:ext cx="675314" cy="304797"/>
            <a:chOff x="4763863" y="259761"/>
            <a:chExt cx="766705" cy="346045"/>
          </a:xfrm>
        </p:grpSpPr>
        <p:sp>
          <p:nvSpPr>
            <p:cNvPr id="1139" name="Google Shape;1139;p33"/>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3"/>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3"/>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3"/>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3" name="Google Shape;1143;p33"/>
          <p:cNvGrpSpPr/>
          <p:nvPr/>
        </p:nvGrpSpPr>
        <p:grpSpPr>
          <a:xfrm>
            <a:off x="1775354" y="977195"/>
            <a:ext cx="721026" cy="252610"/>
            <a:chOff x="2109963" y="768908"/>
            <a:chExt cx="818604" cy="286796"/>
          </a:xfrm>
        </p:grpSpPr>
        <p:sp>
          <p:nvSpPr>
            <p:cNvPr id="1144" name="Google Shape;1144;p33"/>
            <p:cNvSpPr/>
            <p:nvPr/>
          </p:nvSpPr>
          <p:spPr>
            <a:xfrm>
              <a:off x="2109963" y="768908"/>
              <a:ext cx="177804" cy="286796"/>
            </a:xfrm>
            <a:custGeom>
              <a:rect b="b" l="l" r="r" t="t"/>
              <a:pathLst>
                <a:path extrusionOk="0" h="5189" w="3217">
                  <a:moveTo>
                    <a:pt x="1668" y="0"/>
                  </a:moveTo>
                  <a:cubicBezTo>
                    <a:pt x="1416" y="0"/>
                    <a:pt x="1191" y="53"/>
                    <a:pt x="1006" y="146"/>
                  </a:cubicBezTo>
                  <a:cubicBezTo>
                    <a:pt x="808" y="252"/>
                    <a:pt x="649" y="371"/>
                    <a:pt x="516" y="516"/>
                  </a:cubicBezTo>
                  <a:cubicBezTo>
                    <a:pt x="384" y="649"/>
                    <a:pt x="278" y="808"/>
                    <a:pt x="212" y="953"/>
                  </a:cubicBezTo>
                  <a:cubicBezTo>
                    <a:pt x="146" y="1099"/>
                    <a:pt x="106" y="1231"/>
                    <a:pt x="106" y="1324"/>
                  </a:cubicBezTo>
                  <a:cubicBezTo>
                    <a:pt x="106" y="1337"/>
                    <a:pt x="119" y="1363"/>
                    <a:pt x="119" y="1416"/>
                  </a:cubicBezTo>
                  <a:cubicBezTo>
                    <a:pt x="119" y="1456"/>
                    <a:pt x="133" y="1496"/>
                    <a:pt x="146" y="1535"/>
                  </a:cubicBezTo>
                  <a:cubicBezTo>
                    <a:pt x="172" y="1575"/>
                    <a:pt x="199" y="1615"/>
                    <a:pt x="239" y="1655"/>
                  </a:cubicBezTo>
                  <a:cubicBezTo>
                    <a:pt x="278" y="1681"/>
                    <a:pt x="331" y="1694"/>
                    <a:pt x="397" y="1694"/>
                  </a:cubicBezTo>
                  <a:cubicBezTo>
                    <a:pt x="503" y="1694"/>
                    <a:pt x="583" y="1668"/>
                    <a:pt x="649" y="1615"/>
                  </a:cubicBezTo>
                  <a:cubicBezTo>
                    <a:pt x="715" y="1562"/>
                    <a:pt x="741" y="1496"/>
                    <a:pt x="741" y="1416"/>
                  </a:cubicBezTo>
                  <a:cubicBezTo>
                    <a:pt x="741" y="1377"/>
                    <a:pt x="728" y="1337"/>
                    <a:pt x="715" y="1324"/>
                  </a:cubicBezTo>
                  <a:cubicBezTo>
                    <a:pt x="702" y="1284"/>
                    <a:pt x="689" y="1271"/>
                    <a:pt x="662" y="1244"/>
                  </a:cubicBezTo>
                  <a:lnTo>
                    <a:pt x="622" y="1178"/>
                  </a:lnTo>
                  <a:cubicBezTo>
                    <a:pt x="609" y="1152"/>
                    <a:pt x="596" y="1125"/>
                    <a:pt x="596" y="1099"/>
                  </a:cubicBezTo>
                  <a:cubicBezTo>
                    <a:pt x="596" y="1072"/>
                    <a:pt x="622" y="1019"/>
                    <a:pt x="662" y="940"/>
                  </a:cubicBezTo>
                  <a:cubicBezTo>
                    <a:pt x="715" y="847"/>
                    <a:pt x="781" y="768"/>
                    <a:pt x="874" y="688"/>
                  </a:cubicBezTo>
                  <a:cubicBezTo>
                    <a:pt x="953" y="609"/>
                    <a:pt x="1059" y="530"/>
                    <a:pt x="1191" y="477"/>
                  </a:cubicBezTo>
                  <a:cubicBezTo>
                    <a:pt x="1311" y="410"/>
                    <a:pt x="1456" y="371"/>
                    <a:pt x="1602" y="371"/>
                  </a:cubicBezTo>
                  <a:cubicBezTo>
                    <a:pt x="1761" y="371"/>
                    <a:pt x="1906" y="397"/>
                    <a:pt x="2012" y="463"/>
                  </a:cubicBezTo>
                  <a:cubicBezTo>
                    <a:pt x="2131" y="516"/>
                    <a:pt x="2224" y="583"/>
                    <a:pt x="2290" y="675"/>
                  </a:cubicBezTo>
                  <a:cubicBezTo>
                    <a:pt x="2356" y="755"/>
                    <a:pt x="2409" y="847"/>
                    <a:pt x="2436" y="953"/>
                  </a:cubicBezTo>
                  <a:cubicBezTo>
                    <a:pt x="2462" y="1059"/>
                    <a:pt x="2489" y="1152"/>
                    <a:pt x="2489" y="1244"/>
                  </a:cubicBezTo>
                  <a:cubicBezTo>
                    <a:pt x="2489" y="1456"/>
                    <a:pt x="2449" y="1668"/>
                    <a:pt x="2369" y="1893"/>
                  </a:cubicBezTo>
                  <a:cubicBezTo>
                    <a:pt x="2290" y="2131"/>
                    <a:pt x="2184" y="2356"/>
                    <a:pt x="2065" y="2594"/>
                  </a:cubicBezTo>
                  <a:cubicBezTo>
                    <a:pt x="1946" y="2819"/>
                    <a:pt x="1800" y="3044"/>
                    <a:pt x="1628" y="3283"/>
                  </a:cubicBezTo>
                  <a:cubicBezTo>
                    <a:pt x="1469" y="3508"/>
                    <a:pt x="1297" y="3719"/>
                    <a:pt x="1125" y="3918"/>
                  </a:cubicBezTo>
                  <a:cubicBezTo>
                    <a:pt x="953" y="4116"/>
                    <a:pt x="781" y="4302"/>
                    <a:pt x="609" y="4474"/>
                  </a:cubicBezTo>
                  <a:cubicBezTo>
                    <a:pt x="437" y="4633"/>
                    <a:pt x="278" y="4778"/>
                    <a:pt x="133" y="4884"/>
                  </a:cubicBezTo>
                  <a:cubicBezTo>
                    <a:pt x="93" y="4910"/>
                    <a:pt x="66" y="4937"/>
                    <a:pt x="40" y="4963"/>
                  </a:cubicBezTo>
                  <a:cubicBezTo>
                    <a:pt x="14" y="4977"/>
                    <a:pt x="0" y="5003"/>
                    <a:pt x="0" y="5043"/>
                  </a:cubicBezTo>
                  <a:cubicBezTo>
                    <a:pt x="0" y="5069"/>
                    <a:pt x="14" y="5109"/>
                    <a:pt x="40" y="5135"/>
                  </a:cubicBezTo>
                  <a:cubicBezTo>
                    <a:pt x="66" y="5175"/>
                    <a:pt x="119" y="5188"/>
                    <a:pt x="186" y="5188"/>
                  </a:cubicBezTo>
                  <a:cubicBezTo>
                    <a:pt x="239" y="5188"/>
                    <a:pt x="291" y="5188"/>
                    <a:pt x="344" y="5162"/>
                  </a:cubicBezTo>
                  <a:cubicBezTo>
                    <a:pt x="384" y="5149"/>
                    <a:pt x="424" y="5122"/>
                    <a:pt x="437" y="5109"/>
                  </a:cubicBezTo>
                  <a:lnTo>
                    <a:pt x="1509" y="5109"/>
                  </a:lnTo>
                  <a:cubicBezTo>
                    <a:pt x="1641" y="5109"/>
                    <a:pt x="1761" y="5122"/>
                    <a:pt x="1893" y="5122"/>
                  </a:cubicBezTo>
                  <a:lnTo>
                    <a:pt x="2674" y="5122"/>
                  </a:lnTo>
                  <a:cubicBezTo>
                    <a:pt x="2700" y="5122"/>
                    <a:pt x="2727" y="5122"/>
                    <a:pt x="2766" y="5096"/>
                  </a:cubicBezTo>
                  <a:cubicBezTo>
                    <a:pt x="2806" y="5069"/>
                    <a:pt x="2833" y="5043"/>
                    <a:pt x="2859" y="4990"/>
                  </a:cubicBezTo>
                  <a:cubicBezTo>
                    <a:pt x="2978" y="4791"/>
                    <a:pt x="3058" y="4646"/>
                    <a:pt x="3124" y="4553"/>
                  </a:cubicBezTo>
                  <a:cubicBezTo>
                    <a:pt x="3177" y="4460"/>
                    <a:pt x="3216" y="4394"/>
                    <a:pt x="3216" y="4355"/>
                  </a:cubicBezTo>
                  <a:cubicBezTo>
                    <a:pt x="3216" y="4302"/>
                    <a:pt x="3190" y="4262"/>
                    <a:pt x="3150" y="4249"/>
                  </a:cubicBezTo>
                  <a:cubicBezTo>
                    <a:pt x="3111" y="4235"/>
                    <a:pt x="3071" y="4222"/>
                    <a:pt x="3031" y="4222"/>
                  </a:cubicBezTo>
                  <a:cubicBezTo>
                    <a:pt x="2965" y="4222"/>
                    <a:pt x="2925" y="4235"/>
                    <a:pt x="2899" y="4275"/>
                  </a:cubicBezTo>
                  <a:cubicBezTo>
                    <a:pt x="2872" y="4302"/>
                    <a:pt x="2846" y="4328"/>
                    <a:pt x="2819" y="4355"/>
                  </a:cubicBezTo>
                  <a:lnTo>
                    <a:pt x="2661" y="4619"/>
                  </a:lnTo>
                  <a:cubicBezTo>
                    <a:pt x="2621" y="4659"/>
                    <a:pt x="2594" y="4699"/>
                    <a:pt x="2568" y="4712"/>
                  </a:cubicBezTo>
                  <a:cubicBezTo>
                    <a:pt x="2555" y="4725"/>
                    <a:pt x="2528" y="4738"/>
                    <a:pt x="2489" y="4738"/>
                  </a:cubicBezTo>
                  <a:lnTo>
                    <a:pt x="2250" y="4738"/>
                  </a:lnTo>
                  <a:cubicBezTo>
                    <a:pt x="2131" y="4738"/>
                    <a:pt x="1972" y="4738"/>
                    <a:pt x="1800" y="4725"/>
                  </a:cubicBezTo>
                  <a:lnTo>
                    <a:pt x="1284" y="4725"/>
                  </a:lnTo>
                  <a:cubicBezTo>
                    <a:pt x="1099" y="4725"/>
                    <a:pt x="953" y="4712"/>
                    <a:pt x="821" y="4712"/>
                  </a:cubicBezTo>
                  <a:cubicBezTo>
                    <a:pt x="940" y="4593"/>
                    <a:pt x="1072" y="4460"/>
                    <a:pt x="1231" y="4302"/>
                  </a:cubicBezTo>
                  <a:cubicBezTo>
                    <a:pt x="1377" y="4143"/>
                    <a:pt x="1536" y="3971"/>
                    <a:pt x="1694" y="3785"/>
                  </a:cubicBezTo>
                  <a:cubicBezTo>
                    <a:pt x="1853" y="3600"/>
                    <a:pt x="1999" y="3402"/>
                    <a:pt x="2144" y="3190"/>
                  </a:cubicBezTo>
                  <a:cubicBezTo>
                    <a:pt x="2303" y="2978"/>
                    <a:pt x="2436" y="2766"/>
                    <a:pt x="2555" y="2555"/>
                  </a:cubicBezTo>
                  <a:cubicBezTo>
                    <a:pt x="2674" y="2343"/>
                    <a:pt x="2766" y="2118"/>
                    <a:pt x="2833" y="1906"/>
                  </a:cubicBezTo>
                  <a:cubicBezTo>
                    <a:pt x="2912" y="1681"/>
                    <a:pt x="2952" y="1469"/>
                    <a:pt x="2952" y="1258"/>
                  </a:cubicBezTo>
                  <a:cubicBezTo>
                    <a:pt x="2952" y="1085"/>
                    <a:pt x="2925" y="927"/>
                    <a:pt x="2872" y="781"/>
                  </a:cubicBezTo>
                  <a:cubicBezTo>
                    <a:pt x="2833" y="622"/>
                    <a:pt x="2753" y="490"/>
                    <a:pt x="2661" y="371"/>
                  </a:cubicBezTo>
                  <a:cubicBezTo>
                    <a:pt x="2555" y="252"/>
                    <a:pt x="2422" y="172"/>
                    <a:pt x="2264" y="106"/>
                  </a:cubicBezTo>
                  <a:cubicBezTo>
                    <a:pt x="2105" y="27"/>
                    <a:pt x="1906" y="0"/>
                    <a:pt x="16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3"/>
            <p:cNvSpPr/>
            <p:nvPr/>
          </p:nvSpPr>
          <p:spPr>
            <a:xfrm>
              <a:off x="2304514" y="857395"/>
              <a:ext cx="109821" cy="109766"/>
            </a:xfrm>
            <a:custGeom>
              <a:rect b="b" l="l" r="r" t="t"/>
              <a:pathLst>
                <a:path extrusionOk="0" h="1986" w="1987">
                  <a:moveTo>
                    <a:pt x="994" y="1"/>
                  </a:moveTo>
                  <a:cubicBezTo>
                    <a:pt x="927" y="1"/>
                    <a:pt x="888" y="27"/>
                    <a:pt x="848" y="67"/>
                  </a:cubicBezTo>
                  <a:cubicBezTo>
                    <a:pt x="808" y="93"/>
                    <a:pt x="795" y="146"/>
                    <a:pt x="795" y="186"/>
                  </a:cubicBezTo>
                  <a:cubicBezTo>
                    <a:pt x="795" y="252"/>
                    <a:pt x="795" y="345"/>
                    <a:pt x="795" y="451"/>
                  </a:cubicBezTo>
                  <a:cubicBezTo>
                    <a:pt x="808" y="557"/>
                    <a:pt x="808" y="676"/>
                    <a:pt x="808" y="808"/>
                  </a:cubicBezTo>
                  <a:lnTo>
                    <a:pt x="173" y="808"/>
                  </a:lnTo>
                  <a:cubicBezTo>
                    <a:pt x="133" y="808"/>
                    <a:pt x="94" y="821"/>
                    <a:pt x="67" y="861"/>
                  </a:cubicBezTo>
                  <a:cubicBezTo>
                    <a:pt x="27" y="887"/>
                    <a:pt x="1" y="940"/>
                    <a:pt x="1" y="1007"/>
                  </a:cubicBezTo>
                  <a:cubicBezTo>
                    <a:pt x="1" y="1073"/>
                    <a:pt x="27" y="1126"/>
                    <a:pt x="67" y="1165"/>
                  </a:cubicBezTo>
                  <a:cubicBezTo>
                    <a:pt x="107" y="1192"/>
                    <a:pt x="133" y="1205"/>
                    <a:pt x="173" y="1205"/>
                  </a:cubicBezTo>
                  <a:cubicBezTo>
                    <a:pt x="226" y="1205"/>
                    <a:pt x="305" y="1205"/>
                    <a:pt x="424" y="1192"/>
                  </a:cubicBezTo>
                  <a:lnTo>
                    <a:pt x="795" y="1192"/>
                  </a:lnTo>
                  <a:cubicBezTo>
                    <a:pt x="795" y="1298"/>
                    <a:pt x="782" y="1417"/>
                    <a:pt x="782" y="1536"/>
                  </a:cubicBezTo>
                  <a:cubicBezTo>
                    <a:pt x="782" y="1655"/>
                    <a:pt x="782" y="1761"/>
                    <a:pt x="782" y="1827"/>
                  </a:cubicBezTo>
                  <a:cubicBezTo>
                    <a:pt x="782" y="1854"/>
                    <a:pt x="795" y="1893"/>
                    <a:pt x="821" y="1933"/>
                  </a:cubicBezTo>
                  <a:cubicBezTo>
                    <a:pt x="861" y="1959"/>
                    <a:pt x="914" y="1986"/>
                    <a:pt x="980" y="1986"/>
                  </a:cubicBezTo>
                  <a:cubicBezTo>
                    <a:pt x="1060" y="1986"/>
                    <a:pt x="1113" y="1959"/>
                    <a:pt x="1139" y="1933"/>
                  </a:cubicBezTo>
                  <a:cubicBezTo>
                    <a:pt x="1179" y="1880"/>
                    <a:pt x="1192" y="1854"/>
                    <a:pt x="1192" y="1827"/>
                  </a:cubicBezTo>
                  <a:lnTo>
                    <a:pt x="1192" y="1192"/>
                  </a:lnTo>
                  <a:lnTo>
                    <a:pt x="1801" y="1192"/>
                  </a:lnTo>
                  <a:cubicBezTo>
                    <a:pt x="1854" y="1192"/>
                    <a:pt x="1894" y="1165"/>
                    <a:pt x="1920" y="1139"/>
                  </a:cubicBezTo>
                  <a:cubicBezTo>
                    <a:pt x="1960" y="1099"/>
                    <a:pt x="1986" y="1046"/>
                    <a:pt x="1986" y="980"/>
                  </a:cubicBezTo>
                  <a:cubicBezTo>
                    <a:pt x="1986" y="901"/>
                    <a:pt x="1973" y="848"/>
                    <a:pt x="1933" y="821"/>
                  </a:cubicBezTo>
                  <a:cubicBezTo>
                    <a:pt x="1907" y="795"/>
                    <a:pt x="1880" y="782"/>
                    <a:pt x="1854" y="782"/>
                  </a:cubicBezTo>
                  <a:cubicBezTo>
                    <a:pt x="1774" y="782"/>
                    <a:pt x="1669" y="782"/>
                    <a:pt x="1563" y="795"/>
                  </a:cubicBezTo>
                  <a:cubicBezTo>
                    <a:pt x="1457" y="808"/>
                    <a:pt x="1338" y="808"/>
                    <a:pt x="1192" y="808"/>
                  </a:cubicBezTo>
                  <a:lnTo>
                    <a:pt x="1192" y="464"/>
                  </a:lnTo>
                  <a:cubicBezTo>
                    <a:pt x="1205" y="345"/>
                    <a:pt x="1205" y="252"/>
                    <a:pt x="1205" y="186"/>
                  </a:cubicBezTo>
                  <a:cubicBezTo>
                    <a:pt x="1205" y="146"/>
                    <a:pt x="1179" y="93"/>
                    <a:pt x="1152" y="67"/>
                  </a:cubicBezTo>
                  <a:cubicBezTo>
                    <a:pt x="1113" y="27"/>
                    <a:pt x="1060" y="1"/>
                    <a:pt x="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3"/>
            <p:cNvSpPr/>
            <p:nvPr/>
          </p:nvSpPr>
          <p:spPr>
            <a:xfrm>
              <a:off x="2428871" y="768908"/>
              <a:ext cx="177085" cy="286796"/>
            </a:xfrm>
            <a:custGeom>
              <a:rect b="b" l="l" r="r" t="t"/>
              <a:pathLst>
                <a:path extrusionOk="0" h="5189" w="3204">
                  <a:moveTo>
                    <a:pt x="1669" y="0"/>
                  </a:moveTo>
                  <a:cubicBezTo>
                    <a:pt x="1417" y="0"/>
                    <a:pt x="1192" y="53"/>
                    <a:pt x="994" y="146"/>
                  </a:cubicBezTo>
                  <a:cubicBezTo>
                    <a:pt x="808" y="252"/>
                    <a:pt x="636" y="371"/>
                    <a:pt x="504" y="516"/>
                  </a:cubicBezTo>
                  <a:cubicBezTo>
                    <a:pt x="371" y="649"/>
                    <a:pt x="279" y="808"/>
                    <a:pt x="213" y="953"/>
                  </a:cubicBezTo>
                  <a:cubicBezTo>
                    <a:pt x="146" y="1099"/>
                    <a:pt x="107" y="1231"/>
                    <a:pt x="107" y="1324"/>
                  </a:cubicBezTo>
                  <a:cubicBezTo>
                    <a:pt x="107" y="1337"/>
                    <a:pt x="107" y="1363"/>
                    <a:pt x="120" y="1416"/>
                  </a:cubicBezTo>
                  <a:cubicBezTo>
                    <a:pt x="120" y="1456"/>
                    <a:pt x="133" y="1496"/>
                    <a:pt x="146" y="1535"/>
                  </a:cubicBezTo>
                  <a:cubicBezTo>
                    <a:pt x="160" y="1575"/>
                    <a:pt x="199" y="1615"/>
                    <a:pt x="226" y="1655"/>
                  </a:cubicBezTo>
                  <a:cubicBezTo>
                    <a:pt x="279" y="1681"/>
                    <a:pt x="332" y="1694"/>
                    <a:pt x="398" y="1694"/>
                  </a:cubicBezTo>
                  <a:cubicBezTo>
                    <a:pt x="504" y="1694"/>
                    <a:pt x="583" y="1668"/>
                    <a:pt x="649" y="1615"/>
                  </a:cubicBezTo>
                  <a:cubicBezTo>
                    <a:pt x="702" y="1562"/>
                    <a:pt x="742" y="1496"/>
                    <a:pt x="742" y="1416"/>
                  </a:cubicBezTo>
                  <a:cubicBezTo>
                    <a:pt x="742" y="1377"/>
                    <a:pt x="729" y="1337"/>
                    <a:pt x="716" y="1324"/>
                  </a:cubicBezTo>
                  <a:cubicBezTo>
                    <a:pt x="702" y="1284"/>
                    <a:pt x="689" y="1271"/>
                    <a:pt x="663" y="1244"/>
                  </a:cubicBezTo>
                  <a:lnTo>
                    <a:pt x="610" y="1178"/>
                  </a:lnTo>
                  <a:cubicBezTo>
                    <a:pt x="596" y="1152"/>
                    <a:pt x="596" y="1125"/>
                    <a:pt x="596" y="1099"/>
                  </a:cubicBezTo>
                  <a:cubicBezTo>
                    <a:pt x="596" y="1072"/>
                    <a:pt x="623" y="1019"/>
                    <a:pt x="663" y="940"/>
                  </a:cubicBezTo>
                  <a:cubicBezTo>
                    <a:pt x="716" y="847"/>
                    <a:pt x="782" y="768"/>
                    <a:pt x="861" y="688"/>
                  </a:cubicBezTo>
                  <a:cubicBezTo>
                    <a:pt x="954" y="609"/>
                    <a:pt x="1060" y="530"/>
                    <a:pt x="1179" y="477"/>
                  </a:cubicBezTo>
                  <a:cubicBezTo>
                    <a:pt x="1311" y="410"/>
                    <a:pt x="1444" y="371"/>
                    <a:pt x="1602" y="371"/>
                  </a:cubicBezTo>
                  <a:cubicBezTo>
                    <a:pt x="1761" y="371"/>
                    <a:pt x="1894" y="397"/>
                    <a:pt x="2013" y="463"/>
                  </a:cubicBezTo>
                  <a:cubicBezTo>
                    <a:pt x="2119" y="516"/>
                    <a:pt x="2211" y="583"/>
                    <a:pt x="2277" y="675"/>
                  </a:cubicBezTo>
                  <a:cubicBezTo>
                    <a:pt x="2357" y="755"/>
                    <a:pt x="2396" y="847"/>
                    <a:pt x="2423" y="953"/>
                  </a:cubicBezTo>
                  <a:cubicBezTo>
                    <a:pt x="2463" y="1059"/>
                    <a:pt x="2476" y="1152"/>
                    <a:pt x="2476" y="1244"/>
                  </a:cubicBezTo>
                  <a:cubicBezTo>
                    <a:pt x="2476" y="1456"/>
                    <a:pt x="2436" y="1668"/>
                    <a:pt x="2357" y="1893"/>
                  </a:cubicBezTo>
                  <a:cubicBezTo>
                    <a:pt x="2291" y="2131"/>
                    <a:pt x="2185" y="2356"/>
                    <a:pt x="2052" y="2594"/>
                  </a:cubicBezTo>
                  <a:cubicBezTo>
                    <a:pt x="1933" y="2819"/>
                    <a:pt x="1788" y="3044"/>
                    <a:pt x="1629" y="3283"/>
                  </a:cubicBezTo>
                  <a:cubicBezTo>
                    <a:pt x="1470" y="3508"/>
                    <a:pt x="1298" y="3719"/>
                    <a:pt x="1126" y="3918"/>
                  </a:cubicBezTo>
                  <a:cubicBezTo>
                    <a:pt x="954" y="4116"/>
                    <a:pt x="769" y="4302"/>
                    <a:pt x="596" y="4474"/>
                  </a:cubicBezTo>
                  <a:cubicBezTo>
                    <a:pt x="424" y="4633"/>
                    <a:pt x="266" y="4778"/>
                    <a:pt x="120" y="4884"/>
                  </a:cubicBezTo>
                  <a:cubicBezTo>
                    <a:pt x="94" y="4910"/>
                    <a:pt x="67" y="4937"/>
                    <a:pt x="27" y="4963"/>
                  </a:cubicBezTo>
                  <a:cubicBezTo>
                    <a:pt x="14" y="4977"/>
                    <a:pt x="1" y="5003"/>
                    <a:pt x="1" y="5043"/>
                  </a:cubicBezTo>
                  <a:cubicBezTo>
                    <a:pt x="1" y="5069"/>
                    <a:pt x="14" y="5109"/>
                    <a:pt x="27" y="5135"/>
                  </a:cubicBezTo>
                  <a:cubicBezTo>
                    <a:pt x="67" y="5175"/>
                    <a:pt x="107" y="5188"/>
                    <a:pt x="173" y="5188"/>
                  </a:cubicBezTo>
                  <a:cubicBezTo>
                    <a:pt x="239" y="5188"/>
                    <a:pt x="292" y="5188"/>
                    <a:pt x="332" y="5162"/>
                  </a:cubicBezTo>
                  <a:cubicBezTo>
                    <a:pt x="385" y="5149"/>
                    <a:pt x="424" y="5122"/>
                    <a:pt x="438" y="5109"/>
                  </a:cubicBezTo>
                  <a:lnTo>
                    <a:pt x="1510" y="5109"/>
                  </a:lnTo>
                  <a:cubicBezTo>
                    <a:pt x="1642" y="5109"/>
                    <a:pt x="1761" y="5122"/>
                    <a:pt x="1880" y="5122"/>
                  </a:cubicBezTo>
                  <a:lnTo>
                    <a:pt x="2674" y="5122"/>
                  </a:lnTo>
                  <a:cubicBezTo>
                    <a:pt x="2688" y="5122"/>
                    <a:pt x="2714" y="5122"/>
                    <a:pt x="2754" y="5096"/>
                  </a:cubicBezTo>
                  <a:cubicBezTo>
                    <a:pt x="2794" y="5069"/>
                    <a:pt x="2833" y="5043"/>
                    <a:pt x="2860" y="4990"/>
                  </a:cubicBezTo>
                  <a:cubicBezTo>
                    <a:pt x="2966" y="4791"/>
                    <a:pt x="3058" y="4646"/>
                    <a:pt x="3111" y="4553"/>
                  </a:cubicBezTo>
                  <a:cubicBezTo>
                    <a:pt x="3177" y="4460"/>
                    <a:pt x="3204" y="4394"/>
                    <a:pt x="3204" y="4355"/>
                  </a:cubicBezTo>
                  <a:cubicBezTo>
                    <a:pt x="3204" y="4302"/>
                    <a:pt x="3191" y="4262"/>
                    <a:pt x="3151" y="4249"/>
                  </a:cubicBezTo>
                  <a:cubicBezTo>
                    <a:pt x="3111" y="4235"/>
                    <a:pt x="3071" y="4222"/>
                    <a:pt x="3019" y="4222"/>
                  </a:cubicBezTo>
                  <a:cubicBezTo>
                    <a:pt x="2966" y="4222"/>
                    <a:pt x="2926" y="4235"/>
                    <a:pt x="2886" y="4275"/>
                  </a:cubicBezTo>
                  <a:cubicBezTo>
                    <a:pt x="2860" y="4302"/>
                    <a:pt x="2833" y="4328"/>
                    <a:pt x="2820" y="4355"/>
                  </a:cubicBezTo>
                  <a:lnTo>
                    <a:pt x="2648" y="4619"/>
                  </a:lnTo>
                  <a:cubicBezTo>
                    <a:pt x="2621" y="4659"/>
                    <a:pt x="2595" y="4699"/>
                    <a:pt x="2569" y="4712"/>
                  </a:cubicBezTo>
                  <a:cubicBezTo>
                    <a:pt x="2542" y="4725"/>
                    <a:pt x="2516" y="4738"/>
                    <a:pt x="2489" y="4738"/>
                  </a:cubicBezTo>
                  <a:lnTo>
                    <a:pt x="2251" y="4738"/>
                  </a:lnTo>
                  <a:cubicBezTo>
                    <a:pt x="2119" y="4738"/>
                    <a:pt x="1973" y="4738"/>
                    <a:pt x="1801" y="4725"/>
                  </a:cubicBezTo>
                  <a:lnTo>
                    <a:pt x="1271" y="4725"/>
                  </a:lnTo>
                  <a:cubicBezTo>
                    <a:pt x="1099" y="4725"/>
                    <a:pt x="941" y="4712"/>
                    <a:pt x="821" y="4712"/>
                  </a:cubicBezTo>
                  <a:cubicBezTo>
                    <a:pt x="941" y="4593"/>
                    <a:pt x="1073" y="4460"/>
                    <a:pt x="1232" y="4302"/>
                  </a:cubicBezTo>
                  <a:cubicBezTo>
                    <a:pt x="1377" y="4143"/>
                    <a:pt x="1536" y="3971"/>
                    <a:pt x="1682" y="3785"/>
                  </a:cubicBezTo>
                  <a:cubicBezTo>
                    <a:pt x="1841" y="3600"/>
                    <a:pt x="1999" y="3402"/>
                    <a:pt x="2145" y="3190"/>
                  </a:cubicBezTo>
                  <a:cubicBezTo>
                    <a:pt x="2291" y="2978"/>
                    <a:pt x="2436" y="2766"/>
                    <a:pt x="2542" y="2555"/>
                  </a:cubicBezTo>
                  <a:cubicBezTo>
                    <a:pt x="2661" y="2343"/>
                    <a:pt x="2754" y="2118"/>
                    <a:pt x="2833" y="1906"/>
                  </a:cubicBezTo>
                  <a:cubicBezTo>
                    <a:pt x="2899" y="1681"/>
                    <a:pt x="2939" y="1469"/>
                    <a:pt x="2939" y="1258"/>
                  </a:cubicBezTo>
                  <a:cubicBezTo>
                    <a:pt x="2939" y="1085"/>
                    <a:pt x="2913" y="927"/>
                    <a:pt x="2873" y="781"/>
                  </a:cubicBezTo>
                  <a:cubicBezTo>
                    <a:pt x="2833" y="622"/>
                    <a:pt x="2754" y="490"/>
                    <a:pt x="2648" y="371"/>
                  </a:cubicBezTo>
                  <a:cubicBezTo>
                    <a:pt x="2542" y="252"/>
                    <a:pt x="2423" y="172"/>
                    <a:pt x="2251" y="106"/>
                  </a:cubicBezTo>
                  <a:cubicBezTo>
                    <a:pt x="2092" y="27"/>
                    <a:pt x="1894" y="0"/>
                    <a:pt x="16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3"/>
            <p:cNvSpPr/>
            <p:nvPr/>
          </p:nvSpPr>
          <p:spPr>
            <a:xfrm>
              <a:off x="2632265" y="887407"/>
              <a:ext cx="93683" cy="78318"/>
            </a:xfrm>
            <a:custGeom>
              <a:rect b="b" l="l" r="r" t="t"/>
              <a:pathLst>
                <a:path extrusionOk="0" h="1417" w="1695">
                  <a:moveTo>
                    <a:pt x="159" y="0"/>
                  </a:moveTo>
                  <a:cubicBezTo>
                    <a:pt x="93" y="0"/>
                    <a:pt x="53" y="27"/>
                    <a:pt x="27" y="66"/>
                  </a:cubicBezTo>
                  <a:cubicBezTo>
                    <a:pt x="14" y="106"/>
                    <a:pt x="0" y="146"/>
                    <a:pt x="0" y="186"/>
                  </a:cubicBezTo>
                  <a:cubicBezTo>
                    <a:pt x="0" y="225"/>
                    <a:pt x="14" y="278"/>
                    <a:pt x="40" y="318"/>
                  </a:cubicBezTo>
                  <a:cubicBezTo>
                    <a:pt x="66" y="358"/>
                    <a:pt x="106" y="384"/>
                    <a:pt x="159" y="384"/>
                  </a:cubicBezTo>
                  <a:lnTo>
                    <a:pt x="821" y="384"/>
                  </a:lnTo>
                  <a:cubicBezTo>
                    <a:pt x="953" y="371"/>
                    <a:pt x="1086" y="371"/>
                    <a:pt x="1205" y="371"/>
                  </a:cubicBezTo>
                  <a:lnTo>
                    <a:pt x="1522" y="371"/>
                  </a:lnTo>
                  <a:cubicBezTo>
                    <a:pt x="1589" y="371"/>
                    <a:pt x="1641" y="344"/>
                    <a:pt x="1668" y="291"/>
                  </a:cubicBezTo>
                  <a:cubicBezTo>
                    <a:pt x="1681" y="239"/>
                    <a:pt x="1694" y="199"/>
                    <a:pt x="1694" y="172"/>
                  </a:cubicBezTo>
                  <a:cubicBezTo>
                    <a:pt x="1694" y="119"/>
                    <a:pt x="1681" y="80"/>
                    <a:pt x="1655" y="53"/>
                  </a:cubicBezTo>
                  <a:cubicBezTo>
                    <a:pt x="1628" y="14"/>
                    <a:pt x="1602" y="0"/>
                    <a:pt x="1575" y="0"/>
                  </a:cubicBezTo>
                  <a:cubicBezTo>
                    <a:pt x="1469" y="0"/>
                    <a:pt x="1364" y="0"/>
                    <a:pt x="1231" y="14"/>
                  </a:cubicBezTo>
                  <a:lnTo>
                    <a:pt x="278" y="14"/>
                  </a:lnTo>
                  <a:cubicBezTo>
                    <a:pt x="225" y="0"/>
                    <a:pt x="186" y="0"/>
                    <a:pt x="159" y="0"/>
                  </a:cubicBezTo>
                  <a:close/>
                  <a:moveTo>
                    <a:pt x="159" y="1033"/>
                  </a:moveTo>
                  <a:cubicBezTo>
                    <a:pt x="93" y="1033"/>
                    <a:pt x="53" y="1059"/>
                    <a:pt x="27" y="1099"/>
                  </a:cubicBezTo>
                  <a:cubicBezTo>
                    <a:pt x="14" y="1139"/>
                    <a:pt x="0" y="1178"/>
                    <a:pt x="0" y="1218"/>
                  </a:cubicBezTo>
                  <a:cubicBezTo>
                    <a:pt x="0" y="1271"/>
                    <a:pt x="14" y="1311"/>
                    <a:pt x="40" y="1350"/>
                  </a:cubicBezTo>
                  <a:cubicBezTo>
                    <a:pt x="66" y="1390"/>
                    <a:pt x="106" y="1416"/>
                    <a:pt x="159" y="1416"/>
                  </a:cubicBezTo>
                  <a:lnTo>
                    <a:pt x="821" y="1416"/>
                  </a:lnTo>
                  <a:cubicBezTo>
                    <a:pt x="953" y="1416"/>
                    <a:pt x="1086" y="1403"/>
                    <a:pt x="1205" y="1403"/>
                  </a:cubicBezTo>
                  <a:lnTo>
                    <a:pt x="1522" y="1403"/>
                  </a:lnTo>
                  <a:cubicBezTo>
                    <a:pt x="1589" y="1403"/>
                    <a:pt x="1641" y="1390"/>
                    <a:pt x="1668" y="1337"/>
                  </a:cubicBezTo>
                  <a:cubicBezTo>
                    <a:pt x="1681" y="1284"/>
                    <a:pt x="1694" y="1231"/>
                    <a:pt x="1694" y="1205"/>
                  </a:cubicBezTo>
                  <a:cubicBezTo>
                    <a:pt x="1694" y="1165"/>
                    <a:pt x="1681" y="1125"/>
                    <a:pt x="1655" y="1086"/>
                  </a:cubicBezTo>
                  <a:cubicBezTo>
                    <a:pt x="1628" y="1046"/>
                    <a:pt x="1602" y="1033"/>
                    <a:pt x="1575" y="1033"/>
                  </a:cubicBezTo>
                  <a:cubicBezTo>
                    <a:pt x="1469" y="1033"/>
                    <a:pt x="1364" y="1033"/>
                    <a:pt x="1231" y="1046"/>
                  </a:cubicBezTo>
                  <a:lnTo>
                    <a:pt x="278" y="1046"/>
                  </a:lnTo>
                  <a:cubicBezTo>
                    <a:pt x="225" y="1046"/>
                    <a:pt x="186" y="1033"/>
                    <a:pt x="159" y="10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3"/>
            <p:cNvSpPr/>
            <p:nvPr/>
          </p:nvSpPr>
          <p:spPr>
            <a:xfrm>
              <a:off x="2740539" y="770345"/>
              <a:ext cx="188029" cy="281711"/>
            </a:xfrm>
            <a:custGeom>
              <a:rect b="b" l="l" r="r" t="t"/>
              <a:pathLst>
                <a:path extrusionOk="0" h="5097" w="3402">
                  <a:moveTo>
                    <a:pt x="2528" y="609"/>
                  </a:moveTo>
                  <a:lnTo>
                    <a:pt x="2356" y="3190"/>
                  </a:lnTo>
                  <a:cubicBezTo>
                    <a:pt x="2210" y="3190"/>
                    <a:pt x="2038" y="3204"/>
                    <a:pt x="1853" y="3217"/>
                  </a:cubicBezTo>
                  <a:cubicBezTo>
                    <a:pt x="1668" y="3230"/>
                    <a:pt x="1496" y="3230"/>
                    <a:pt x="1324" y="3243"/>
                  </a:cubicBezTo>
                  <a:cubicBezTo>
                    <a:pt x="1165" y="3243"/>
                    <a:pt x="1019" y="3257"/>
                    <a:pt x="900" y="3257"/>
                  </a:cubicBezTo>
                  <a:lnTo>
                    <a:pt x="702" y="3257"/>
                  </a:lnTo>
                  <a:cubicBezTo>
                    <a:pt x="662" y="3257"/>
                    <a:pt x="635" y="3257"/>
                    <a:pt x="622" y="3243"/>
                  </a:cubicBezTo>
                  <a:cubicBezTo>
                    <a:pt x="622" y="3230"/>
                    <a:pt x="622" y="3230"/>
                    <a:pt x="622" y="3217"/>
                  </a:cubicBezTo>
                  <a:cubicBezTo>
                    <a:pt x="622" y="3190"/>
                    <a:pt x="622" y="3164"/>
                    <a:pt x="649" y="3137"/>
                  </a:cubicBezTo>
                  <a:cubicBezTo>
                    <a:pt x="675" y="3124"/>
                    <a:pt x="688" y="3098"/>
                    <a:pt x="688" y="3084"/>
                  </a:cubicBezTo>
                  <a:lnTo>
                    <a:pt x="2528" y="609"/>
                  </a:lnTo>
                  <a:close/>
                  <a:moveTo>
                    <a:pt x="2713" y="1"/>
                  </a:moveTo>
                  <a:cubicBezTo>
                    <a:pt x="2634" y="1"/>
                    <a:pt x="2581" y="27"/>
                    <a:pt x="2515" y="80"/>
                  </a:cubicBezTo>
                  <a:cubicBezTo>
                    <a:pt x="2462" y="120"/>
                    <a:pt x="2422" y="159"/>
                    <a:pt x="2409" y="173"/>
                  </a:cubicBezTo>
                  <a:cubicBezTo>
                    <a:pt x="2263" y="358"/>
                    <a:pt x="2131" y="530"/>
                    <a:pt x="2012" y="689"/>
                  </a:cubicBezTo>
                  <a:cubicBezTo>
                    <a:pt x="1893" y="834"/>
                    <a:pt x="1774" y="993"/>
                    <a:pt x="1668" y="1126"/>
                  </a:cubicBezTo>
                  <a:lnTo>
                    <a:pt x="1350" y="1562"/>
                  </a:lnTo>
                  <a:cubicBezTo>
                    <a:pt x="1244" y="1708"/>
                    <a:pt x="1125" y="1867"/>
                    <a:pt x="993" y="2039"/>
                  </a:cubicBezTo>
                  <a:cubicBezTo>
                    <a:pt x="874" y="2211"/>
                    <a:pt x="728" y="2396"/>
                    <a:pt x="582" y="2595"/>
                  </a:cubicBezTo>
                  <a:cubicBezTo>
                    <a:pt x="437" y="2807"/>
                    <a:pt x="265" y="3045"/>
                    <a:pt x="66" y="3309"/>
                  </a:cubicBezTo>
                  <a:cubicBezTo>
                    <a:pt x="40" y="3336"/>
                    <a:pt x="27" y="3362"/>
                    <a:pt x="13" y="3402"/>
                  </a:cubicBezTo>
                  <a:cubicBezTo>
                    <a:pt x="0" y="3415"/>
                    <a:pt x="0" y="3442"/>
                    <a:pt x="0" y="3468"/>
                  </a:cubicBezTo>
                  <a:cubicBezTo>
                    <a:pt x="0" y="3534"/>
                    <a:pt x="27" y="3574"/>
                    <a:pt x="80" y="3601"/>
                  </a:cubicBezTo>
                  <a:cubicBezTo>
                    <a:pt x="132" y="3640"/>
                    <a:pt x="185" y="3654"/>
                    <a:pt x="265" y="3654"/>
                  </a:cubicBezTo>
                  <a:cubicBezTo>
                    <a:pt x="344" y="3654"/>
                    <a:pt x="556" y="3654"/>
                    <a:pt x="900" y="3640"/>
                  </a:cubicBezTo>
                  <a:cubicBezTo>
                    <a:pt x="1231" y="3627"/>
                    <a:pt x="1721" y="3601"/>
                    <a:pt x="2343" y="3601"/>
                  </a:cubicBezTo>
                  <a:lnTo>
                    <a:pt x="2290" y="4554"/>
                  </a:lnTo>
                  <a:cubicBezTo>
                    <a:pt x="2290" y="4633"/>
                    <a:pt x="2263" y="4686"/>
                    <a:pt x="2197" y="4726"/>
                  </a:cubicBezTo>
                  <a:cubicBezTo>
                    <a:pt x="2144" y="4752"/>
                    <a:pt x="2078" y="4779"/>
                    <a:pt x="1985" y="4792"/>
                  </a:cubicBezTo>
                  <a:lnTo>
                    <a:pt x="1893" y="4792"/>
                  </a:lnTo>
                  <a:cubicBezTo>
                    <a:pt x="1853" y="4792"/>
                    <a:pt x="1800" y="4805"/>
                    <a:pt x="1747" y="4805"/>
                  </a:cubicBezTo>
                  <a:cubicBezTo>
                    <a:pt x="1694" y="4805"/>
                    <a:pt x="1641" y="4818"/>
                    <a:pt x="1575" y="4818"/>
                  </a:cubicBezTo>
                  <a:lnTo>
                    <a:pt x="1430" y="4818"/>
                  </a:lnTo>
                  <a:cubicBezTo>
                    <a:pt x="1390" y="4818"/>
                    <a:pt x="1350" y="4832"/>
                    <a:pt x="1310" y="4845"/>
                  </a:cubicBezTo>
                  <a:cubicBezTo>
                    <a:pt x="1271" y="4858"/>
                    <a:pt x="1244" y="4898"/>
                    <a:pt x="1244" y="4951"/>
                  </a:cubicBezTo>
                  <a:cubicBezTo>
                    <a:pt x="1244" y="5017"/>
                    <a:pt x="1271" y="5057"/>
                    <a:pt x="1324" y="5070"/>
                  </a:cubicBezTo>
                  <a:cubicBezTo>
                    <a:pt x="1377" y="5096"/>
                    <a:pt x="1416" y="5096"/>
                    <a:pt x="1456" y="5096"/>
                  </a:cubicBezTo>
                  <a:lnTo>
                    <a:pt x="2965" y="5096"/>
                  </a:lnTo>
                  <a:cubicBezTo>
                    <a:pt x="3044" y="5096"/>
                    <a:pt x="3110" y="5096"/>
                    <a:pt x="3163" y="5070"/>
                  </a:cubicBezTo>
                  <a:cubicBezTo>
                    <a:pt x="3216" y="5043"/>
                    <a:pt x="3230" y="5004"/>
                    <a:pt x="3230" y="4951"/>
                  </a:cubicBezTo>
                  <a:cubicBezTo>
                    <a:pt x="3230" y="4884"/>
                    <a:pt x="3216" y="4845"/>
                    <a:pt x="3163" y="4832"/>
                  </a:cubicBezTo>
                  <a:cubicBezTo>
                    <a:pt x="3124" y="4805"/>
                    <a:pt x="3057" y="4792"/>
                    <a:pt x="2965" y="4792"/>
                  </a:cubicBezTo>
                  <a:lnTo>
                    <a:pt x="2793" y="4792"/>
                  </a:lnTo>
                  <a:cubicBezTo>
                    <a:pt x="2740" y="4779"/>
                    <a:pt x="2713" y="4752"/>
                    <a:pt x="2713" y="4699"/>
                  </a:cubicBezTo>
                  <a:cubicBezTo>
                    <a:pt x="2713" y="4673"/>
                    <a:pt x="2713" y="4620"/>
                    <a:pt x="2713" y="4527"/>
                  </a:cubicBezTo>
                  <a:cubicBezTo>
                    <a:pt x="2727" y="4448"/>
                    <a:pt x="2727" y="4355"/>
                    <a:pt x="2727" y="4249"/>
                  </a:cubicBezTo>
                  <a:cubicBezTo>
                    <a:pt x="2740" y="4130"/>
                    <a:pt x="2740" y="4024"/>
                    <a:pt x="2753" y="3905"/>
                  </a:cubicBezTo>
                  <a:cubicBezTo>
                    <a:pt x="2753" y="3786"/>
                    <a:pt x="2766" y="3680"/>
                    <a:pt x="2766" y="3601"/>
                  </a:cubicBezTo>
                  <a:lnTo>
                    <a:pt x="3230" y="3601"/>
                  </a:lnTo>
                  <a:cubicBezTo>
                    <a:pt x="3256" y="3601"/>
                    <a:pt x="3296" y="3587"/>
                    <a:pt x="3335" y="3561"/>
                  </a:cubicBezTo>
                  <a:cubicBezTo>
                    <a:pt x="3388" y="3534"/>
                    <a:pt x="3402" y="3482"/>
                    <a:pt x="3402" y="3415"/>
                  </a:cubicBezTo>
                  <a:cubicBezTo>
                    <a:pt x="3402" y="3349"/>
                    <a:pt x="3388" y="3309"/>
                    <a:pt x="3349" y="3270"/>
                  </a:cubicBezTo>
                  <a:cubicBezTo>
                    <a:pt x="3309" y="3230"/>
                    <a:pt x="3256" y="3217"/>
                    <a:pt x="3190" y="3217"/>
                  </a:cubicBezTo>
                  <a:lnTo>
                    <a:pt x="2793" y="3190"/>
                  </a:lnTo>
                  <a:cubicBezTo>
                    <a:pt x="2793" y="3032"/>
                    <a:pt x="2793" y="2859"/>
                    <a:pt x="2806" y="2648"/>
                  </a:cubicBezTo>
                  <a:cubicBezTo>
                    <a:pt x="2806" y="2436"/>
                    <a:pt x="2819" y="2224"/>
                    <a:pt x="2832" y="1999"/>
                  </a:cubicBezTo>
                  <a:cubicBezTo>
                    <a:pt x="2846" y="1774"/>
                    <a:pt x="2859" y="1562"/>
                    <a:pt x="2872" y="1337"/>
                  </a:cubicBezTo>
                  <a:cubicBezTo>
                    <a:pt x="2899" y="1126"/>
                    <a:pt x="2912" y="927"/>
                    <a:pt x="2925" y="755"/>
                  </a:cubicBezTo>
                  <a:cubicBezTo>
                    <a:pt x="2938" y="583"/>
                    <a:pt x="2952" y="437"/>
                    <a:pt x="2952" y="318"/>
                  </a:cubicBezTo>
                  <a:cubicBezTo>
                    <a:pt x="2965" y="212"/>
                    <a:pt x="2965" y="146"/>
                    <a:pt x="2965" y="133"/>
                  </a:cubicBezTo>
                  <a:cubicBezTo>
                    <a:pt x="2965" y="93"/>
                    <a:pt x="2938" y="54"/>
                    <a:pt x="2899" y="40"/>
                  </a:cubicBezTo>
                  <a:cubicBezTo>
                    <a:pt x="2846" y="14"/>
                    <a:pt x="2780" y="1"/>
                    <a:pt x="27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33"/>
          <p:cNvGrpSpPr/>
          <p:nvPr/>
        </p:nvGrpSpPr>
        <p:grpSpPr>
          <a:xfrm>
            <a:off x="337299" y="1935842"/>
            <a:ext cx="595379" cy="434972"/>
            <a:chOff x="570141" y="1610117"/>
            <a:chExt cx="675952" cy="493837"/>
          </a:xfrm>
        </p:grpSpPr>
        <p:sp>
          <p:nvSpPr>
            <p:cNvPr id="1150" name="Google Shape;1150;p33"/>
            <p:cNvSpPr/>
            <p:nvPr/>
          </p:nvSpPr>
          <p:spPr>
            <a:xfrm>
              <a:off x="954157" y="1808371"/>
              <a:ext cx="250207" cy="292655"/>
            </a:xfrm>
            <a:custGeom>
              <a:rect b="b" l="l" r="r" t="t"/>
              <a:pathLst>
                <a:path extrusionOk="0" h="5295" w="4527">
                  <a:moveTo>
                    <a:pt x="2701" y="0"/>
                  </a:moveTo>
                  <a:cubicBezTo>
                    <a:pt x="2608" y="0"/>
                    <a:pt x="2555" y="14"/>
                    <a:pt x="2528" y="40"/>
                  </a:cubicBezTo>
                  <a:cubicBezTo>
                    <a:pt x="2502" y="53"/>
                    <a:pt x="2489" y="93"/>
                    <a:pt x="2489" y="146"/>
                  </a:cubicBezTo>
                  <a:cubicBezTo>
                    <a:pt x="2489" y="199"/>
                    <a:pt x="2502" y="239"/>
                    <a:pt x="2542" y="265"/>
                  </a:cubicBezTo>
                  <a:cubicBezTo>
                    <a:pt x="2595" y="292"/>
                    <a:pt x="2634" y="305"/>
                    <a:pt x="2701" y="305"/>
                  </a:cubicBezTo>
                  <a:cubicBezTo>
                    <a:pt x="2793" y="305"/>
                    <a:pt x="2846" y="305"/>
                    <a:pt x="2873" y="318"/>
                  </a:cubicBezTo>
                  <a:cubicBezTo>
                    <a:pt x="2912" y="318"/>
                    <a:pt x="2926" y="358"/>
                    <a:pt x="2926" y="397"/>
                  </a:cubicBezTo>
                  <a:cubicBezTo>
                    <a:pt x="2926" y="424"/>
                    <a:pt x="2912" y="477"/>
                    <a:pt x="2873" y="543"/>
                  </a:cubicBezTo>
                  <a:cubicBezTo>
                    <a:pt x="2846" y="609"/>
                    <a:pt x="2806" y="702"/>
                    <a:pt x="2753" y="808"/>
                  </a:cubicBezTo>
                  <a:cubicBezTo>
                    <a:pt x="2701" y="900"/>
                    <a:pt x="2648" y="1020"/>
                    <a:pt x="2581" y="1139"/>
                  </a:cubicBezTo>
                  <a:cubicBezTo>
                    <a:pt x="2515" y="1258"/>
                    <a:pt x="2462" y="1377"/>
                    <a:pt x="2396" y="1483"/>
                  </a:cubicBezTo>
                  <a:cubicBezTo>
                    <a:pt x="2330" y="1602"/>
                    <a:pt x="2277" y="1721"/>
                    <a:pt x="2224" y="1827"/>
                  </a:cubicBezTo>
                  <a:cubicBezTo>
                    <a:pt x="2171" y="1920"/>
                    <a:pt x="2131" y="2012"/>
                    <a:pt x="2092" y="2078"/>
                  </a:cubicBezTo>
                  <a:cubicBezTo>
                    <a:pt x="1959" y="1814"/>
                    <a:pt x="1827" y="1575"/>
                    <a:pt x="1721" y="1350"/>
                  </a:cubicBezTo>
                  <a:lnTo>
                    <a:pt x="1589" y="1086"/>
                  </a:lnTo>
                  <a:cubicBezTo>
                    <a:pt x="1536" y="993"/>
                    <a:pt x="1496" y="900"/>
                    <a:pt x="1456" y="834"/>
                  </a:cubicBezTo>
                  <a:cubicBezTo>
                    <a:pt x="1430" y="755"/>
                    <a:pt x="1403" y="689"/>
                    <a:pt x="1377" y="649"/>
                  </a:cubicBezTo>
                  <a:cubicBezTo>
                    <a:pt x="1364" y="596"/>
                    <a:pt x="1351" y="556"/>
                    <a:pt x="1351" y="543"/>
                  </a:cubicBezTo>
                  <a:cubicBezTo>
                    <a:pt x="1351" y="503"/>
                    <a:pt x="1377" y="477"/>
                    <a:pt x="1443" y="464"/>
                  </a:cubicBezTo>
                  <a:cubicBezTo>
                    <a:pt x="1496" y="450"/>
                    <a:pt x="1562" y="437"/>
                    <a:pt x="1628" y="437"/>
                  </a:cubicBezTo>
                  <a:cubicBezTo>
                    <a:pt x="1708" y="424"/>
                    <a:pt x="1774" y="411"/>
                    <a:pt x="1827" y="384"/>
                  </a:cubicBezTo>
                  <a:cubicBezTo>
                    <a:pt x="1893" y="371"/>
                    <a:pt x="1920" y="331"/>
                    <a:pt x="1920" y="278"/>
                  </a:cubicBezTo>
                  <a:cubicBezTo>
                    <a:pt x="1920" y="225"/>
                    <a:pt x="1906" y="186"/>
                    <a:pt x="1880" y="172"/>
                  </a:cubicBezTo>
                  <a:cubicBezTo>
                    <a:pt x="1853" y="146"/>
                    <a:pt x="1801" y="133"/>
                    <a:pt x="1721" y="133"/>
                  </a:cubicBezTo>
                  <a:lnTo>
                    <a:pt x="345" y="133"/>
                  </a:lnTo>
                  <a:cubicBezTo>
                    <a:pt x="212" y="133"/>
                    <a:pt x="133" y="186"/>
                    <a:pt x="133" y="278"/>
                  </a:cubicBezTo>
                  <a:cubicBezTo>
                    <a:pt x="133" y="331"/>
                    <a:pt x="159" y="371"/>
                    <a:pt x="199" y="397"/>
                  </a:cubicBezTo>
                  <a:cubicBezTo>
                    <a:pt x="252" y="411"/>
                    <a:pt x="305" y="424"/>
                    <a:pt x="358" y="424"/>
                  </a:cubicBezTo>
                  <a:cubicBezTo>
                    <a:pt x="503" y="424"/>
                    <a:pt x="623" y="437"/>
                    <a:pt x="715" y="464"/>
                  </a:cubicBezTo>
                  <a:cubicBezTo>
                    <a:pt x="808" y="490"/>
                    <a:pt x="874" y="543"/>
                    <a:pt x="914" y="622"/>
                  </a:cubicBezTo>
                  <a:lnTo>
                    <a:pt x="1880" y="2515"/>
                  </a:lnTo>
                  <a:lnTo>
                    <a:pt x="887" y="4514"/>
                  </a:lnTo>
                  <a:cubicBezTo>
                    <a:pt x="848" y="4593"/>
                    <a:pt x="808" y="4646"/>
                    <a:pt x="781" y="4686"/>
                  </a:cubicBezTo>
                  <a:cubicBezTo>
                    <a:pt x="742" y="4725"/>
                    <a:pt x="676" y="4752"/>
                    <a:pt x="596" y="4752"/>
                  </a:cubicBezTo>
                  <a:cubicBezTo>
                    <a:pt x="583" y="4752"/>
                    <a:pt x="556" y="4752"/>
                    <a:pt x="530" y="4765"/>
                  </a:cubicBezTo>
                  <a:cubicBezTo>
                    <a:pt x="490" y="4765"/>
                    <a:pt x="451" y="4765"/>
                    <a:pt x="411" y="4778"/>
                  </a:cubicBezTo>
                  <a:cubicBezTo>
                    <a:pt x="371" y="4778"/>
                    <a:pt x="331" y="4778"/>
                    <a:pt x="292" y="4792"/>
                  </a:cubicBezTo>
                  <a:lnTo>
                    <a:pt x="186" y="4792"/>
                  </a:lnTo>
                  <a:cubicBezTo>
                    <a:pt x="146" y="4792"/>
                    <a:pt x="106" y="4805"/>
                    <a:pt x="67" y="4818"/>
                  </a:cubicBezTo>
                  <a:cubicBezTo>
                    <a:pt x="14" y="4845"/>
                    <a:pt x="1" y="4871"/>
                    <a:pt x="1" y="4924"/>
                  </a:cubicBezTo>
                  <a:cubicBezTo>
                    <a:pt x="1" y="4977"/>
                    <a:pt x="27" y="5017"/>
                    <a:pt x="67" y="5043"/>
                  </a:cubicBezTo>
                  <a:cubicBezTo>
                    <a:pt x="120" y="5056"/>
                    <a:pt x="159" y="5070"/>
                    <a:pt x="199" y="5070"/>
                  </a:cubicBezTo>
                  <a:lnTo>
                    <a:pt x="1708" y="5070"/>
                  </a:lnTo>
                  <a:cubicBezTo>
                    <a:pt x="1787" y="5070"/>
                    <a:pt x="1840" y="5056"/>
                    <a:pt x="1880" y="5030"/>
                  </a:cubicBezTo>
                  <a:cubicBezTo>
                    <a:pt x="1906" y="5003"/>
                    <a:pt x="1920" y="4964"/>
                    <a:pt x="1920" y="4911"/>
                  </a:cubicBezTo>
                  <a:cubicBezTo>
                    <a:pt x="1920" y="4858"/>
                    <a:pt x="1893" y="4818"/>
                    <a:pt x="1853" y="4805"/>
                  </a:cubicBezTo>
                  <a:cubicBezTo>
                    <a:pt x="1814" y="4778"/>
                    <a:pt x="1761" y="4765"/>
                    <a:pt x="1708" y="4765"/>
                  </a:cubicBezTo>
                  <a:lnTo>
                    <a:pt x="1562" y="4765"/>
                  </a:lnTo>
                  <a:cubicBezTo>
                    <a:pt x="1523" y="4765"/>
                    <a:pt x="1483" y="4765"/>
                    <a:pt x="1443" y="4752"/>
                  </a:cubicBezTo>
                  <a:cubicBezTo>
                    <a:pt x="1403" y="4752"/>
                    <a:pt x="1364" y="4739"/>
                    <a:pt x="1351" y="4725"/>
                  </a:cubicBezTo>
                  <a:cubicBezTo>
                    <a:pt x="1324" y="4712"/>
                    <a:pt x="1311" y="4699"/>
                    <a:pt x="1311" y="4672"/>
                  </a:cubicBezTo>
                  <a:cubicBezTo>
                    <a:pt x="1311" y="4646"/>
                    <a:pt x="1324" y="4593"/>
                    <a:pt x="1364" y="4514"/>
                  </a:cubicBezTo>
                  <a:cubicBezTo>
                    <a:pt x="1403" y="4421"/>
                    <a:pt x="1456" y="4315"/>
                    <a:pt x="1509" y="4183"/>
                  </a:cubicBezTo>
                  <a:cubicBezTo>
                    <a:pt x="1576" y="4064"/>
                    <a:pt x="1642" y="3931"/>
                    <a:pt x="1708" y="3786"/>
                  </a:cubicBezTo>
                  <a:cubicBezTo>
                    <a:pt x="1774" y="3640"/>
                    <a:pt x="1840" y="3508"/>
                    <a:pt x="1893" y="3389"/>
                  </a:cubicBezTo>
                  <a:cubicBezTo>
                    <a:pt x="1959" y="3270"/>
                    <a:pt x="1999" y="3164"/>
                    <a:pt x="2039" y="3084"/>
                  </a:cubicBezTo>
                  <a:cubicBezTo>
                    <a:pt x="2078" y="3005"/>
                    <a:pt x="2105" y="2965"/>
                    <a:pt x="2105" y="2965"/>
                  </a:cubicBezTo>
                  <a:cubicBezTo>
                    <a:pt x="2290" y="3309"/>
                    <a:pt x="2449" y="3627"/>
                    <a:pt x="2595" y="3905"/>
                  </a:cubicBezTo>
                  <a:cubicBezTo>
                    <a:pt x="2661" y="4024"/>
                    <a:pt x="2714" y="4143"/>
                    <a:pt x="2780" y="4249"/>
                  </a:cubicBezTo>
                  <a:cubicBezTo>
                    <a:pt x="2833" y="4368"/>
                    <a:pt x="2886" y="4474"/>
                    <a:pt x="2939" y="4580"/>
                  </a:cubicBezTo>
                  <a:cubicBezTo>
                    <a:pt x="2992" y="4672"/>
                    <a:pt x="3031" y="4752"/>
                    <a:pt x="3058" y="4818"/>
                  </a:cubicBezTo>
                  <a:cubicBezTo>
                    <a:pt x="3084" y="4884"/>
                    <a:pt x="3098" y="4911"/>
                    <a:pt x="3098" y="4937"/>
                  </a:cubicBezTo>
                  <a:cubicBezTo>
                    <a:pt x="3098" y="4964"/>
                    <a:pt x="3071" y="4977"/>
                    <a:pt x="3031" y="4977"/>
                  </a:cubicBezTo>
                  <a:cubicBezTo>
                    <a:pt x="2992" y="4990"/>
                    <a:pt x="2939" y="5003"/>
                    <a:pt x="2886" y="5003"/>
                  </a:cubicBezTo>
                  <a:cubicBezTo>
                    <a:pt x="2833" y="5017"/>
                    <a:pt x="2793" y="5030"/>
                    <a:pt x="2740" y="5056"/>
                  </a:cubicBezTo>
                  <a:cubicBezTo>
                    <a:pt x="2701" y="5070"/>
                    <a:pt x="2687" y="5109"/>
                    <a:pt x="2687" y="5162"/>
                  </a:cubicBezTo>
                  <a:cubicBezTo>
                    <a:pt x="2687" y="5215"/>
                    <a:pt x="2701" y="5242"/>
                    <a:pt x="2727" y="5268"/>
                  </a:cubicBezTo>
                  <a:cubicBezTo>
                    <a:pt x="2753" y="5281"/>
                    <a:pt x="2806" y="5295"/>
                    <a:pt x="2873" y="5295"/>
                  </a:cubicBezTo>
                  <a:lnTo>
                    <a:pt x="4276" y="5295"/>
                  </a:lnTo>
                  <a:cubicBezTo>
                    <a:pt x="4342" y="5295"/>
                    <a:pt x="4408" y="5281"/>
                    <a:pt x="4448" y="5268"/>
                  </a:cubicBezTo>
                  <a:cubicBezTo>
                    <a:pt x="4501" y="5255"/>
                    <a:pt x="4527" y="5215"/>
                    <a:pt x="4527" y="5162"/>
                  </a:cubicBezTo>
                  <a:cubicBezTo>
                    <a:pt x="4527" y="5109"/>
                    <a:pt x="4501" y="5070"/>
                    <a:pt x="4461" y="5043"/>
                  </a:cubicBezTo>
                  <a:cubicBezTo>
                    <a:pt x="4408" y="5030"/>
                    <a:pt x="4355" y="5017"/>
                    <a:pt x="4276" y="5017"/>
                  </a:cubicBezTo>
                  <a:cubicBezTo>
                    <a:pt x="4077" y="5017"/>
                    <a:pt x="3905" y="5003"/>
                    <a:pt x="3773" y="4977"/>
                  </a:cubicBezTo>
                  <a:cubicBezTo>
                    <a:pt x="3640" y="4950"/>
                    <a:pt x="3561" y="4897"/>
                    <a:pt x="3508" y="4818"/>
                  </a:cubicBezTo>
                  <a:lnTo>
                    <a:pt x="2303" y="2515"/>
                  </a:lnTo>
                  <a:lnTo>
                    <a:pt x="3336" y="556"/>
                  </a:lnTo>
                  <a:cubicBezTo>
                    <a:pt x="3376" y="477"/>
                    <a:pt x="3415" y="424"/>
                    <a:pt x="3455" y="384"/>
                  </a:cubicBezTo>
                  <a:cubicBezTo>
                    <a:pt x="3481" y="345"/>
                    <a:pt x="3548" y="318"/>
                    <a:pt x="3640" y="318"/>
                  </a:cubicBezTo>
                  <a:cubicBezTo>
                    <a:pt x="3680" y="318"/>
                    <a:pt x="3733" y="305"/>
                    <a:pt x="3826" y="305"/>
                  </a:cubicBezTo>
                  <a:cubicBezTo>
                    <a:pt x="3918" y="305"/>
                    <a:pt x="4011" y="292"/>
                    <a:pt x="4090" y="278"/>
                  </a:cubicBezTo>
                  <a:cubicBezTo>
                    <a:pt x="4143" y="265"/>
                    <a:pt x="4183" y="252"/>
                    <a:pt x="4209" y="239"/>
                  </a:cubicBezTo>
                  <a:cubicBezTo>
                    <a:pt x="4262" y="212"/>
                    <a:pt x="4276" y="186"/>
                    <a:pt x="4276" y="133"/>
                  </a:cubicBezTo>
                  <a:cubicBezTo>
                    <a:pt x="4276" y="80"/>
                    <a:pt x="4262" y="40"/>
                    <a:pt x="4209" y="27"/>
                  </a:cubicBezTo>
                  <a:cubicBezTo>
                    <a:pt x="4183" y="14"/>
                    <a:pt x="4130" y="0"/>
                    <a:pt x="4077"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3"/>
            <p:cNvSpPr/>
            <p:nvPr/>
          </p:nvSpPr>
          <p:spPr>
            <a:xfrm>
              <a:off x="570141" y="1610117"/>
              <a:ext cx="214337" cy="166142"/>
            </a:xfrm>
            <a:custGeom>
              <a:rect b="b" l="l" r="r" t="t"/>
              <a:pathLst>
                <a:path extrusionOk="0" h="3006" w="3878">
                  <a:moveTo>
                    <a:pt x="2263" y="1"/>
                  </a:moveTo>
                  <a:cubicBezTo>
                    <a:pt x="2065" y="1"/>
                    <a:pt x="1866" y="54"/>
                    <a:pt x="1681" y="160"/>
                  </a:cubicBezTo>
                  <a:cubicBezTo>
                    <a:pt x="1509" y="265"/>
                    <a:pt x="1363" y="411"/>
                    <a:pt x="1271" y="610"/>
                  </a:cubicBezTo>
                  <a:lnTo>
                    <a:pt x="1257" y="226"/>
                  </a:lnTo>
                  <a:cubicBezTo>
                    <a:pt x="1257" y="146"/>
                    <a:pt x="1244" y="93"/>
                    <a:pt x="1218" y="67"/>
                  </a:cubicBezTo>
                  <a:cubicBezTo>
                    <a:pt x="1191" y="40"/>
                    <a:pt x="1125" y="27"/>
                    <a:pt x="1019" y="27"/>
                  </a:cubicBezTo>
                  <a:cubicBezTo>
                    <a:pt x="821" y="27"/>
                    <a:pt x="649" y="27"/>
                    <a:pt x="529" y="40"/>
                  </a:cubicBezTo>
                  <a:cubicBezTo>
                    <a:pt x="397" y="40"/>
                    <a:pt x="291" y="54"/>
                    <a:pt x="212" y="67"/>
                  </a:cubicBezTo>
                  <a:cubicBezTo>
                    <a:pt x="132" y="80"/>
                    <a:pt x="79" y="107"/>
                    <a:pt x="53" y="133"/>
                  </a:cubicBezTo>
                  <a:cubicBezTo>
                    <a:pt x="13" y="160"/>
                    <a:pt x="0" y="199"/>
                    <a:pt x="0" y="239"/>
                  </a:cubicBezTo>
                  <a:cubicBezTo>
                    <a:pt x="0" y="265"/>
                    <a:pt x="13" y="279"/>
                    <a:pt x="40" y="305"/>
                  </a:cubicBezTo>
                  <a:cubicBezTo>
                    <a:pt x="66" y="305"/>
                    <a:pt x="106" y="318"/>
                    <a:pt x="146" y="332"/>
                  </a:cubicBezTo>
                  <a:cubicBezTo>
                    <a:pt x="185" y="332"/>
                    <a:pt x="225" y="332"/>
                    <a:pt x="265" y="345"/>
                  </a:cubicBezTo>
                  <a:lnTo>
                    <a:pt x="728" y="345"/>
                  </a:lnTo>
                  <a:cubicBezTo>
                    <a:pt x="794" y="345"/>
                    <a:pt x="834" y="411"/>
                    <a:pt x="834" y="543"/>
                  </a:cubicBezTo>
                  <a:cubicBezTo>
                    <a:pt x="834" y="570"/>
                    <a:pt x="834" y="649"/>
                    <a:pt x="821" y="782"/>
                  </a:cubicBezTo>
                  <a:cubicBezTo>
                    <a:pt x="821" y="914"/>
                    <a:pt x="821" y="1060"/>
                    <a:pt x="821" y="1218"/>
                  </a:cubicBezTo>
                  <a:cubicBezTo>
                    <a:pt x="821" y="1390"/>
                    <a:pt x="807" y="1549"/>
                    <a:pt x="807" y="1708"/>
                  </a:cubicBezTo>
                  <a:cubicBezTo>
                    <a:pt x="807" y="1854"/>
                    <a:pt x="807" y="1973"/>
                    <a:pt x="807" y="2039"/>
                  </a:cubicBezTo>
                  <a:cubicBezTo>
                    <a:pt x="807" y="2079"/>
                    <a:pt x="794" y="2105"/>
                    <a:pt x="794" y="2145"/>
                  </a:cubicBezTo>
                  <a:cubicBezTo>
                    <a:pt x="794" y="2184"/>
                    <a:pt x="781" y="2224"/>
                    <a:pt x="768" y="2251"/>
                  </a:cubicBezTo>
                  <a:cubicBezTo>
                    <a:pt x="754" y="2290"/>
                    <a:pt x="741" y="2317"/>
                    <a:pt x="715" y="2343"/>
                  </a:cubicBezTo>
                  <a:cubicBezTo>
                    <a:pt x="688" y="2357"/>
                    <a:pt x="662" y="2370"/>
                    <a:pt x="622" y="2370"/>
                  </a:cubicBezTo>
                  <a:lnTo>
                    <a:pt x="503" y="2370"/>
                  </a:lnTo>
                  <a:cubicBezTo>
                    <a:pt x="450" y="2370"/>
                    <a:pt x="410" y="2383"/>
                    <a:pt x="344" y="2409"/>
                  </a:cubicBezTo>
                  <a:cubicBezTo>
                    <a:pt x="304" y="2436"/>
                    <a:pt x="278" y="2489"/>
                    <a:pt x="278" y="2555"/>
                  </a:cubicBezTo>
                  <a:cubicBezTo>
                    <a:pt x="278" y="2634"/>
                    <a:pt x="304" y="2687"/>
                    <a:pt x="357" y="2701"/>
                  </a:cubicBezTo>
                  <a:cubicBezTo>
                    <a:pt x="410" y="2714"/>
                    <a:pt x="476" y="2727"/>
                    <a:pt x="543" y="2727"/>
                  </a:cubicBezTo>
                  <a:lnTo>
                    <a:pt x="1112" y="2727"/>
                  </a:lnTo>
                  <a:cubicBezTo>
                    <a:pt x="1244" y="2714"/>
                    <a:pt x="1363" y="2714"/>
                    <a:pt x="1469" y="2714"/>
                  </a:cubicBezTo>
                  <a:lnTo>
                    <a:pt x="1654" y="2714"/>
                  </a:lnTo>
                  <a:cubicBezTo>
                    <a:pt x="1747" y="2714"/>
                    <a:pt x="1800" y="2714"/>
                    <a:pt x="1840" y="2687"/>
                  </a:cubicBezTo>
                  <a:cubicBezTo>
                    <a:pt x="1879" y="2661"/>
                    <a:pt x="1906" y="2621"/>
                    <a:pt x="1906" y="2555"/>
                  </a:cubicBezTo>
                  <a:cubicBezTo>
                    <a:pt x="1906" y="2476"/>
                    <a:pt x="1879" y="2409"/>
                    <a:pt x="1826" y="2396"/>
                  </a:cubicBezTo>
                  <a:cubicBezTo>
                    <a:pt x="1787" y="2370"/>
                    <a:pt x="1734" y="2357"/>
                    <a:pt x="1654" y="2357"/>
                  </a:cubicBezTo>
                  <a:lnTo>
                    <a:pt x="1244" y="2357"/>
                  </a:lnTo>
                  <a:lnTo>
                    <a:pt x="1244" y="1668"/>
                  </a:lnTo>
                  <a:cubicBezTo>
                    <a:pt x="1244" y="1536"/>
                    <a:pt x="1257" y="1417"/>
                    <a:pt x="1271" y="1298"/>
                  </a:cubicBezTo>
                  <a:cubicBezTo>
                    <a:pt x="1297" y="1165"/>
                    <a:pt x="1337" y="1060"/>
                    <a:pt x="1376" y="954"/>
                  </a:cubicBezTo>
                  <a:cubicBezTo>
                    <a:pt x="1456" y="808"/>
                    <a:pt x="1549" y="662"/>
                    <a:pt x="1681" y="557"/>
                  </a:cubicBezTo>
                  <a:cubicBezTo>
                    <a:pt x="1813" y="437"/>
                    <a:pt x="1972" y="371"/>
                    <a:pt x="2144" y="371"/>
                  </a:cubicBezTo>
                  <a:cubicBezTo>
                    <a:pt x="2276" y="371"/>
                    <a:pt x="2396" y="411"/>
                    <a:pt x="2462" y="490"/>
                  </a:cubicBezTo>
                  <a:cubicBezTo>
                    <a:pt x="2554" y="570"/>
                    <a:pt x="2607" y="676"/>
                    <a:pt x="2647" y="808"/>
                  </a:cubicBezTo>
                  <a:cubicBezTo>
                    <a:pt x="2700" y="927"/>
                    <a:pt x="2726" y="1086"/>
                    <a:pt x="2740" y="1258"/>
                  </a:cubicBezTo>
                  <a:cubicBezTo>
                    <a:pt x="2753" y="1430"/>
                    <a:pt x="2766" y="1615"/>
                    <a:pt x="2766" y="1801"/>
                  </a:cubicBezTo>
                  <a:cubicBezTo>
                    <a:pt x="2766" y="1814"/>
                    <a:pt x="2766" y="1880"/>
                    <a:pt x="2753" y="1986"/>
                  </a:cubicBezTo>
                  <a:cubicBezTo>
                    <a:pt x="2753" y="2105"/>
                    <a:pt x="2753" y="2251"/>
                    <a:pt x="2740" y="2409"/>
                  </a:cubicBezTo>
                  <a:cubicBezTo>
                    <a:pt x="2740" y="2502"/>
                    <a:pt x="2713" y="2568"/>
                    <a:pt x="2687" y="2595"/>
                  </a:cubicBezTo>
                  <a:cubicBezTo>
                    <a:pt x="2647" y="2621"/>
                    <a:pt x="2581" y="2634"/>
                    <a:pt x="2475" y="2648"/>
                  </a:cubicBezTo>
                  <a:cubicBezTo>
                    <a:pt x="2449" y="2661"/>
                    <a:pt x="2409" y="2674"/>
                    <a:pt x="2369" y="2701"/>
                  </a:cubicBezTo>
                  <a:cubicBezTo>
                    <a:pt x="2329" y="2727"/>
                    <a:pt x="2303" y="2767"/>
                    <a:pt x="2303" y="2833"/>
                  </a:cubicBezTo>
                  <a:cubicBezTo>
                    <a:pt x="2303" y="2899"/>
                    <a:pt x="2329" y="2939"/>
                    <a:pt x="2369" y="2965"/>
                  </a:cubicBezTo>
                  <a:cubicBezTo>
                    <a:pt x="2409" y="2992"/>
                    <a:pt x="2462" y="3005"/>
                    <a:pt x="2515" y="3005"/>
                  </a:cubicBezTo>
                  <a:cubicBezTo>
                    <a:pt x="2528" y="3005"/>
                    <a:pt x="2594" y="3005"/>
                    <a:pt x="2700" y="2992"/>
                  </a:cubicBezTo>
                  <a:lnTo>
                    <a:pt x="3653" y="2992"/>
                  </a:lnTo>
                  <a:cubicBezTo>
                    <a:pt x="3706" y="2992"/>
                    <a:pt x="3759" y="2979"/>
                    <a:pt x="3812" y="2965"/>
                  </a:cubicBezTo>
                  <a:cubicBezTo>
                    <a:pt x="3851" y="2939"/>
                    <a:pt x="3878" y="2899"/>
                    <a:pt x="3878" y="2833"/>
                  </a:cubicBezTo>
                  <a:cubicBezTo>
                    <a:pt x="3878" y="2793"/>
                    <a:pt x="3865" y="2754"/>
                    <a:pt x="3838" y="2727"/>
                  </a:cubicBezTo>
                  <a:cubicBezTo>
                    <a:pt x="3812" y="2701"/>
                    <a:pt x="3785" y="2687"/>
                    <a:pt x="3746" y="2674"/>
                  </a:cubicBezTo>
                  <a:cubicBezTo>
                    <a:pt x="3706" y="2648"/>
                    <a:pt x="3666" y="2648"/>
                    <a:pt x="3626" y="2634"/>
                  </a:cubicBezTo>
                  <a:lnTo>
                    <a:pt x="3203" y="2634"/>
                  </a:lnTo>
                  <a:lnTo>
                    <a:pt x="3203" y="1205"/>
                  </a:lnTo>
                  <a:cubicBezTo>
                    <a:pt x="3203" y="954"/>
                    <a:pt x="3163" y="755"/>
                    <a:pt x="3110" y="596"/>
                  </a:cubicBezTo>
                  <a:cubicBezTo>
                    <a:pt x="3044" y="437"/>
                    <a:pt x="2965" y="318"/>
                    <a:pt x="2872" y="226"/>
                  </a:cubicBezTo>
                  <a:cubicBezTo>
                    <a:pt x="2779" y="146"/>
                    <a:pt x="2674" y="80"/>
                    <a:pt x="2554" y="54"/>
                  </a:cubicBezTo>
                  <a:cubicBezTo>
                    <a:pt x="2449" y="14"/>
                    <a:pt x="2356" y="1"/>
                    <a:pt x="2263"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3"/>
            <p:cNvSpPr/>
            <p:nvPr/>
          </p:nvSpPr>
          <p:spPr>
            <a:xfrm>
              <a:off x="611815" y="1689153"/>
              <a:ext cx="634279" cy="414801"/>
            </a:xfrm>
            <a:custGeom>
              <a:rect b="b" l="l" r="r" t="t"/>
              <a:pathLst>
                <a:path extrusionOk="0" h="7505" w="11476">
                  <a:moveTo>
                    <a:pt x="4633" y="0"/>
                  </a:moveTo>
                  <a:cubicBezTo>
                    <a:pt x="4527" y="0"/>
                    <a:pt x="4474" y="53"/>
                    <a:pt x="4421" y="172"/>
                  </a:cubicBezTo>
                  <a:lnTo>
                    <a:pt x="3428" y="6234"/>
                  </a:lnTo>
                  <a:lnTo>
                    <a:pt x="2595" y="3031"/>
                  </a:lnTo>
                  <a:cubicBezTo>
                    <a:pt x="2542" y="2925"/>
                    <a:pt x="2489" y="2872"/>
                    <a:pt x="2383" y="2872"/>
                  </a:cubicBezTo>
                  <a:lnTo>
                    <a:pt x="225" y="2872"/>
                  </a:lnTo>
                  <a:cubicBezTo>
                    <a:pt x="120" y="2872"/>
                    <a:pt x="0" y="2978"/>
                    <a:pt x="0" y="3097"/>
                  </a:cubicBezTo>
                  <a:cubicBezTo>
                    <a:pt x="0" y="3203"/>
                    <a:pt x="120" y="3309"/>
                    <a:pt x="225" y="3309"/>
                  </a:cubicBezTo>
                  <a:lnTo>
                    <a:pt x="2211" y="3309"/>
                  </a:lnTo>
                  <a:lnTo>
                    <a:pt x="3256" y="7332"/>
                  </a:lnTo>
                  <a:cubicBezTo>
                    <a:pt x="3309" y="7452"/>
                    <a:pt x="3375" y="7504"/>
                    <a:pt x="3481" y="7504"/>
                  </a:cubicBezTo>
                  <a:cubicBezTo>
                    <a:pt x="3587" y="7504"/>
                    <a:pt x="3706" y="7399"/>
                    <a:pt x="3706" y="7332"/>
                  </a:cubicBezTo>
                  <a:lnTo>
                    <a:pt x="4858" y="450"/>
                  </a:lnTo>
                  <a:lnTo>
                    <a:pt x="11250" y="450"/>
                  </a:lnTo>
                  <a:cubicBezTo>
                    <a:pt x="11370" y="450"/>
                    <a:pt x="11475" y="331"/>
                    <a:pt x="11475" y="225"/>
                  </a:cubicBezTo>
                  <a:cubicBezTo>
                    <a:pt x="11475" y="119"/>
                    <a:pt x="11370" y="0"/>
                    <a:pt x="11250"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34"/>
          <p:cNvSpPr txBox="1"/>
          <p:nvPr>
            <p:ph idx="6" type="title"/>
          </p:nvPr>
        </p:nvSpPr>
        <p:spPr>
          <a:xfrm>
            <a:off x="720000" y="157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pour décrire l'échantillon avec une seule valeur qui représente le centre des données. De nombreuses analyses statistiques utilisent la moyenne en tant que mesure standard pour le centre de la loi des données.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35"/>
          <p:cNvSpPr txBox="1"/>
          <p:nvPr>
            <p:ph idx="2" type="title"/>
          </p:nvPr>
        </p:nvSpPr>
        <p:spPr>
          <a:xfrm>
            <a:off x="2174925" y="1052225"/>
            <a:ext cx="6315000" cy="137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3300">
                <a:solidFill>
                  <a:schemeClr val="lt2"/>
                </a:solidFill>
                <a:latin typeface="Life Savers"/>
                <a:ea typeface="Life Savers"/>
                <a:cs typeface="Life Savers"/>
                <a:sym typeface="Life Savers"/>
              </a:rPr>
              <a:t>L’Ecart-type</a:t>
            </a:r>
            <a:endParaRPr b="1" sz="3300">
              <a:solidFill>
                <a:schemeClr val="lt2"/>
              </a:solidFill>
              <a:latin typeface="Life Savers"/>
              <a:ea typeface="Life Savers"/>
              <a:cs typeface="Life Savers"/>
              <a:sym typeface="Life Savers"/>
            </a:endParaRPr>
          </a:p>
          <a:p>
            <a:pPr indent="0" lvl="0" marL="0" rtl="0" algn="r">
              <a:spcBef>
                <a:spcPts val="0"/>
              </a:spcBef>
              <a:spcAft>
                <a:spcPts val="0"/>
              </a:spcAft>
              <a:buNone/>
            </a:pPr>
            <a:r>
              <a:t/>
            </a:r>
            <a:endParaRPr b="1" sz="3800">
              <a:latin typeface="Mukta"/>
              <a:ea typeface="Mukta"/>
              <a:cs typeface="Mukta"/>
              <a:sym typeface="Mukta"/>
            </a:endParaRPr>
          </a:p>
        </p:txBody>
      </p:sp>
      <p:grpSp>
        <p:nvGrpSpPr>
          <p:cNvPr id="1163" name="Google Shape;1163;p35"/>
          <p:cNvGrpSpPr/>
          <p:nvPr/>
        </p:nvGrpSpPr>
        <p:grpSpPr>
          <a:xfrm>
            <a:off x="-127053" y="2903080"/>
            <a:ext cx="7315206" cy="3249434"/>
            <a:chOff x="-127053" y="2903080"/>
            <a:chExt cx="7315206" cy="3249434"/>
          </a:xfrm>
        </p:grpSpPr>
        <p:grpSp>
          <p:nvGrpSpPr>
            <p:cNvPr id="1164" name="Google Shape;1164;p35"/>
            <p:cNvGrpSpPr/>
            <p:nvPr/>
          </p:nvGrpSpPr>
          <p:grpSpPr>
            <a:xfrm flipH="1">
              <a:off x="2310483" y="3319547"/>
              <a:ext cx="2301388" cy="1593766"/>
              <a:chOff x="4799733" y="3457797"/>
              <a:chExt cx="2301388" cy="1593766"/>
            </a:xfrm>
          </p:grpSpPr>
          <p:sp>
            <p:nvSpPr>
              <p:cNvPr id="1165" name="Google Shape;1165;p35"/>
              <p:cNvSpPr/>
              <p:nvPr/>
            </p:nvSpPr>
            <p:spPr>
              <a:xfrm>
                <a:off x="5512937" y="4441437"/>
                <a:ext cx="134693" cy="122202"/>
              </a:xfrm>
              <a:custGeom>
                <a:rect b="b" l="l" r="r" t="t"/>
                <a:pathLst>
                  <a:path extrusionOk="0" h="2211" w="2437">
                    <a:moveTo>
                      <a:pt x="1" y="1"/>
                    </a:moveTo>
                    <a:lnTo>
                      <a:pt x="1" y="715"/>
                    </a:lnTo>
                    <a:lnTo>
                      <a:pt x="1" y="1271"/>
                    </a:lnTo>
                    <a:lnTo>
                      <a:pt x="1" y="2211"/>
                    </a:lnTo>
                    <a:lnTo>
                      <a:pt x="2436" y="1112"/>
                    </a:lnTo>
                    <a:lnTo>
                      <a:pt x="1" y="1"/>
                    </a:ln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5"/>
              <p:cNvSpPr/>
              <p:nvPr/>
            </p:nvSpPr>
            <p:spPr>
              <a:xfrm>
                <a:off x="5671673" y="4450943"/>
                <a:ext cx="91527" cy="79091"/>
              </a:xfrm>
              <a:custGeom>
                <a:rect b="b" l="l" r="r" t="t"/>
                <a:pathLst>
                  <a:path extrusionOk="0" h="1431" w="1656">
                    <a:moveTo>
                      <a:pt x="1" y="1"/>
                    </a:moveTo>
                    <a:lnTo>
                      <a:pt x="1" y="1430"/>
                    </a:lnTo>
                    <a:lnTo>
                      <a:pt x="1655" y="1430"/>
                    </a:lnTo>
                    <a:lnTo>
                      <a:pt x="1655" y="1"/>
                    </a:lnTo>
                    <a:close/>
                  </a:path>
                </a:pathLst>
              </a:custGeom>
              <a:solidFill>
                <a:srgbClr val="F9CF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5"/>
              <p:cNvSpPr/>
              <p:nvPr/>
            </p:nvSpPr>
            <p:spPr>
              <a:xfrm>
                <a:off x="5670236" y="4448014"/>
                <a:ext cx="92246" cy="80528"/>
              </a:xfrm>
              <a:custGeom>
                <a:rect b="b" l="l" r="r" t="t"/>
                <a:pathLst>
                  <a:path extrusionOk="0" h="1457" w="1669">
                    <a:moveTo>
                      <a:pt x="239" y="1"/>
                    </a:moveTo>
                    <a:cubicBezTo>
                      <a:pt x="146" y="1"/>
                      <a:pt x="80" y="14"/>
                      <a:pt x="53" y="27"/>
                    </a:cubicBezTo>
                    <a:cubicBezTo>
                      <a:pt x="14" y="40"/>
                      <a:pt x="0" y="54"/>
                      <a:pt x="0" y="93"/>
                    </a:cubicBezTo>
                    <a:cubicBezTo>
                      <a:pt x="0" y="120"/>
                      <a:pt x="14" y="146"/>
                      <a:pt x="40" y="160"/>
                    </a:cubicBezTo>
                    <a:cubicBezTo>
                      <a:pt x="80" y="173"/>
                      <a:pt x="120" y="173"/>
                      <a:pt x="186" y="173"/>
                    </a:cubicBezTo>
                    <a:cubicBezTo>
                      <a:pt x="225" y="186"/>
                      <a:pt x="265" y="186"/>
                      <a:pt x="292" y="199"/>
                    </a:cubicBezTo>
                    <a:cubicBezTo>
                      <a:pt x="305" y="212"/>
                      <a:pt x="345" y="239"/>
                      <a:pt x="371" y="292"/>
                    </a:cubicBezTo>
                    <a:lnTo>
                      <a:pt x="689" y="729"/>
                    </a:lnTo>
                    <a:lnTo>
                      <a:pt x="636" y="795"/>
                    </a:lnTo>
                    <a:lnTo>
                      <a:pt x="596" y="861"/>
                    </a:lnTo>
                    <a:lnTo>
                      <a:pt x="517" y="954"/>
                    </a:lnTo>
                    <a:cubicBezTo>
                      <a:pt x="490" y="993"/>
                      <a:pt x="450" y="1046"/>
                      <a:pt x="398" y="1126"/>
                    </a:cubicBezTo>
                    <a:cubicBezTo>
                      <a:pt x="371" y="1139"/>
                      <a:pt x="358" y="1152"/>
                      <a:pt x="331" y="1165"/>
                    </a:cubicBezTo>
                    <a:cubicBezTo>
                      <a:pt x="318" y="1179"/>
                      <a:pt x="292" y="1179"/>
                      <a:pt x="265" y="1192"/>
                    </a:cubicBezTo>
                    <a:cubicBezTo>
                      <a:pt x="212" y="1192"/>
                      <a:pt x="173" y="1205"/>
                      <a:pt x="133" y="1218"/>
                    </a:cubicBezTo>
                    <a:cubicBezTo>
                      <a:pt x="93" y="1232"/>
                      <a:pt x="80" y="1245"/>
                      <a:pt x="80" y="1285"/>
                    </a:cubicBezTo>
                    <a:cubicBezTo>
                      <a:pt x="80" y="1298"/>
                      <a:pt x="80" y="1324"/>
                      <a:pt x="80" y="1337"/>
                    </a:cubicBezTo>
                    <a:cubicBezTo>
                      <a:pt x="93" y="1337"/>
                      <a:pt x="106" y="1351"/>
                      <a:pt x="120" y="1351"/>
                    </a:cubicBezTo>
                    <a:cubicBezTo>
                      <a:pt x="133" y="1364"/>
                      <a:pt x="146" y="1364"/>
                      <a:pt x="159" y="1364"/>
                    </a:cubicBezTo>
                    <a:lnTo>
                      <a:pt x="556" y="1364"/>
                    </a:lnTo>
                    <a:cubicBezTo>
                      <a:pt x="570" y="1364"/>
                      <a:pt x="583" y="1377"/>
                      <a:pt x="609" y="1377"/>
                    </a:cubicBezTo>
                    <a:lnTo>
                      <a:pt x="675" y="1377"/>
                    </a:lnTo>
                    <a:cubicBezTo>
                      <a:pt x="702" y="1377"/>
                      <a:pt x="728" y="1364"/>
                      <a:pt x="755" y="1364"/>
                    </a:cubicBezTo>
                    <a:cubicBezTo>
                      <a:pt x="781" y="1351"/>
                      <a:pt x="808" y="1324"/>
                      <a:pt x="808" y="1298"/>
                    </a:cubicBezTo>
                    <a:cubicBezTo>
                      <a:pt x="808" y="1285"/>
                      <a:pt x="795" y="1258"/>
                      <a:pt x="781" y="1245"/>
                    </a:cubicBezTo>
                    <a:cubicBezTo>
                      <a:pt x="768" y="1218"/>
                      <a:pt x="715" y="1218"/>
                      <a:pt x="662" y="1218"/>
                    </a:cubicBezTo>
                    <a:cubicBezTo>
                      <a:pt x="636" y="1218"/>
                      <a:pt x="609" y="1205"/>
                      <a:pt x="609" y="1205"/>
                    </a:cubicBezTo>
                    <a:cubicBezTo>
                      <a:pt x="609" y="1192"/>
                      <a:pt x="596" y="1192"/>
                      <a:pt x="596" y="1179"/>
                    </a:cubicBezTo>
                    <a:cubicBezTo>
                      <a:pt x="596" y="1179"/>
                      <a:pt x="609" y="1152"/>
                      <a:pt x="623" y="1139"/>
                    </a:cubicBezTo>
                    <a:cubicBezTo>
                      <a:pt x="636" y="1112"/>
                      <a:pt x="649" y="1099"/>
                      <a:pt x="662" y="1086"/>
                    </a:cubicBezTo>
                    <a:cubicBezTo>
                      <a:pt x="689" y="1046"/>
                      <a:pt x="702" y="1020"/>
                      <a:pt x="728" y="993"/>
                    </a:cubicBezTo>
                    <a:cubicBezTo>
                      <a:pt x="742" y="980"/>
                      <a:pt x="768" y="940"/>
                      <a:pt x="808" y="887"/>
                    </a:cubicBezTo>
                    <a:cubicBezTo>
                      <a:pt x="834" y="927"/>
                      <a:pt x="861" y="967"/>
                      <a:pt x="887" y="1007"/>
                    </a:cubicBezTo>
                    <a:cubicBezTo>
                      <a:pt x="914" y="1033"/>
                      <a:pt x="940" y="1073"/>
                      <a:pt x="967" y="1112"/>
                    </a:cubicBezTo>
                    <a:cubicBezTo>
                      <a:pt x="980" y="1139"/>
                      <a:pt x="1006" y="1165"/>
                      <a:pt x="1020" y="1192"/>
                    </a:cubicBezTo>
                    <a:cubicBezTo>
                      <a:pt x="1033" y="1218"/>
                      <a:pt x="1046" y="1232"/>
                      <a:pt x="1046" y="1245"/>
                    </a:cubicBezTo>
                    <a:cubicBezTo>
                      <a:pt x="1046" y="1258"/>
                      <a:pt x="1033" y="1271"/>
                      <a:pt x="1033" y="1285"/>
                    </a:cubicBezTo>
                    <a:lnTo>
                      <a:pt x="993" y="1285"/>
                    </a:lnTo>
                    <a:cubicBezTo>
                      <a:pt x="967" y="1298"/>
                      <a:pt x="953" y="1311"/>
                      <a:pt x="953" y="1324"/>
                    </a:cubicBezTo>
                    <a:cubicBezTo>
                      <a:pt x="940" y="1337"/>
                      <a:pt x="940" y="1351"/>
                      <a:pt x="940" y="1364"/>
                    </a:cubicBezTo>
                    <a:cubicBezTo>
                      <a:pt x="940" y="1377"/>
                      <a:pt x="953" y="1404"/>
                      <a:pt x="967" y="1430"/>
                    </a:cubicBezTo>
                    <a:cubicBezTo>
                      <a:pt x="993" y="1443"/>
                      <a:pt x="1033" y="1457"/>
                      <a:pt x="1086" y="1457"/>
                    </a:cubicBezTo>
                    <a:lnTo>
                      <a:pt x="1536" y="1457"/>
                    </a:lnTo>
                    <a:cubicBezTo>
                      <a:pt x="1575" y="1457"/>
                      <a:pt x="1602" y="1457"/>
                      <a:pt x="1628" y="1443"/>
                    </a:cubicBezTo>
                    <a:cubicBezTo>
                      <a:pt x="1655" y="1443"/>
                      <a:pt x="1668" y="1417"/>
                      <a:pt x="1668" y="1377"/>
                    </a:cubicBezTo>
                    <a:cubicBezTo>
                      <a:pt x="1668" y="1351"/>
                      <a:pt x="1655" y="1337"/>
                      <a:pt x="1628" y="1324"/>
                    </a:cubicBezTo>
                    <a:cubicBezTo>
                      <a:pt x="1615" y="1311"/>
                      <a:pt x="1589" y="1298"/>
                      <a:pt x="1549" y="1298"/>
                    </a:cubicBezTo>
                    <a:lnTo>
                      <a:pt x="1456" y="1298"/>
                    </a:lnTo>
                    <a:cubicBezTo>
                      <a:pt x="1430" y="1298"/>
                      <a:pt x="1403" y="1285"/>
                      <a:pt x="1364" y="1271"/>
                    </a:cubicBezTo>
                    <a:cubicBezTo>
                      <a:pt x="1350" y="1271"/>
                      <a:pt x="1337" y="1258"/>
                      <a:pt x="1324" y="1245"/>
                    </a:cubicBezTo>
                    <a:cubicBezTo>
                      <a:pt x="1311" y="1232"/>
                      <a:pt x="1284" y="1205"/>
                      <a:pt x="1245" y="1165"/>
                    </a:cubicBezTo>
                    <a:cubicBezTo>
                      <a:pt x="1218" y="1126"/>
                      <a:pt x="1178" y="1073"/>
                      <a:pt x="1125" y="1007"/>
                    </a:cubicBezTo>
                    <a:cubicBezTo>
                      <a:pt x="1073" y="927"/>
                      <a:pt x="1006" y="835"/>
                      <a:pt x="927" y="729"/>
                    </a:cubicBezTo>
                    <a:cubicBezTo>
                      <a:pt x="967" y="676"/>
                      <a:pt x="1006" y="610"/>
                      <a:pt x="1046" y="557"/>
                    </a:cubicBezTo>
                    <a:cubicBezTo>
                      <a:pt x="1073" y="504"/>
                      <a:pt x="1125" y="451"/>
                      <a:pt x="1165" y="385"/>
                    </a:cubicBezTo>
                    <a:cubicBezTo>
                      <a:pt x="1205" y="345"/>
                      <a:pt x="1245" y="318"/>
                      <a:pt x="1271" y="305"/>
                    </a:cubicBezTo>
                    <a:cubicBezTo>
                      <a:pt x="1298" y="292"/>
                      <a:pt x="1337" y="292"/>
                      <a:pt x="1390" y="292"/>
                    </a:cubicBezTo>
                    <a:cubicBezTo>
                      <a:pt x="1430" y="292"/>
                      <a:pt x="1509" y="279"/>
                      <a:pt x="1589" y="279"/>
                    </a:cubicBezTo>
                    <a:cubicBezTo>
                      <a:pt x="1615" y="279"/>
                      <a:pt x="1628" y="279"/>
                      <a:pt x="1642" y="265"/>
                    </a:cubicBezTo>
                    <a:cubicBezTo>
                      <a:pt x="1655" y="239"/>
                      <a:pt x="1655" y="226"/>
                      <a:pt x="1655" y="212"/>
                    </a:cubicBezTo>
                    <a:cubicBezTo>
                      <a:pt x="1655" y="146"/>
                      <a:pt x="1642" y="120"/>
                      <a:pt x="1589" y="120"/>
                    </a:cubicBezTo>
                    <a:lnTo>
                      <a:pt x="1020" y="120"/>
                    </a:lnTo>
                    <a:cubicBezTo>
                      <a:pt x="980" y="120"/>
                      <a:pt x="953" y="120"/>
                      <a:pt x="927" y="133"/>
                    </a:cubicBezTo>
                    <a:cubicBezTo>
                      <a:pt x="900" y="146"/>
                      <a:pt x="887" y="173"/>
                      <a:pt x="887" y="212"/>
                    </a:cubicBezTo>
                    <a:cubicBezTo>
                      <a:pt x="887" y="226"/>
                      <a:pt x="887" y="252"/>
                      <a:pt x="914" y="265"/>
                    </a:cubicBezTo>
                    <a:cubicBezTo>
                      <a:pt x="927" y="265"/>
                      <a:pt x="940" y="279"/>
                      <a:pt x="953" y="279"/>
                    </a:cubicBezTo>
                    <a:cubicBezTo>
                      <a:pt x="953" y="292"/>
                      <a:pt x="967" y="292"/>
                      <a:pt x="967" y="305"/>
                    </a:cubicBezTo>
                    <a:cubicBezTo>
                      <a:pt x="967" y="305"/>
                      <a:pt x="953" y="332"/>
                      <a:pt x="940" y="358"/>
                    </a:cubicBezTo>
                    <a:cubicBezTo>
                      <a:pt x="927" y="385"/>
                      <a:pt x="900" y="411"/>
                      <a:pt x="874" y="451"/>
                    </a:cubicBezTo>
                    <a:lnTo>
                      <a:pt x="808" y="570"/>
                    </a:lnTo>
                    <a:cubicBezTo>
                      <a:pt x="768" y="517"/>
                      <a:pt x="742" y="477"/>
                      <a:pt x="715" y="437"/>
                    </a:cubicBezTo>
                    <a:cubicBezTo>
                      <a:pt x="689" y="398"/>
                      <a:pt x="662" y="371"/>
                      <a:pt x="636" y="332"/>
                    </a:cubicBezTo>
                    <a:cubicBezTo>
                      <a:pt x="623" y="305"/>
                      <a:pt x="596" y="279"/>
                      <a:pt x="596" y="252"/>
                    </a:cubicBezTo>
                    <a:cubicBezTo>
                      <a:pt x="583" y="239"/>
                      <a:pt x="570" y="226"/>
                      <a:pt x="570" y="212"/>
                    </a:cubicBezTo>
                    <a:cubicBezTo>
                      <a:pt x="570" y="199"/>
                      <a:pt x="583" y="186"/>
                      <a:pt x="596" y="186"/>
                    </a:cubicBezTo>
                    <a:lnTo>
                      <a:pt x="662" y="186"/>
                    </a:lnTo>
                    <a:cubicBezTo>
                      <a:pt x="702" y="186"/>
                      <a:pt x="728" y="173"/>
                      <a:pt x="742" y="160"/>
                    </a:cubicBezTo>
                    <a:cubicBezTo>
                      <a:pt x="755" y="133"/>
                      <a:pt x="768" y="120"/>
                      <a:pt x="768" y="107"/>
                    </a:cubicBezTo>
                    <a:cubicBezTo>
                      <a:pt x="768" y="93"/>
                      <a:pt x="768" y="80"/>
                      <a:pt x="768" y="67"/>
                    </a:cubicBezTo>
                    <a:cubicBezTo>
                      <a:pt x="768" y="54"/>
                      <a:pt x="755" y="40"/>
                      <a:pt x="742" y="40"/>
                    </a:cubicBezTo>
                    <a:cubicBezTo>
                      <a:pt x="728" y="27"/>
                      <a:pt x="715" y="14"/>
                      <a:pt x="689" y="14"/>
                    </a:cubicBezTo>
                    <a:cubicBezTo>
                      <a:pt x="675" y="1"/>
                      <a:pt x="636" y="1"/>
                      <a:pt x="596" y="1"/>
                    </a:cubicBez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5"/>
              <p:cNvSpPr/>
              <p:nvPr/>
            </p:nvSpPr>
            <p:spPr>
              <a:xfrm>
                <a:off x="5668799" y="4448014"/>
                <a:ext cx="100260" cy="84895"/>
              </a:xfrm>
              <a:custGeom>
                <a:rect b="b" l="l" r="r" t="t"/>
                <a:pathLst>
                  <a:path extrusionOk="0" h="1536" w="1814">
                    <a:moveTo>
                      <a:pt x="768" y="107"/>
                    </a:moveTo>
                    <a:lnTo>
                      <a:pt x="768" y="160"/>
                    </a:lnTo>
                    <a:lnTo>
                      <a:pt x="662" y="160"/>
                    </a:lnTo>
                    <a:cubicBezTo>
                      <a:pt x="609" y="160"/>
                      <a:pt x="556" y="212"/>
                      <a:pt x="556" y="265"/>
                    </a:cubicBezTo>
                    <a:cubicBezTo>
                      <a:pt x="556" y="265"/>
                      <a:pt x="609" y="265"/>
                      <a:pt x="609" y="332"/>
                    </a:cubicBezTo>
                    <a:cubicBezTo>
                      <a:pt x="609" y="332"/>
                      <a:pt x="609" y="385"/>
                      <a:pt x="662" y="385"/>
                    </a:cubicBezTo>
                    <a:cubicBezTo>
                      <a:pt x="662" y="437"/>
                      <a:pt x="715" y="490"/>
                      <a:pt x="715" y="490"/>
                    </a:cubicBezTo>
                    <a:cubicBezTo>
                      <a:pt x="768" y="543"/>
                      <a:pt x="768" y="596"/>
                      <a:pt x="821" y="662"/>
                    </a:cubicBezTo>
                    <a:lnTo>
                      <a:pt x="887" y="715"/>
                    </a:lnTo>
                    <a:lnTo>
                      <a:pt x="993" y="543"/>
                    </a:lnTo>
                    <a:cubicBezTo>
                      <a:pt x="993" y="490"/>
                      <a:pt x="1046" y="437"/>
                      <a:pt x="1046" y="437"/>
                    </a:cubicBezTo>
                    <a:cubicBezTo>
                      <a:pt x="1046" y="385"/>
                      <a:pt x="1099" y="385"/>
                      <a:pt x="1099" y="332"/>
                    </a:cubicBezTo>
                    <a:cubicBezTo>
                      <a:pt x="1099" y="265"/>
                      <a:pt x="1046" y="265"/>
                      <a:pt x="1046" y="265"/>
                    </a:cubicBezTo>
                    <a:lnTo>
                      <a:pt x="993" y="265"/>
                    </a:lnTo>
                    <a:lnTo>
                      <a:pt x="993" y="212"/>
                    </a:lnTo>
                    <a:lnTo>
                      <a:pt x="1654" y="212"/>
                    </a:lnTo>
                    <a:lnTo>
                      <a:pt x="1654" y="265"/>
                    </a:lnTo>
                    <a:lnTo>
                      <a:pt x="1324" y="265"/>
                    </a:lnTo>
                    <a:cubicBezTo>
                      <a:pt x="1271" y="332"/>
                      <a:pt x="1218" y="332"/>
                      <a:pt x="1218" y="385"/>
                    </a:cubicBezTo>
                    <a:cubicBezTo>
                      <a:pt x="1151" y="437"/>
                      <a:pt x="1099" y="490"/>
                      <a:pt x="1046" y="543"/>
                    </a:cubicBezTo>
                    <a:cubicBezTo>
                      <a:pt x="993" y="596"/>
                      <a:pt x="993" y="662"/>
                      <a:pt x="940" y="715"/>
                    </a:cubicBezTo>
                    <a:lnTo>
                      <a:pt x="940" y="768"/>
                    </a:lnTo>
                    <a:lnTo>
                      <a:pt x="940" y="821"/>
                    </a:lnTo>
                    <a:cubicBezTo>
                      <a:pt x="993" y="927"/>
                      <a:pt x="1099" y="993"/>
                      <a:pt x="1151" y="1099"/>
                    </a:cubicBezTo>
                    <a:cubicBezTo>
                      <a:pt x="1218" y="1152"/>
                      <a:pt x="1218" y="1205"/>
                      <a:pt x="1271" y="1258"/>
                    </a:cubicBezTo>
                    <a:cubicBezTo>
                      <a:pt x="1324" y="1258"/>
                      <a:pt x="1324" y="1324"/>
                      <a:pt x="1324" y="1324"/>
                    </a:cubicBezTo>
                    <a:cubicBezTo>
                      <a:pt x="1376" y="1324"/>
                      <a:pt x="1376" y="1377"/>
                      <a:pt x="1429" y="1377"/>
                    </a:cubicBezTo>
                    <a:lnTo>
                      <a:pt x="1601" y="1377"/>
                    </a:lnTo>
                    <a:cubicBezTo>
                      <a:pt x="1654" y="1377"/>
                      <a:pt x="1654" y="1430"/>
                      <a:pt x="1654" y="1430"/>
                    </a:cubicBezTo>
                    <a:lnTo>
                      <a:pt x="1099" y="1430"/>
                    </a:lnTo>
                    <a:lnTo>
                      <a:pt x="1046" y="1377"/>
                    </a:lnTo>
                    <a:lnTo>
                      <a:pt x="1099" y="1377"/>
                    </a:lnTo>
                    <a:cubicBezTo>
                      <a:pt x="1151" y="1377"/>
                      <a:pt x="1151" y="1324"/>
                      <a:pt x="1151" y="1258"/>
                    </a:cubicBezTo>
                    <a:lnTo>
                      <a:pt x="1151" y="1205"/>
                    </a:lnTo>
                    <a:cubicBezTo>
                      <a:pt x="1099" y="1152"/>
                      <a:pt x="1099" y="1152"/>
                      <a:pt x="1099" y="1099"/>
                    </a:cubicBezTo>
                    <a:cubicBezTo>
                      <a:pt x="1046" y="1099"/>
                      <a:pt x="1046" y="1046"/>
                      <a:pt x="993" y="993"/>
                    </a:cubicBezTo>
                    <a:cubicBezTo>
                      <a:pt x="993" y="993"/>
                      <a:pt x="940" y="927"/>
                      <a:pt x="940" y="874"/>
                    </a:cubicBezTo>
                    <a:lnTo>
                      <a:pt x="887" y="821"/>
                    </a:lnTo>
                    <a:lnTo>
                      <a:pt x="821" y="874"/>
                    </a:lnTo>
                    <a:cubicBezTo>
                      <a:pt x="768" y="927"/>
                      <a:pt x="768" y="993"/>
                      <a:pt x="715" y="993"/>
                    </a:cubicBezTo>
                    <a:cubicBezTo>
                      <a:pt x="715" y="1046"/>
                      <a:pt x="715" y="1046"/>
                      <a:pt x="662" y="1099"/>
                    </a:cubicBezTo>
                    <a:lnTo>
                      <a:pt x="662" y="1152"/>
                    </a:lnTo>
                    <a:cubicBezTo>
                      <a:pt x="609" y="1152"/>
                      <a:pt x="609" y="1152"/>
                      <a:pt x="609" y="1205"/>
                    </a:cubicBezTo>
                    <a:lnTo>
                      <a:pt x="609" y="1258"/>
                    </a:lnTo>
                    <a:cubicBezTo>
                      <a:pt x="662" y="1324"/>
                      <a:pt x="662" y="1324"/>
                      <a:pt x="715" y="1324"/>
                    </a:cubicBezTo>
                    <a:lnTo>
                      <a:pt x="821" y="1324"/>
                    </a:lnTo>
                    <a:cubicBezTo>
                      <a:pt x="768" y="1324"/>
                      <a:pt x="768" y="1377"/>
                      <a:pt x="715" y="1377"/>
                    </a:cubicBezTo>
                    <a:lnTo>
                      <a:pt x="662" y="1377"/>
                    </a:lnTo>
                    <a:lnTo>
                      <a:pt x="609" y="1324"/>
                    </a:lnTo>
                    <a:lnTo>
                      <a:pt x="225" y="1324"/>
                    </a:lnTo>
                    <a:cubicBezTo>
                      <a:pt x="278" y="1324"/>
                      <a:pt x="278" y="1324"/>
                      <a:pt x="331" y="1258"/>
                    </a:cubicBezTo>
                    <a:lnTo>
                      <a:pt x="437" y="1258"/>
                    </a:lnTo>
                    <a:lnTo>
                      <a:pt x="490" y="1205"/>
                    </a:lnTo>
                    <a:cubicBezTo>
                      <a:pt x="556" y="1099"/>
                      <a:pt x="609" y="1046"/>
                      <a:pt x="609" y="1046"/>
                    </a:cubicBezTo>
                    <a:cubicBezTo>
                      <a:pt x="662" y="993"/>
                      <a:pt x="662" y="927"/>
                      <a:pt x="715" y="927"/>
                    </a:cubicBezTo>
                    <a:cubicBezTo>
                      <a:pt x="715" y="927"/>
                      <a:pt x="715" y="874"/>
                      <a:pt x="768" y="874"/>
                    </a:cubicBezTo>
                    <a:lnTo>
                      <a:pt x="768" y="821"/>
                    </a:lnTo>
                    <a:lnTo>
                      <a:pt x="821" y="768"/>
                    </a:lnTo>
                    <a:lnTo>
                      <a:pt x="490" y="265"/>
                    </a:lnTo>
                    <a:cubicBezTo>
                      <a:pt x="437" y="265"/>
                      <a:pt x="437" y="212"/>
                      <a:pt x="384" y="160"/>
                    </a:cubicBezTo>
                    <a:lnTo>
                      <a:pt x="106" y="160"/>
                    </a:lnTo>
                    <a:lnTo>
                      <a:pt x="106" y="107"/>
                    </a:lnTo>
                    <a:close/>
                    <a:moveTo>
                      <a:pt x="106" y="1"/>
                    </a:moveTo>
                    <a:cubicBezTo>
                      <a:pt x="53" y="54"/>
                      <a:pt x="0" y="107"/>
                      <a:pt x="0" y="107"/>
                    </a:cubicBezTo>
                    <a:cubicBezTo>
                      <a:pt x="0" y="160"/>
                      <a:pt x="53" y="212"/>
                      <a:pt x="53" y="265"/>
                    </a:cubicBezTo>
                    <a:lnTo>
                      <a:pt x="331" y="265"/>
                    </a:lnTo>
                    <a:cubicBezTo>
                      <a:pt x="331" y="332"/>
                      <a:pt x="331" y="332"/>
                      <a:pt x="384" y="385"/>
                    </a:cubicBezTo>
                    <a:lnTo>
                      <a:pt x="662" y="768"/>
                    </a:lnTo>
                    <a:lnTo>
                      <a:pt x="662" y="821"/>
                    </a:lnTo>
                    <a:cubicBezTo>
                      <a:pt x="662" y="821"/>
                      <a:pt x="609" y="821"/>
                      <a:pt x="609" y="874"/>
                    </a:cubicBezTo>
                    <a:lnTo>
                      <a:pt x="556" y="927"/>
                    </a:lnTo>
                    <a:cubicBezTo>
                      <a:pt x="490" y="993"/>
                      <a:pt x="437" y="1046"/>
                      <a:pt x="384" y="1099"/>
                    </a:cubicBezTo>
                    <a:lnTo>
                      <a:pt x="384" y="1152"/>
                    </a:lnTo>
                    <a:lnTo>
                      <a:pt x="331" y="1152"/>
                    </a:lnTo>
                    <a:cubicBezTo>
                      <a:pt x="278" y="1152"/>
                      <a:pt x="225" y="1152"/>
                      <a:pt x="159" y="1205"/>
                    </a:cubicBezTo>
                    <a:cubicBezTo>
                      <a:pt x="106" y="1205"/>
                      <a:pt x="53" y="1258"/>
                      <a:pt x="53" y="1324"/>
                    </a:cubicBezTo>
                    <a:cubicBezTo>
                      <a:pt x="53" y="1377"/>
                      <a:pt x="53" y="1377"/>
                      <a:pt x="106" y="1430"/>
                    </a:cubicBezTo>
                    <a:lnTo>
                      <a:pt x="159" y="1430"/>
                    </a:lnTo>
                    <a:cubicBezTo>
                      <a:pt x="159" y="1483"/>
                      <a:pt x="225" y="1483"/>
                      <a:pt x="225" y="1483"/>
                    </a:cubicBezTo>
                    <a:lnTo>
                      <a:pt x="715" y="1483"/>
                    </a:lnTo>
                    <a:cubicBezTo>
                      <a:pt x="768" y="1483"/>
                      <a:pt x="821" y="1483"/>
                      <a:pt x="821" y="1430"/>
                    </a:cubicBezTo>
                    <a:cubicBezTo>
                      <a:pt x="887" y="1430"/>
                      <a:pt x="940" y="1377"/>
                      <a:pt x="940" y="1324"/>
                    </a:cubicBezTo>
                    <a:cubicBezTo>
                      <a:pt x="940" y="1258"/>
                      <a:pt x="887" y="1258"/>
                      <a:pt x="887" y="1258"/>
                    </a:cubicBezTo>
                    <a:cubicBezTo>
                      <a:pt x="821" y="1205"/>
                      <a:pt x="821" y="1205"/>
                      <a:pt x="768" y="1205"/>
                    </a:cubicBezTo>
                    <a:lnTo>
                      <a:pt x="768" y="1152"/>
                    </a:lnTo>
                    <a:cubicBezTo>
                      <a:pt x="768" y="1099"/>
                      <a:pt x="821" y="1099"/>
                      <a:pt x="821" y="1099"/>
                    </a:cubicBezTo>
                    <a:cubicBezTo>
                      <a:pt x="821" y="1046"/>
                      <a:pt x="887" y="1046"/>
                      <a:pt x="887" y="1046"/>
                    </a:cubicBezTo>
                    <a:lnTo>
                      <a:pt x="887" y="1099"/>
                    </a:lnTo>
                    <a:cubicBezTo>
                      <a:pt x="940" y="1099"/>
                      <a:pt x="940" y="1152"/>
                      <a:pt x="993" y="1152"/>
                    </a:cubicBezTo>
                    <a:cubicBezTo>
                      <a:pt x="993" y="1205"/>
                      <a:pt x="993" y="1258"/>
                      <a:pt x="1046" y="1258"/>
                    </a:cubicBezTo>
                    <a:cubicBezTo>
                      <a:pt x="993" y="1258"/>
                      <a:pt x="993" y="1324"/>
                      <a:pt x="940" y="1324"/>
                    </a:cubicBezTo>
                    <a:lnTo>
                      <a:pt x="940" y="1430"/>
                    </a:lnTo>
                    <a:cubicBezTo>
                      <a:pt x="940" y="1430"/>
                      <a:pt x="940" y="1483"/>
                      <a:pt x="993" y="1483"/>
                    </a:cubicBezTo>
                    <a:cubicBezTo>
                      <a:pt x="1046" y="1536"/>
                      <a:pt x="1099" y="1536"/>
                      <a:pt x="1151" y="1536"/>
                    </a:cubicBezTo>
                    <a:lnTo>
                      <a:pt x="1707" y="1536"/>
                    </a:lnTo>
                    <a:cubicBezTo>
                      <a:pt x="1760" y="1536"/>
                      <a:pt x="1813" y="1483"/>
                      <a:pt x="1813" y="1430"/>
                    </a:cubicBezTo>
                    <a:cubicBezTo>
                      <a:pt x="1813" y="1377"/>
                      <a:pt x="1760" y="1324"/>
                      <a:pt x="1707" y="1324"/>
                    </a:cubicBezTo>
                    <a:cubicBezTo>
                      <a:pt x="1707" y="1258"/>
                      <a:pt x="1654" y="1258"/>
                      <a:pt x="1601" y="1258"/>
                    </a:cubicBezTo>
                    <a:lnTo>
                      <a:pt x="1429" y="1258"/>
                    </a:lnTo>
                    <a:cubicBezTo>
                      <a:pt x="1429" y="1205"/>
                      <a:pt x="1376" y="1205"/>
                      <a:pt x="1376" y="1152"/>
                    </a:cubicBezTo>
                    <a:cubicBezTo>
                      <a:pt x="1324" y="1099"/>
                      <a:pt x="1271" y="1046"/>
                      <a:pt x="1218" y="993"/>
                    </a:cubicBezTo>
                    <a:cubicBezTo>
                      <a:pt x="1218" y="927"/>
                      <a:pt x="1099" y="874"/>
                      <a:pt x="1046" y="768"/>
                    </a:cubicBezTo>
                    <a:cubicBezTo>
                      <a:pt x="1099" y="715"/>
                      <a:pt x="1099" y="662"/>
                      <a:pt x="1151" y="596"/>
                    </a:cubicBezTo>
                    <a:cubicBezTo>
                      <a:pt x="1218" y="596"/>
                      <a:pt x="1218" y="543"/>
                      <a:pt x="1271" y="490"/>
                    </a:cubicBezTo>
                    <a:cubicBezTo>
                      <a:pt x="1324" y="437"/>
                      <a:pt x="1324" y="437"/>
                      <a:pt x="1376" y="385"/>
                    </a:cubicBezTo>
                    <a:lnTo>
                      <a:pt x="1654" y="385"/>
                    </a:lnTo>
                    <a:cubicBezTo>
                      <a:pt x="1707" y="385"/>
                      <a:pt x="1707" y="385"/>
                      <a:pt x="1707" y="332"/>
                    </a:cubicBezTo>
                    <a:lnTo>
                      <a:pt x="1760" y="332"/>
                    </a:lnTo>
                    <a:lnTo>
                      <a:pt x="1760" y="265"/>
                    </a:lnTo>
                    <a:lnTo>
                      <a:pt x="1760" y="160"/>
                    </a:lnTo>
                    <a:cubicBezTo>
                      <a:pt x="1760" y="160"/>
                      <a:pt x="1760" y="107"/>
                      <a:pt x="1707" y="107"/>
                    </a:cubicBezTo>
                    <a:lnTo>
                      <a:pt x="940" y="107"/>
                    </a:lnTo>
                    <a:cubicBezTo>
                      <a:pt x="887" y="160"/>
                      <a:pt x="887" y="212"/>
                      <a:pt x="887" y="265"/>
                    </a:cubicBezTo>
                    <a:cubicBezTo>
                      <a:pt x="887" y="265"/>
                      <a:pt x="887" y="332"/>
                      <a:pt x="940" y="332"/>
                    </a:cubicBezTo>
                    <a:lnTo>
                      <a:pt x="940" y="385"/>
                    </a:lnTo>
                    <a:cubicBezTo>
                      <a:pt x="940" y="385"/>
                      <a:pt x="940" y="437"/>
                      <a:pt x="887" y="437"/>
                    </a:cubicBezTo>
                    <a:lnTo>
                      <a:pt x="887" y="490"/>
                    </a:lnTo>
                    <a:cubicBezTo>
                      <a:pt x="821" y="490"/>
                      <a:pt x="821" y="437"/>
                      <a:pt x="821" y="437"/>
                    </a:cubicBezTo>
                    <a:cubicBezTo>
                      <a:pt x="768" y="385"/>
                      <a:pt x="768" y="385"/>
                      <a:pt x="768" y="332"/>
                    </a:cubicBezTo>
                    <a:cubicBezTo>
                      <a:pt x="715" y="332"/>
                      <a:pt x="715" y="332"/>
                      <a:pt x="715" y="265"/>
                    </a:cubicBezTo>
                    <a:cubicBezTo>
                      <a:pt x="768" y="265"/>
                      <a:pt x="821" y="265"/>
                      <a:pt x="821" y="212"/>
                    </a:cubicBezTo>
                    <a:cubicBezTo>
                      <a:pt x="887" y="212"/>
                      <a:pt x="887" y="160"/>
                      <a:pt x="887" y="160"/>
                    </a:cubicBezTo>
                    <a:lnTo>
                      <a:pt x="887" y="107"/>
                    </a:lnTo>
                    <a:lnTo>
                      <a:pt x="887" y="54"/>
                    </a:lnTo>
                    <a:lnTo>
                      <a:pt x="821" y="54"/>
                    </a:lnTo>
                    <a:cubicBezTo>
                      <a:pt x="821" y="1"/>
                      <a:pt x="821" y="1"/>
                      <a:pt x="768" y="1"/>
                    </a:cubicBezTo>
                    <a:close/>
                  </a:path>
                </a:pathLst>
              </a:custGeom>
              <a:solidFill>
                <a:srgbClr val="F09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5"/>
              <p:cNvSpPr/>
              <p:nvPr/>
            </p:nvSpPr>
            <p:spPr>
              <a:xfrm>
                <a:off x="4799733" y="3864528"/>
                <a:ext cx="1237772" cy="1187034"/>
              </a:xfrm>
              <a:custGeom>
                <a:rect b="b" l="l" r="r" t="t"/>
                <a:pathLst>
                  <a:path extrusionOk="0" h="21477" w="22395">
                    <a:moveTo>
                      <a:pt x="17201" y="8638"/>
                    </a:moveTo>
                    <a:cubicBezTo>
                      <a:pt x="17575" y="8638"/>
                      <a:pt x="17951" y="8924"/>
                      <a:pt x="17987" y="9340"/>
                    </a:cubicBezTo>
                    <a:lnTo>
                      <a:pt x="18318" y="16672"/>
                    </a:lnTo>
                    <a:cubicBezTo>
                      <a:pt x="18371" y="17228"/>
                      <a:pt x="17868" y="17718"/>
                      <a:pt x="17273" y="17718"/>
                    </a:cubicBezTo>
                    <a:lnTo>
                      <a:pt x="9821" y="17612"/>
                    </a:lnTo>
                    <a:cubicBezTo>
                      <a:pt x="9212" y="17612"/>
                      <a:pt x="8881" y="16844"/>
                      <a:pt x="9331" y="16447"/>
                    </a:cubicBezTo>
                    <a:lnTo>
                      <a:pt x="16717" y="8837"/>
                    </a:lnTo>
                    <a:cubicBezTo>
                      <a:pt x="16855" y="8699"/>
                      <a:pt x="17028" y="8638"/>
                      <a:pt x="17201" y="8638"/>
                    </a:cubicBezTo>
                    <a:close/>
                    <a:moveTo>
                      <a:pt x="20125" y="1"/>
                    </a:moveTo>
                    <a:cubicBezTo>
                      <a:pt x="19697" y="1"/>
                      <a:pt x="19262" y="159"/>
                      <a:pt x="18927" y="512"/>
                    </a:cubicBezTo>
                    <a:lnTo>
                      <a:pt x="993" y="18711"/>
                    </a:lnTo>
                    <a:cubicBezTo>
                      <a:pt x="0" y="19756"/>
                      <a:pt x="781" y="21477"/>
                      <a:pt x="2264" y="21477"/>
                    </a:cubicBezTo>
                    <a:lnTo>
                      <a:pt x="20303" y="21477"/>
                    </a:lnTo>
                    <a:cubicBezTo>
                      <a:pt x="21508" y="21477"/>
                      <a:pt x="22395" y="20537"/>
                      <a:pt x="22395" y="19425"/>
                    </a:cubicBezTo>
                    <a:lnTo>
                      <a:pt x="21786" y="1558"/>
                    </a:lnTo>
                    <a:cubicBezTo>
                      <a:pt x="21786" y="611"/>
                      <a:pt x="20967" y="1"/>
                      <a:pt x="20125" y="1"/>
                    </a:cubicBez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5"/>
              <p:cNvSpPr/>
              <p:nvPr/>
            </p:nvSpPr>
            <p:spPr>
              <a:xfrm>
                <a:off x="4845828" y="3874532"/>
                <a:ext cx="1027082" cy="1046648"/>
              </a:xfrm>
              <a:custGeom>
                <a:rect b="b" l="l" r="r" t="t"/>
                <a:pathLst>
                  <a:path extrusionOk="0" h="18937" w="18583">
                    <a:moveTo>
                      <a:pt x="18477" y="0"/>
                    </a:moveTo>
                    <a:cubicBezTo>
                      <a:pt x="18305" y="119"/>
                      <a:pt x="18199" y="225"/>
                      <a:pt x="18093" y="331"/>
                    </a:cubicBezTo>
                    <a:lnTo>
                      <a:pt x="159" y="18530"/>
                    </a:lnTo>
                    <a:cubicBezTo>
                      <a:pt x="106" y="18649"/>
                      <a:pt x="53" y="18702"/>
                      <a:pt x="0" y="18755"/>
                    </a:cubicBezTo>
                    <a:lnTo>
                      <a:pt x="0" y="18808"/>
                    </a:lnTo>
                    <a:cubicBezTo>
                      <a:pt x="80" y="18894"/>
                      <a:pt x="189" y="18937"/>
                      <a:pt x="293" y="18937"/>
                    </a:cubicBezTo>
                    <a:cubicBezTo>
                      <a:pt x="397" y="18937"/>
                      <a:pt x="497" y="18894"/>
                      <a:pt x="556" y="18808"/>
                    </a:cubicBezTo>
                    <a:lnTo>
                      <a:pt x="18477" y="556"/>
                    </a:lnTo>
                    <a:cubicBezTo>
                      <a:pt x="18583" y="384"/>
                      <a:pt x="18583" y="172"/>
                      <a:pt x="18477"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5"/>
              <p:cNvSpPr/>
              <p:nvPr/>
            </p:nvSpPr>
            <p:spPr>
              <a:xfrm>
                <a:off x="5818028" y="3941796"/>
                <a:ext cx="76107" cy="67374"/>
              </a:xfrm>
              <a:custGeom>
                <a:rect b="b" l="l" r="r" t="t"/>
                <a:pathLst>
                  <a:path extrusionOk="0" h="1219" w="1377">
                    <a:moveTo>
                      <a:pt x="0" y="1"/>
                    </a:moveTo>
                    <a:lnTo>
                      <a:pt x="0" y="160"/>
                    </a:lnTo>
                    <a:lnTo>
                      <a:pt x="1218" y="1219"/>
                    </a:lnTo>
                    <a:lnTo>
                      <a:pt x="1324" y="1219"/>
                    </a:lnTo>
                    <a:cubicBezTo>
                      <a:pt x="1376" y="1152"/>
                      <a:pt x="1376" y="1099"/>
                      <a:pt x="1324" y="1047"/>
                    </a:cubicBezTo>
                    <a:lnTo>
                      <a:pt x="172"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5"/>
              <p:cNvSpPr/>
              <p:nvPr/>
            </p:nvSpPr>
            <p:spPr>
              <a:xfrm>
                <a:off x="5647575" y="4112967"/>
                <a:ext cx="76107" cy="69585"/>
              </a:xfrm>
              <a:custGeom>
                <a:rect b="b" l="l" r="r" t="t"/>
                <a:pathLst>
                  <a:path extrusionOk="0" h="1259" w="1377">
                    <a:moveTo>
                      <a:pt x="86" y="1"/>
                    </a:moveTo>
                    <a:cubicBezTo>
                      <a:pt x="66" y="1"/>
                      <a:pt x="53" y="14"/>
                      <a:pt x="53" y="41"/>
                    </a:cubicBezTo>
                    <a:cubicBezTo>
                      <a:pt x="0" y="107"/>
                      <a:pt x="0" y="160"/>
                      <a:pt x="53" y="160"/>
                    </a:cubicBezTo>
                    <a:lnTo>
                      <a:pt x="1205" y="1258"/>
                    </a:lnTo>
                    <a:lnTo>
                      <a:pt x="1377" y="1258"/>
                    </a:lnTo>
                    <a:cubicBezTo>
                      <a:pt x="1377" y="1205"/>
                      <a:pt x="1377" y="1152"/>
                      <a:pt x="1324" y="1100"/>
                    </a:cubicBezTo>
                    <a:lnTo>
                      <a:pt x="159" y="41"/>
                    </a:lnTo>
                    <a:cubicBezTo>
                      <a:pt x="133" y="14"/>
                      <a:pt x="106" y="1"/>
                      <a:pt x="86"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5"/>
              <p:cNvSpPr/>
              <p:nvPr/>
            </p:nvSpPr>
            <p:spPr>
              <a:xfrm>
                <a:off x="5775580" y="3984243"/>
                <a:ext cx="54883" cy="49080"/>
              </a:xfrm>
              <a:custGeom>
                <a:rect b="b" l="l" r="r" t="t"/>
                <a:pathLst>
                  <a:path extrusionOk="0" h="888" w="993">
                    <a:moveTo>
                      <a:pt x="53" y="1"/>
                    </a:moveTo>
                    <a:cubicBezTo>
                      <a:pt x="0" y="54"/>
                      <a:pt x="0" y="54"/>
                      <a:pt x="53" y="120"/>
                    </a:cubicBezTo>
                    <a:lnTo>
                      <a:pt x="874" y="887"/>
                    </a:lnTo>
                    <a:lnTo>
                      <a:pt x="993" y="887"/>
                    </a:lnTo>
                    <a:lnTo>
                      <a:pt x="993" y="781"/>
                    </a:lnTo>
                    <a:lnTo>
                      <a:pt x="106"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5"/>
              <p:cNvSpPr/>
              <p:nvPr/>
            </p:nvSpPr>
            <p:spPr>
              <a:xfrm>
                <a:off x="5736062" y="4024646"/>
                <a:ext cx="54938" cy="50351"/>
              </a:xfrm>
              <a:custGeom>
                <a:rect b="b" l="l" r="r" t="t"/>
                <a:pathLst>
                  <a:path extrusionOk="0" h="911" w="994">
                    <a:moveTo>
                      <a:pt x="73" y="1"/>
                    </a:moveTo>
                    <a:cubicBezTo>
                      <a:pt x="54" y="1"/>
                      <a:pt x="27" y="17"/>
                      <a:pt x="1" y="50"/>
                    </a:cubicBezTo>
                    <a:lnTo>
                      <a:pt x="1" y="103"/>
                    </a:lnTo>
                    <a:lnTo>
                      <a:pt x="874" y="871"/>
                    </a:lnTo>
                    <a:cubicBezTo>
                      <a:pt x="901" y="898"/>
                      <a:pt x="914" y="911"/>
                      <a:pt x="929" y="911"/>
                    </a:cubicBezTo>
                    <a:cubicBezTo>
                      <a:pt x="944" y="911"/>
                      <a:pt x="960" y="898"/>
                      <a:pt x="993" y="871"/>
                    </a:cubicBezTo>
                    <a:lnTo>
                      <a:pt x="993" y="818"/>
                    </a:lnTo>
                    <a:lnTo>
                      <a:pt x="107" y="50"/>
                    </a:lnTo>
                    <a:cubicBezTo>
                      <a:pt x="107" y="17"/>
                      <a:pt x="93" y="1"/>
                      <a:pt x="73"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5"/>
              <p:cNvSpPr/>
              <p:nvPr/>
            </p:nvSpPr>
            <p:spPr>
              <a:xfrm>
                <a:off x="5695826" y="4066927"/>
                <a:ext cx="54938" cy="48306"/>
              </a:xfrm>
              <a:custGeom>
                <a:rect b="b" l="l" r="r" t="t"/>
                <a:pathLst>
                  <a:path extrusionOk="0" h="874" w="994">
                    <a:moveTo>
                      <a:pt x="1" y="0"/>
                    </a:moveTo>
                    <a:lnTo>
                      <a:pt x="1" y="106"/>
                    </a:lnTo>
                    <a:lnTo>
                      <a:pt x="887" y="874"/>
                    </a:lnTo>
                    <a:lnTo>
                      <a:pt x="940" y="874"/>
                    </a:lnTo>
                    <a:cubicBezTo>
                      <a:pt x="993" y="874"/>
                      <a:pt x="993" y="821"/>
                      <a:pt x="940" y="768"/>
                    </a:cubicBezTo>
                    <a:lnTo>
                      <a:pt x="120"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5"/>
              <p:cNvSpPr/>
              <p:nvPr/>
            </p:nvSpPr>
            <p:spPr>
              <a:xfrm>
                <a:off x="5604409" y="4158344"/>
                <a:ext cx="54883" cy="48361"/>
              </a:xfrm>
              <a:custGeom>
                <a:rect b="b" l="l" r="r" t="t"/>
                <a:pathLst>
                  <a:path extrusionOk="0" h="875" w="993">
                    <a:moveTo>
                      <a:pt x="66" y="1"/>
                    </a:moveTo>
                    <a:cubicBezTo>
                      <a:pt x="0" y="54"/>
                      <a:pt x="0" y="54"/>
                      <a:pt x="66" y="106"/>
                    </a:cubicBezTo>
                    <a:lnTo>
                      <a:pt x="887" y="874"/>
                    </a:lnTo>
                    <a:lnTo>
                      <a:pt x="993" y="874"/>
                    </a:lnTo>
                    <a:lnTo>
                      <a:pt x="993" y="768"/>
                    </a:lnTo>
                    <a:lnTo>
                      <a:pt x="11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5"/>
              <p:cNvSpPr/>
              <p:nvPr/>
            </p:nvSpPr>
            <p:spPr>
              <a:xfrm>
                <a:off x="5564891" y="4198580"/>
                <a:ext cx="54938" cy="50517"/>
              </a:xfrm>
              <a:custGeom>
                <a:rect b="b" l="l" r="r" t="t"/>
                <a:pathLst>
                  <a:path extrusionOk="0" h="914" w="994">
                    <a:moveTo>
                      <a:pt x="87" y="1"/>
                    </a:moveTo>
                    <a:cubicBezTo>
                      <a:pt x="70" y="1"/>
                      <a:pt x="54" y="14"/>
                      <a:pt x="54" y="40"/>
                    </a:cubicBezTo>
                    <a:cubicBezTo>
                      <a:pt x="1" y="40"/>
                      <a:pt x="1" y="93"/>
                      <a:pt x="54" y="93"/>
                    </a:cubicBezTo>
                    <a:lnTo>
                      <a:pt x="887" y="874"/>
                    </a:lnTo>
                    <a:cubicBezTo>
                      <a:pt x="914" y="901"/>
                      <a:pt x="927" y="914"/>
                      <a:pt x="940" y="914"/>
                    </a:cubicBezTo>
                    <a:cubicBezTo>
                      <a:pt x="954" y="914"/>
                      <a:pt x="967" y="901"/>
                      <a:pt x="993" y="874"/>
                    </a:cubicBezTo>
                    <a:lnTo>
                      <a:pt x="993" y="808"/>
                    </a:lnTo>
                    <a:lnTo>
                      <a:pt x="120" y="40"/>
                    </a:lnTo>
                    <a:cubicBezTo>
                      <a:pt x="120" y="14"/>
                      <a:pt x="103" y="1"/>
                      <a:pt x="87"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5"/>
              <p:cNvSpPr/>
              <p:nvPr/>
            </p:nvSpPr>
            <p:spPr>
              <a:xfrm>
                <a:off x="5525373" y="4240254"/>
                <a:ext cx="54938" cy="49080"/>
              </a:xfrm>
              <a:custGeom>
                <a:rect b="b" l="l" r="r" t="t"/>
                <a:pathLst>
                  <a:path extrusionOk="0" h="888" w="994">
                    <a:moveTo>
                      <a:pt x="1" y="1"/>
                    </a:moveTo>
                    <a:lnTo>
                      <a:pt x="1" y="120"/>
                    </a:lnTo>
                    <a:lnTo>
                      <a:pt x="888" y="888"/>
                    </a:lnTo>
                    <a:lnTo>
                      <a:pt x="994" y="888"/>
                    </a:lnTo>
                    <a:cubicBezTo>
                      <a:pt x="994" y="888"/>
                      <a:pt x="994" y="835"/>
                      <a:pt x="941" y="782"/>
                    </a:cubicBezTo>
                    <a:lnTo>
                      <a:pt x="107"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5"/>
              <p:cNvSpPr/>
              <p:nvPr/>
            </p:nvSpPr>
            <p:spPr>
              <a:xfrm>
                <a:off x="5433956" y="4331726"/>
                <a:ext cx="57868" cy="49080"/>
              </a:xfrm>
              <a:custGeom>
                <a:rect b="b" l="l" r="r" t="t"/>
                <a:pathLst>
                  <a:path extrusionOk="0" h="888" w="1047">
                    <a:moveTo>
                      <a:pt x="53" y="0"/>
                    </a:moveTo>
                    <a:cubicBezTo>
                      <a:pt x="0" y="53"/>
                      <a:pt x="0" y="53"/>
                      <a:pt x="53" y="119"/>
                    </a:cubicBezTo>
                    <a:lnTo>
                      <a:pt x="940" y="887"/>
                    </a:lnTo>
                    <a:lnTo>
                      <a:pt x="993" y="887"/>
                    </a:lnTo>
                    <a:cubicBezTo>
                      <a:pt x="1046" y="887"/>
                      <a:pt x="1046" y="834"/>
                      <a:pt x="993" y="781"/>
                    </a:cubicBezTo>
                    <a:lnTo>
                      <a:pt x="173"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5"/>
              <p:cNvSpPr/>
              <p:nvPr/>
            </p:nvSpPr>
            <p:spPr>
              <a:xfrm>
                <a:off x="5394438" y="4372128"/>
                <a:ext cx="54938" cy="50351"/>
              </a:xfrm>
              <a:custGeom>
                <a:rect b="b" l="l" r="r" t="t"/>
                <a:pathLst>
                  <a:path extrusionOk="0" h="911" w="994">
                    <a:moveTo>
                      <a:pt x="80" y="1"/>
                    </a:moveTo>
                    <a:cubicBezTo>
                      <a:pt x="67" y="1"/>
                      <a:pt x="54" y="17"/>
                      <a:pt x="54" y="50"/>
                    </a:cubicBezTo>
                    <a:cubicBezTo>
                      <a:pt x="1" y="50"/>
                      <a:pt x="1" y="103"/>
                      <a:pt x="54" y="103"/>
                    </a:cubicBezTo>
                    <a:lnTo>
                      <a:pt x="888" y="871"/>
                    </a:lnTo>
                    <a:cubicBezTo>
                      <a:pt x="914" y="897"/>
                      <a:pt x="940" y="910"/>
                      <a:pt x="960" y="910"/>
                    </a:cubicBezTo>
                    <a:cubicBezTo>
                      <a:pt x="980" y="910"/>
                      <a:pt x="993" y="897"/>
                      <a:pt x="993" y="871"/>
                    </a:cubicBezTo>
                    <a:lnTo>
                      <a:pt x="993" y="818"/>
                    </a:lnTo>
                    <a:lnTo>
                      <a:pt x="107" y="50"/>
                    </a:lnTo>
                    <a:cubicBezTo>
                      <a:pt x="107" y="17"/>
                      <a:pt x="93" y="1"/>
                      <a:pt x="80"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5"/>
              <p:cNvSpPr/>
              <p:nvPr/>
            </p:nvSpPr>
            <p:spPr>
              <a:xfrm>
                <a:off x="5354975" y="4414354"/>
                <a:ext cx="54883" cy="48361"/>
              </a:xfrm>
              <a:custGeom>
                <a:rect b="b" l="l" r="r" t="t"/>
                <a:pathLst>
                  <a:path extrusionOk="0" h="875" w="993">
                    <a:moveTo>
                      <a:pt x="0" y="1"/>
                    </a:moveTo>
                    <a:cubicBezTo>
                      <a:pt x="0" y="54"/>
                      <a:pt x="0" y="54"/>
                      <a:pt x="53" y="107"/>
                    </a:cubicBezTo>
                    <a:lnTo>
                      <a:pt x="874" y="874"/>
                    </a:lnTo>
                    <a:lnTo>
                      <a:pt x="993" y="874"/>
                    </a:lnTo>
                    <a:lnTo>
                      <a:pt x="993" y="769"/>
                    </a:lnTo>
                    <a:lnTo>
                      <a:pt x="106"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5"/>
              <p:cNvSpPr/>
              <p:nvPr/>
            </p:nvSpPr>
            <p:spPr>
              <a:xfrm>
                <a:off x="5266433" y="4505826"/>
                <a:ext cx="54938" cy="48306"/>
              </a:xfrm>
              <a:custGeom>
                <a:rect b="b" l="l" r="r" t="t"/>
                <a:pathLst>
                  <a:path extrusionOk="0" h="874" w="994">
                    <a:moveTo>
                      <a:pt x="1" y="0"/>
                    </a:moveTo>
                    <a:lnTo>
                      <a:pt x="1" y="106"/>
                    </a:lnTo>
                    <a:lnTo>
                      <a:pt x="887" y="874"/>
                    </a:lnTo>
                    <a:lnTo>
                      <a:pt x="940" y="874"/>
                    </a:lnTo>
                    <a:cubicBezTo>
                      <a:pt x="993" y="874"/>
                      <a:pt x="993" y="821"/>
                      <a:pt x="940" y="768"/>
                    </a:cubicBezTo>
                    <a:lnTo>
                      <a:pt x="106"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5"/>
              <p:cNvSpPr/>
              <p:nvPr/>
            </p:nvSpPr>
            <p:spPr>
              <a:xfrm>
                <a:off x="5223986" y="4546063"/>
                <a:ext cx="57868" cy="50517"/>
              </a:xfrm>
              <a:custGeom>
                <a:rect b="b" l="l" r="r" t="t"/>
                <a:pathLst>
                  <a:path extrusionOk="0" h="914" w="1047">
                    <a:moveTo>
                      <a:pt x="87" y="0"/>
                    </a:moveTo>
                    <a:cubicBezTo>
                      <a:pt x="67" y="0"/>
                      <a:pt x="54" y="13"/>
                      <a:pt x="54" y="40"/>
                    </a:cubicBezTo>
                    <a:cubicBezTo>
                      <a:pt x="1" y="40"/>
                      <a:pt x="1" y="93"/>
                      <a:pt x="54" y="93"/>
                    </a:cubicBezTo>
                    <a:lnTo>
                      <a:pt x="874" y="874"/>
                    </a:lnTo>
                    <a:cubicBezTo>
                      <a:pt x="901" y="900"/>
                      <a:pt x="931" y="913"/>
                      <a:pt x="954" y="913"/>
                    </a:cubicBezTo>
                    <a:cubicBezTo>
                      <a:pt x="977" y="913"/>
                      <a:pt x="994" y="900"/>
                      <a:pt x="994" y="874"/>
                    </a:cubicBezTo>
                    <a:cubicBezTo>
                      <a:pt x="1047" y="874"/>
                      <a:pt x="1047" y="808"/>
                      <a:pt x="994" y="808"/>
                    </a:cubicBezTo>
                    <a:lnTo>
                      <a:pt x="160" y="40"/>
                    </a:lnTo>
                    <a:cubicBezTo>
                      <a:pt x="133" y="13"/>
                      <a:pt x="107" y="0"/>
                      <a:pt x="87"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5"/>
              <p:cNvSpPr/>
              <p:nvPr/>
            </p:nvSpPr>
            <p:spPr>
              <a:xfrm>
                <a:off x="5183804" y="4587736"/>
                <a:ext cx="54883" cy="49080"/>
              </a:xfrm>
              <a:custGeom>
                <a:rect b="b" l="l" r="r" t="t"/>
                <a:pathLst>
                  <a:path extrusionOk="0" h="888" w="993">
                    <a:moveTo>
                      <a:pt x="66" y="1"/>
                    </a:moveTo>
                    <a:cubicBezTo>
                      <a:pt x="0" y="54"/>
                      <a:pt x="0" y="120"/>
                      <a:pt x="66" y="120"/>
                    </a:cubicBezTo>
                    <a:lnTo>
                      <a:pt x="887" y="887"/>
                    </a:lnTo>
                    <a:lnTo>
                      <a:pt x="993" y="887"/>
                    </a:lnTo>
                    <a:lnTo>
                      <a:pt x="993" y="782"/>
                    </a:lnTo>
                    <a:lnTo>
                      <a:pt x="11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5"/>
              <p:cNvSpPr/>
              <p:nvPr/>
            </p:nvSpPr>
            <p:spPr>
              <a:xfrm>
                <a:off x="5095980" y="4679208"/>
                <a:ext cx="54938" cy="49024"/>
              </a:xfrm>
              <a:custGeom>
                <a:rect b="b" l="l" r="r" t="t"/>
                <a:pathLst>
                  <a:path extrusionOk="0" h="887" w="994">
                    <a:moveTo>
                      <a:pt x="1" y="0"/>
                    </a:moveTo>
                    <a:lnTo>
                      <a:pt x="1" y="119"/>
                    </a:lnTo>
                    <a:lnTo>
                      <a:pt x="874" y="887"/>
                    </a:lnTo>
                    <a:lnTo>
                      <a:pt x="993" y="887"/>
                    </a:lnTo>
                    <a:cubicBezTo>
                      <a:pt x="993" y="887"/>
                      <a:pt x="993" y="834"/>
                      <a:pt x="927" y="781"/>
                    </a:cubicBezTo>
                    <a:lnTo>
                      <a:pt x="107"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5"/>
              <p:cNvSpPr/>
              <p:nvPr/>
            </p:nvSpPr>
            <p:spPr>
              <a:xfrm>
                <a:off x="5055744" y="4719611"/>
                <a:ext cx="54938" cy="50351"/>
              </a:xfrm>
              <a:custGeom>
                <a:rect b="b" l="l" r="r" t="t"/>
                <a:pathLst>
                  <a:path extrusionOk="0" h="911" w="994">
                    <a:moveTo>
                      <a:pt x="41" y="0"/>
                    </a:moveTo>
                    <a:cubicBezTo>
                      <a:pt x="17" y="0"/>
                      <a:pt x="1" y="17"/>
                      <a:pt x="1" y="50"/>
                    </a:cubicBezTo>
                    <a:lnTo>
                      <a:pt x="1" y="103"/>
                    </a:lnTo>
                    <a:lnTo>
                      <a:pt x="888" y="871"/>
                    </a:lnTo>
                    <a:cubicBezTo>
                      <a:pt x="888" y="897"/>
                      <a:pt x="901" y="910"/>
                      <a:pt x="914" y="910"/>
                    </a:cubicBezTo>
                    <a:cubicBezTo>
                      <a:pt x="927" y="910"/>
                      <a:pt x="941" y="897"/>
                      <a:pt x="941" y="871"/>
                    </a:cubicBezTo>
                    <a:cubicBezTo>
                      <a:pt x="993" y="871"/>
                      <a:pt x="993" y="818"/>
                      <a:pt x="941" y="818"/>
                    </a:cubicBezTo>
                    <a:lnTo>
                      <a:pt x="120" y="50"/>
                    </a:lnTo>
                    <a:cubicBezTo>
                      <a:pt x="93" y="17"/>
                      <a:pt x="64" y="0"/>
                      <a:pt x="41"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5"/>
              <p:cNvSpPr/>
              <p:nvPr/>
            </p:nvSpPr>
            <p:spPr>
              <a:xfrm>
                <a:off x="5013352" y="4761837"/>
                <a:ext cx="54883" cy="48361"/>
              </a:xfrm>
              <a:custGeom>
                <a:rect b="b" l="l" r="r" t="t"/>
                <a:pathLst>
                  <a:path extrusionOk="0" h="875" w="993">
                    <a:moveTo>
                      <a:pt x="53" y="1"/>
                    </a:moveTo>
                    <a:cubicBezTo>
                      <a:pt x="0" y="54"/>
                      <a:pt x="0" y="107"/>
                      <a:pt x="53" y="107"/>
                    </a:cubicBezTo>
                    <a:lnTo>
                      <a:pt x="887" y="874"/>
                    </a:lnTo>
                    <a:lnTo>
                      <a:pt x="993" y="874"/>
                    </a:lnTo>
                    <a:lnTo>
                      <a:pt x="993" y="768"/>
                    </a:lnTo>
                    <a:lnTo>
                      <a:pt x="106"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5"/>
              <p:cNvSpPr/>
              <p:nvPr/>
            </p:nvSpPr>
            <p:spPr>
              <a:xfrm>
                <a:off x="4924809" y="4853309"/>
                <a:ext cx="54938" cy="48306"/>
              </a:xfrm>
              <a:custGeom>
                <a:rect b="b" l="l" r="r" t="t"/>
                <a:pathLst>
                  <a:path extrusionOk="0" h="874" w="994">
                    <a:moveTo>
                      <a:pt x="1" y="0"/>
                    </a:moveTo>
                    <a:lnTo>
                      <a:pt x="1" y="106"/>
                    </a:lnTo>
                    <a:lnTo>
                      <a:pt x="887" y="874"/>
                    </a:lnTo>
                    <a:lnTo>
                      <a:pt x="993" y="874"/>
                    </a:lnTo>
                    <a:lnTo>
                      <a:pt x="993" y="768"/>
                    </a:lnTo>
                    <a:lnTo>
                      <a:pt x="120"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5"/>
              <p:cNvSpPr/>
              <p:nvPr/>
            </p:nvSpPr>
            <p:spPr>
              <a:xfrm>
                <a:off x="4885346" y="4893490"/>
                <a:ext cx="54883" cy="51291"/>
              </a:xfrm>
              <a:custGeom>
                <a:rect b="b" l="l" r="r" t="t"/>
                <a:pathLst>
                  <a:path extrusionOk="0" h="928" w="993">
                    <a:moveTo>
                      <a:pt x="53" y="1"/>
                    </a:moveTo>
                    <a:cubicBezTo>
                      <a:pt x="40" y="1"/>
                      <a:pt x="26" y="14"/>
                      <a:pt x="0" y="41"/>
                    </a:cubicBezTo>
                    <a:lnTo>
                      <a:pt x="0" y="94"/>
                    </a:lnTo>
                    <a:lnTo>
                      <a:pt x="887" y="874"/>
                    </a:lnTo>
                    <a:cubicBezTo>
                      <a:pt x="887" y="927"/>
                      <a:pt x="940" y="927"/>
                      <a:pt x="940" y="927"/>
                    </a:cubicBezTo>
                    <a:cubicBezTo>
                      <a:pt x="993" y="874"/>
                      <a:pt x="993" y="808"/>
                      <a:pt x="940" y="808"/>
                    </a:cubicBezTo>
                    <a:lnTo>
                      <a:pt x="106" y="41"/>
                    </a:lnTo>
                    <a:cubicBezTo>
                      <a:pt x="79" y="14"/>
                      <a:pt x="66" y="1"/>
                      <a:pt x="53"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5"/>
              <p:cNvSpPr/>
              <p:nvPr/>
            </p:nvSpPr>
            <p:spPr>
              <a:xfrm>
                <a:off x="5480051" y="4287068"/>
                <a:ext cx="76107" cy="68645"/>
              </a:xfrm>
              <a:custGeom>
                <a:rect b="b" l="l" r="r" t="t"/>
                <a:pathLst>
                  <a:path extrusionOk="0" h="1242" w="1377">
                    <a:moveTo>
                      <a:pt x="80" y="1"/>
                    </a:moveTo>
                    <a:cubicBezTo>
                      <a:pt x="53" y="1"/>
                      <a:pt x="27" y="14"/>
                      <a:pt x="0" y="41"/>
                    </a:cubicBezTo>
                    <a:lnTo>
                      <a:pt x="0" y="147"/>
                    </a:lnTo>
                    <a:lnTo>
                      <a:pt x="1205" y="1192"/>
                    </a:lnTo>
                    <a:cubicBezTo>
                      <a:pt x="1205" y="1225"/>
                      <a:pt x="1218" y="1242"/>
                      <a:pt x="1239" y="1242"/>
                    </a:cubicBezTo>
                    <a:cubicBezTo>
                      <a:pt x="1261" y="1242"/>
                      <a:pt x="1291" y="1225"/>
                      <a:pt x="1324" y="1192"/>
                    </a:cubicBezTo>
                    <a:cubicBezTo>
                      <a:pt x="1377" y="1192"/>
                      <a:pt x="1377" y="1139"/>
                      <a:pt x="1324" y="1086"/>
                    </a:cubicBezTo>
                    <a:lnTo>
                      <a:pt x="159" y="41"/>
                    </a:lnTo>
                    <a:cubicBezTo>
                      <a:pt x="133" y="14"/>
                      <a:pt x="106" y="1"/>
                      <a:pt x="80"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5"/>
              <p:cNvSpPr/>
              <p:nvPr/>
            </p:nvSpPr>
            <p:spPr>
              <a:xfrm>
                <a:off x="5308880" y="4459731"/>
                <a:ext cx="76107" cy="69530"/>
              </a:xfrm>
              <a:custGeom>
                <a:rect b="b" l="l" r="r" t="t"/>
                <a:pathLst>
                  <a:path extrusionOk="0" h="1258" w="1377">
                    <a:moveTo>
                      <a:pt x="53" y="0"/>
                    </a:moveTo>
                    <a:cubicBezTo>
                      <a:pt x="0" y="53"/>
                      <a:pt x="0" y="120"/>
                      <a:pt x="53" y="173"/>
                    </a:cubicBezTo>
                    <a:lnTo>
                      <a:pt x="1218" y="1218"/>
                    </a:lnTo>
                    <a:cubicBezTo>
                      <a:pt x="1244" y="1245"/>
                      <a:pt x="1271" y="1258"/>
                      <a:pt x="1291" y="1258"/>
                    </a:cubicBezTo>
                    <a:cubicBezTo>
                      <a:pt x="1311" y="1258"/>
                      <a:pt x="1324" y="1245"/>
                      <a:pt x="1324" y="1218"/>
                    </a:cubicBezTo>
                    <a:cubicBezTo>
                      <a:pt x="1377" y="1165"/>
                      <a:pt x="1377" y="1112"/>
                      <a:pt x="1324" y="1112"/>
                    </a:cubicBezTo>
                    <a:lnTo>
                      <a:pt x="172"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5"/>
              <p:cNvSpPr/>
              <p:nvPr/>
            </p:nvSpPr>
            <p:spPr>
              <a:xfrm>
                <a:off x="5138428" y="4631621"/>
                <a:ext cx="79036" cy="68811"/>
              </a:xfrm>
              <a:custGeom>
                <a:rect b="b" l="l" r="r" t="t"/>
                <a:pathLst>
                  <a:path extrusionOk="0" h="1245" w="1430">
                    <a:moveTo>
                      <a:pt x="134" y="1"/>
                    </a:moveTo>
                    <a:cubicBezTo>
                      <a:pt x="106" y="1"/>
                      <a:pt x="80" y="14"/>
                      <a:pt x="53" y="40"/>
                    </a:cubicBezTo>
                    <a:cubicBezTo>
                      <a:pt x="0" y="93"/>
                      <a:pt x="53" y="146"/>
                      <a:pt x="53" y="146"/>
                    </a:cubicBezTo>
                    <a:lnTo>
                      <a:pt x="1271" y="1245"/>
                    </a:lnTo>
                    <a:lnTo>
                      <a:pt x="1377" y="1245"/>
                    </a:lnTo>
                    <a:cubicBezTo>
                      <a:pt x="1430" y="1192"/>
                      <a:pt x="1430" y="1139"/>
                      <a:pt x="1377" y="1086"/>
                    </a:cubicBezTo>
                    <a:lnTo>
                      <a:pt x="225" y="40"/>
                    </a:lnTo>
                    <a:cubicBezTo>
                      <a:pt x="192" y="14"/>
                      <a:pt x="163" y="1"/>
                      <a:pt x="134"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5"/>
              <p:cNvSpPr/>
              <p:nvPr/>
            </p:nvSpPr>
            <p:spPr>
              <a:xfrm>
                <a:off x="4970904" y="4805003"/>
                <a:ext cx="76107" cy="68811"/>
              </a:xfrm>
              <a:custGeom>
                <a:rect b="b" l="l" r="r" t="t"/>
                <a:pathLst>
                  <a:path extrusionOk="0" h="1245" w="1377">
                    <a:moveTo>
                      <a:pt x="87" y="1"/>
                    </a:moveTo>
                    <a:cubicBezTo>
                      <a:pt x="67" y="1"/>
                      <a:pt x="53" y="14"/>
                      <a:pt x="53" y="40"/>
                    </a:cubicBezTo>
                    <a:cubicBezTo>
                      <a:pt x="1" y="40"/>
                      <a:pt x="1" y="93"/>
                      <a:pt x="53" y="159"/>
                    </a:cubicBezTo>
                    <a:lnTo>
                      <a:pt x="1205" y="1205"/>
                    </a:lnTo>
                    <a:cubicBezTo>
                      <a:pt x="1238" y="1231"/>
                      <a:pt x="1268" y="1245"/>
                      <a:pt x="1289" y="1245"/>
                    </a:cubicBezTo>
                    <a:cubicBezTo>
                      <a:pt x="1311" y="1245"/>
                      <a:pt x="1324" y="1231"/>
                      <a:pt x="1324" y="1205"/>
                    </a:cubicBezTo>
                    <a:cubicBezTo>
                      <a:pt x="1377" y="1205"/>
                      <a:pt x="1377" y="1152"/>
                      <a:pt x="1324" y="1086"/>
                    </a:cubicBezTo>
                    <a:lnTo>
                      <a:pt x="159" y="40"/>
                    </a:lnTo>
                    <a:cubicBezTo>
                      <a:pt x="133" y="14"/>
                      <a:pt x="106" y="1"/>
                      <a:pt x="87" y="1"/>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5"/>
              <p:cNvSpPr/>
              <p:nvPr/>
            </p:nvSpPr>
            <p:spPr>
              <a:xfrm>
                <a:off x="5818028" y="4746472"/>
                <a:ext cx="1121428" cy="305090"/>
              </a:xfrm>
              <a:custGeom>
                <a:rect b="b" l="l" r="r" t="t"/>
                <a:pathLst>
                  <a:path extrusionOk="0" h="5520" w="20290">
                    <a:moveTo>
                      <a:pt x="2316" y="1"/>
                    </a:moveTo>
                    <a:cubicBezTo>
                      <a:pt x="1046" y="1"/>
                      <a:pt x="0" y="940"/>
                      <a:pt x="0" y="2092"/>
                    </a:cubicBezTo>
                    <a:lnTo>
                      <a:pt x="0" y="3534"/>
                    </a:lnTo>
                    <a:cubicBezTo>
                      <a:pt x="0" y="4633"/>
                      <a:pt x="1046" y="5520"/>
                      <a:pt x="2316" y="5520"/>
                    </a:cubicBezTo>
                    <a:lnTo>
                      <a:pt x="20290" y="5520"/>
                    </a:lnTo>
                    <a:lnTo>
                      <a:pt x="20290" y="4408"/>
                    </a:lnTo>
                    <a:lnTo>
                      <a:pt x="20290" y="1099"/>
                    </a:lnTo>
                    <a:lnTo>
                      <a:pt x="20290" y="1"/>
                    </a:ln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5"/>
              <p:cNvSpPr/>
              <p:nvPr/>
            </p:nvSpPr>
            <p:spPr>
              <a:xfrm>
                <a:off x="5979692" y="4746472"/>
                <a:ext cx="1121428" cy="305090"/>
              </a:xfrm>
              <a:custGeom>
                <a:rect b="b" l="l" r="r" t="t"/>
                <a:pathLst>
                  <a:path extrusionOk="0" h="5520" w="20290">
                    <a:moveTo>
                      <a:pt x="2263" y="1"/>
                    </a:moveTo>
                    <a:cubicBezTo>
                      <a:pt x="993" y="1"/>
                      <a:pt x="0" y="940"/>
                      <a:pt x="0" y="2092"/>
                    </a:cubicBezTo>
                    <a:lnTo>
                      <a:pt x="0" y="3534"/>
                    </a:lnTo>
                    <a:cubicBezTo>
                      <a:pt x="0" y="4633"/>
                      <a:pt x="993" y="5520"/>
                      <a:pt x="2263" y="5520"/>
                    </a:cubicBezTo>
                    <a:lnTo>
                      <a:pt x="20290" y="5520"/>
                    </a:lnTo>
                    <a:lnTo>
                      <a:pt x="20290" y="4408"/>
                    </a:lnTo>
                    <a:lnTo>
                      <a:pt x="2144" y="4408"/>
                    </a:lnTo>
                    <a:cubicBezTo>
                      <a:pt x="1707" y="4408"/>
                      <a:pt x="1324" y="3971"/>
                      <a:pt x="1324" y="3468"/>
                    </a:cubicBezTo>
                    <a:lnTo>
                      <a:pt x="1324" y="2039"/>
                    </a:lnTo>
                    <a:cubicBezTo>
                      <a:pt x="1324" y="1602"/>
                      <a:pt x="1707" y="1099"/>
                      <a:pt x="2144" y="1099"/>
                    </a:cubicBezTo>
                    <a:lnTo>
                      <a:pt x="20290" y="1099"/>
                    </a:lnTo>
                    <a:lnTo>
                      <a:pt x="20290" y="1"/>
                    </a:ln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5"/>
              <p:cNvSpPr/>
              <p:nvPr/>
            </p:nvSpPr>
            <p:spPr>
              <a:xfrm>
                <a:off x="6052814" y="4807214"/>
                <a:ext cx="1011717" cy="182944"/>
              </a:xfrm>
              <a:custGeom>
                <a:rect b="b" l="l" r="r" t="t"/>
                <a:pathLst>
                  <a:path extrusionOk="0" h="3310" w="18305">
                    <a:moveTo>
                      <a:pt x="821" y="0"/>
                    </a:moveTo>
                    <a:cubicBezTo>
                      <a:pt x="331" y="0"/>
                      <a:pt x="1" y="503"/>
                      <a:pt x="1" y="940"/>
                    </a:cubicBezTo>
                    <a:lnTo>
                      <a:pt x="1" y="2369"/>
                    </a:lnTo>
                    <a:cubicBezTo>
                      <a:pt x="1" y="2872"/>
                      <a:pt x="331" y="3309"/>
                      <a:pt x="821" y="3309"/>
                    </a:cubicBezTo>
                    <a:lnTo>
                      <a:pt x="18305" y="3309"/>
                    </a:lnTo>
                    <a:lnTo>
                      <a:pt x="18305" y="0"/>
                    </a:ln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5"/>
              <p:cNvSpPr/>
              <p:nvPr/>
            </p:nvSpPr>
            <p:spPr>
              <a:xfrm>
                <a:off x="6052814" y="4898630"/>
                <a:ext cx="1011717" cy="91527"/>
              </a:xfrm>
              <a:custGeom>
                <a:rect b="b" l="l" r="r" t="t"/>
                <a:pathLst>
                  <a:path extrusionOk="0" h="1656" w="18305">
                    <a:moveTo>
                      <a:pt x="1" y="1"/>
                    </a:moveTo>
                    <a:lnTo>
                      <a:pt x="1" y="715"/>
                    </a:lnTo>
                    <a:cubicBezTo>
                      <a:pt x="1" y="1218"/>
                      <a:pt x="331" y="1655"/>
                      <a:pt x="821" y="1655"/>
                    </a:cubicBezTo>
                    <a:lnTo>
                      <a:pt x="18305" y="1655"/>
                    </a:ln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5"/>
              <p:cNvSpPr/>
              <p:nvPr/>
            </p:nvSpPr>
            <p:spPr>
              <a:xfrm>
                <a:off x="5818028" y="4137120"/>
                <a:ext cx="1121428" cy="304372"/>
              </a:xfrm>
              <a:custGeom>
                <a:rect b="b" l="l" r="r" t="t"/>
                <a:pathLst>
                  <a:path extrusionOk="0" h="5507" w="20290">
                    <a:moveTo>
                      <a:pt x="2316" y="1"/>
                    </a:moveTo>
                    <a:cubicBezTo>
                      <a:pt x="1046" y="1"/>
                      <a:pt x="0" y="927"/>
                      <a:pt x="0" y="2092"/>
                    </a:cubicBezTo>
                    <a:lnTo>
                      <a:pt x="0" y="3521"/>
                    </a:lnTo>
                    <a:cubicBezTo>
                      <a:pt x="0" y="4633"/>
                      <a:pt x="1046" y="5507"/>
                      <a:pt x="2316" y="5507"/>
                    </a:cubicBezTo>
                    <a:lnTo>
                      <a:pt x="20290" y="5507"/>
                    </a:lnTo>
                    <a:lnTo>
                      <a:pt x="20290" y="4408"/>
                    </a:lnTo>
                    <a:lnTo>
                      <a:pt x="20290" y="1099"/>
                    </a:lnTo>
                    <a:lnTo>
                      <a:pt x="20290" y="1"/>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5"/>
              <p:cNvSpPr/>
              <p:nvPr/>
            </p:nvSpPr>
            <p:spPr>
              <a:xfrm>
                <a:off x="5979692" y="4137120"/>
                <a:ext cx="1121428" cy="304372"/>
              </a:xfrm>
              <a:custGeom>
                <a:rect b="b" l="l" r="r" t="t"/>
                <a:pathLst>
                  <a:path extrusionOk="0" h="5507" w="20290">
                    <a:moveTo>
                      <a:pt x="2263" y="1"/>
                    </a:moveTo>
                    <a:cubicBezTo>
                      <a:pt x="993" y="1"/>
                      <a:pt x="0" y="927"/>
                      <a:pt x="0" y="2092"/>
                    </a:cubicBezTo>
                    <a:lnTo>
                      <a:pt x="0" y="3521"/>
                    </a:lnTo>
                    <a:cubicBezTo>
                      <a:pt x="0" y="4633"/>
                      <a:pt x="993" y="5507"/>
                      <a:pt x="2263" y="5507"/>
                    </a:cubicBezTo>
                    <a:lnTo>
                      <a:pt x="20290" y="5507"/>
                    </a:lnTo>
                    <a:lnTo>
                      <a:pt x="20290" y="4408"/>
                    </a:lnTo>
                    <a:lnTo>
                      <a:pt x="2144" y="4408"/>
                    </a:lnTo>
                    <a:cubicBezTo>
                      <a:pt x="1707" y="4408"/>
                      <a:pt x="1324" y="3971"/>
                      <a:pt x="1324" y="3468"/>
                    </a:cubicBezTo>
                    <a:lnTo>
                      <a:pt x="1324" y="2039"/>
                    </a:lnTo>
                    <a:cubicBezTo>
                      <a:pt x="1324" y="1589"/>
                      <a:pt x="1707" y="1099"/>
                      <a:pt x="2144" y="1099"/>
                    </a:cubicBezTo>
                    <a:lnTo>
                      <a:pt x="20290" y="1099"/>
                    </a:lnTo>
                    <a:lnTo>
                      <a:pt x="20290" y="1"/>
                    </a:ln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5"/>
              <p:cNvSpPr/>
              <p:nvPr/>
            </p:nvSpPr>
            <p:spPr>
              <a:xfrm>
                <a:off x="6052814" y="4197862"/>
                <a:ext cx="1011717" cy="182944"/>
              </a:xfrm>
              <a:custGeom>
                <a:rect b="b" l="l" r="r" t="t"/>
                <a:pathLst>
                  <a:path extrusionOk="0" h="3310" w="18305">
                    <a:moveTo>
                      <a:pt x="821" y="0"/>
                    </a:moveTo>
                    <a:cubicBezTo>
                      <a:pt x="331" y="0"/>
                      <a:pt x="1" y="490"/>
                      <a:pt x="1" y="940"/>
                    </a:cubicBezTo>
                    <a:lnTo>
                      <a:pt x="1" y="2369"/>
                    </a:lnTo>
                    <a:cubicBezTo>
                      <a:pt x="1" y="2872"/>
                      <a:pt x="331" y="3309"/>
                      <a:pt x="821" y="3309"/>
                    </a:cubicBezTo>
                    <a:lnTo>
                      <a:pt x="18305" y="3309"/>
                    </a:lnTo>
                    <a:lnTo>
                      <a:pt x="18305" y="0"/>
                    </a:ln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5"/>
              <p:cNvSpPr/>
              <p:nvPr/>
            </p:nvSpPr>
            <p:spPr>
              <a:xfrm>
                <a:off x="6052814" y="4289278"/>
                <a:ext cx="1011717" cy="91527"/>
              </a:xfrm>
              <a:custGeom>
                <a:rect b="b" l="l" r="r" t="t"/>
                <a:pathLst>
                  <a:path extrusionOk="0" h="1656" w="18305">
                    <a:moveTo>
                      <a:pt x="1" y="1"/>
                    </a:moveTo>
                    <a:lnTo>
                      <a:pt x="1" y="715"/>
                    </a:lnTo>
                    <a:cubicBezTo>
                      <a:pt x="1" y="1218"/>
                      <a:pt x="331" y="1655"/>
                      <a:pt x="821" y="1655"/>
                    </a:cubicBezTo>
                    <a:lnTo>
                      <a:pt x="18305" y="1655"/>
                    </a:ln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5"/>
              <p:cNvSpPr/>
              <p:nvPr/>
            </p:nvSpPr>
            <p:spPr>
              <a:xfrm>
                <a:off x="5878714" y="4441437"/>
                <a:ext cx="1122202" cy="305090"/>
              </a:xfrm>
              <a:custGeom>
                <a:rect b="b" l="l" r="r" t="t"/>
                <a:pathLst>
                  <a:path extrusionOk="0" h="5520" w="20304">
                    <a:moveTo>
                      <a:pt x="1" y="1"/>
                    </a:moveTo>
                    <a:lnTo>
                      <a:pt x="1" y="1112"/>
                    </a:lnTo>
                    <a:lnTo>
                      <a:pt x="1" y="4421"/>
                    </a:lnTo>
                    <a:lnTo>
                      <a:pt x="1" y="5520"/>
                    </a:lnTo>
                    <a:lnTo>
                      <a:pt x="18146" y="5520"/>
                    </a:lnTo>
                    <a:cubicBezTo>
                      <a:pt x="19417" y="5520"/>
                      <a:pt x="20303" y="4633"/>
                      <a:pt x="20303" y="3534"/>
                    </a:cubicBezTo>
                    <a:lnTo>
                      <a:pt x="20303" y="2105"/>
                    </a:lnTo>
                    <a:cubicBezTo>
                      <a:pt x="20303" y="940"/>
                      <a:pt x="19417" y="1"/>
                      <a:pt x="1814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5"/>
              <p:cNvSpPr/>
              <p:nvPr/>
            </p:nvSpPr>
            <p:spPr>
              <a:xfrm>
                <a:off x="5723626" y="4441437"/>
                <a:ext cx="1121484" cy="305090"/>
              </a:xfrm>
              <a:custGeom>
                <a:rect b="b" l="l" r="r" t="t"/>
                <a:pathLst>
                  <a:path extrusionOk="0" h="5520" w="20291">
                    <a:moveTo>
                      <a:pt x="1" y="1"/>
                    </a:moveTo>
                    <a:lnTo>
                      <a:pt x="1" y="1112"/>
                    </a:lnTo>
                    <a:lnTo>
                      <a:pt x="18199" y="1112"/>
                    </a:lnTo>
                    <a:cubicBezTo>
                      <a:pt x="18636" y="1112"/>
                      <a:pt x="18967" y="1602"/>
                      <a:pt x="18967" y="2039"/>
                    </a:cubicBezTo>
                    <a:lnTo>
                      <a:pt x="18967" y="3481"/>
                    </a:lnTo>
                    <a:cubicBezTo>
                      <a:pt x="18967" y="3971"/>
                      <a:pt x="18636" y="4421"/>
                      <a:pt x="18199" y="4421"/>
                    </a:cubicBezTo>
                    <a:lnTo>
                      <a:pt x="1" y="4421"/>
                    </a:lnTo>
                    <a:lnTo>
                      <a:pt x="1" y="5520"/>
                    </a:lnTo>
                    <a:lnTo>
                      <a:pt x="18093" y="5520"/>
                    </a:lnTo>
                    <a:cubicBezTo>
                      <a:pt x="19351" y="5520"/>
                      <a:pt x="20290" y="4633"/>
                      <a:pt x="20290" y="3534"/>
                    </a:cubicBezTo>
                    <a:lnTo>
                      <a:pt x="20290" y="2105"/>
                    </a:lnTo>
                    <a:cubicBezTo>
                      <a:pt x="20290" y="940"/>
                      <a:pt x="19351" y="1"/>
                      <a:pt x="1809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5"/>
              <p:cNvSpPr/>
              <p:nvPr/>
            </p:nvSpPr>
            <p:spPr>
              <a:xfrm>
                <a:off x="5760215" y="4502897"/>
                <a:ext cx="1011717" cy="182944"/>
              </a:xfrm>
              <a:custGeom>
                <a:rect b="b" l="l" r="r" t="t"/>
                <a:pathLst>
                  <a:path extrusionOk="0" h="3310" w="18305">
                    <a:moveTo>
                      <a:pt x="0" y="0"/>
                    </a:moveTo>
                    <a:lnTo>
                      <a:pt x="0" y="3309"/>
                    </a:lnTo>
                    <a:lnTo>
                      <a:pt x="17537" y="3309"/>
                    </a:lnTo>
                    <a:cubicBezTo>
                      <a:pt x="18027" y="3309"/>
                      <a:pt x="18305" y="2859"/>
                      <a:pt x="18305" y="2369"/>
                    </a:cubicBezTo>
                    <a:lnTo>
                      <a:pt x="18305" y="927"/>
                    </a:lnTo>
                    <a:cubicBezTo>
                      <a:pt x="18305" y="490"/>
                      <a:pt x="18027" y="0"/>
                      <a:pt x="17537"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5"/>
              <p:cNvSpPr/>
              <p:nvPr/>
            </p:nvSpPr>
            <p:spPr>
              <a:xfrm>
                <a:off x="5760215" y="4594314"/>
                <a:ext cx="1011717" cy="91527"/>
              </a:xfrm>
              <a:custGeom>
                <a:rect b="b" l="l" r="r" t="t"/>
                <a:pathLst>
                  <a:path extrusionOk="0" h="1656" w="18305">
                    <a:moveTo>
                      <a:pt x="0" y="1"/>
                    </a:moveTo>
                    <a:lnTo>
                      <a:pt x="0" y="1655"/>
                    </a:lnTo>
                    <a:lnTo>
                      <a:pt x="17537" y="1655"/>
                    </a:lnTo>
                    <a:cubicBezTo>
                      <a:pt x="18027" y="1655"/>
                      <a:pt x="18305" y="1205"/>
                      <a:pt x="18305" y="715"/>
                    </a:cubicBezTo>
                    <a:lnTo>
                      <a:pt x="18305" y="1"/>
                    </a:lnTo>
                    <a:close/>
                  </a:path>
                </a:pathLst>
              </a:custGeom>
              <a:solidFill>
                <a:srgbClr val="E3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5"/>
              <p:cNvSpPr/>
              <p:nvPr/>
            </p:nvSpPr>
            <p:spPr>
              <a:xfrm>
                <a:off x="5485910" y="4847726"/>
                <a:ext cx="200077" cy="203836"/>
              </a:xfrm>
              <a:custGeom>
                <a:rect b="b" l="l" r="r" t="t"/>
                <a:pathLst>
                  <a:path extrusionOk="0" h="3688" w="3620">
                    <a:moveTo>
                      <a:pt x="1020" y="0"/>
                    </a:moveTo>
                    <a:cubicBezTo>
                      <a:pt x="495" y="0"/>
                      <a:pt x="74" y="143"/>
                      <a:pt x="0" y="485"/>
                    </a:cubicBezTo>
                    <a:lnTo>
                      <a:pt x="1152" y="3688"/>
                    </a:lnTo>
                    <a:lnTo>
                      <a:pt x="3468" y="1305"/>
                    </a:lnTo>
                    <a:cubicBezTo>
                      <a:pt x="3619" y="602"/>
                      <a:pt x="2099" y="0"/>
                      <a:pt x="1020" y="0"/>
                    </a:cubicBez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5"/>
              <p:cNvSpPr/>
              <p:nvPr/>
            </p:nvSpPr>
            <p:spPr>
              <a:xfrm>
                <a:off x="5528302" y="4988168"/>
                <a:ext cx="64445" cy="63395"/>
              </a:xfrm>
              <a:custGeom>
                <a:rect b="b" l="l" r="r" t="t"/>
                <a:pathLst>
                  <a:path extrusionOk="0" h="1147" w="1166">
                    <a:moveTo>
                      <a:pt x="349" y="0"/>
                    </a:moveTo>
                    <a:cubicBezTo>
                      <a:pt x="216" y="0"/>
                      <a:pt x="102" y="26"/>
                      <a:pt x="1" y="88"/>
                    </a:cubicBezTo>
                    <a:lnTo>
                      <a:pt x="385" y="1147"/>
                    </a:lnTo>
                    <a:lnTo>
                      <a:pt x="1166" y="313"/>
                    </a:lnTo>
                    <a:cubicBezTo>
                      <a:pt x="1046" y="207"/>
                      <a:pt x="835" y="88"/>
                      <a:pt x="663" y="35"/>
                    </a:cubicBezTo>
                    <a:cubicBezTo>
                      <a:pt x="547" y="13"/>
                      <a:pt x="444" y="0"/>
                      <a:pt x="34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5"/>
              <p:cNvSpPr/>
              <p:nvPr/>
            </p:nvSpPr>
            <p:spPr>
              <a:xfrm>
                <a:off x="5644646" y="4085222"/>
                <a:ext cx="228265" cy="152158"/>
              </a:xfrm>
              <a:custGeom>
                <a:rect b="b" l="l" r="r" t="t"/>
                <a:pathLst>
                  <a:path extrusionOk="0" h="2753" w="4130">
                    <a:moveTo>
                      <a:pt x="768" y="0"/>
                    </a:moveTo>
                    <a:cubicBezTo>
                      <a:pt x="543" y="0"/>
                      <a:pt x="384" y="106"/>
                      <a:pt x="331" y="278"/>
                    </a:cubicBezTo>
                    <a:lnTo>
                      <a:pt x="53" y="1602"/>
                    </a:lnTo>
                    <a:cubicBezTo>
                      <a:pt x="0" y="1654"/>
                      <a:pt x="53" y="1760"/>
                      <a:pt x="53" y="1866"/>
                    </a:cubicBezTo>
                    <a:cubicBezTo>
                      <a:pt x="106" y="1932"/>
                      <a:pt x="159" y="1985"/>
                      <a:pt x="265" y="2038"/>
                    </a:cubicBezTo>
                    <a:lnTo>
                      <a:pt x="331" y="2038"/>
                    </a:lnTo>
                    <a:lnTo>
                      <a:pt x="3362" y="2753"/>
                    </a:lnTo>
                    <a:cubicBezTo>
                      <a:pt x="3415" y="2753"/>
                      <a:pt x="3521" y="2753"/>
                      <a:pt x="3640" y="2700"/>
                    </a:cubicBezTo>
                    <a:cubicBezTo>
                      <a:pt x="3693" y="2647"/>
                      <a:pt x="3746" y="2594"/>
                      <a:pt x="3799" y="2475"/>
                    </a:cubicBezTo>
                    <a:lnTo>
                      <a:pt x="4077" y="1204"/>
                    </a:lnTo>
                    <a:cubicBezTo>
                      <a:pt x="4130" y="993"/>
                      <a:pt x="4024" y="821"/>
                      <a:pt x="3799" y="768"/>
                    </a:cubicBezTo>
                    <a:lnTo>
                      <a:pt x="768" y="0"/>
                    </a:ln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5"/>
              <p:cNvSpPr/>
              <p:nvPr/>
            </p:nvSpPr>
            <p:spPr>
              <a:xfrm>
                <a:off x="5645836" y="4137120"/>
                <a:ext cx="215829" cy="100260"/>
              </a:xfrm>
              <a:custGeom>
                <a:rect b="b" l="l" r="r" t="t"/>
                <a:pathLst>
                  <a:path extrusionOk="0" h="1814" w="3905">
                    <a:moveTo>
                      <a:pt x="159" y="1"/>
                    </a:moveTo>
                    <a:lnTo>
                      <a:pt x="53" y="663"/>
                    </a:lnTo>
                    <a:cubicBezTo>
                      <a:pt x="0" y="715"/>
                      <a:pt x="53" y="821"/>
                      <a:pt x="53" y="927"/>
                    </a:cubicBezTo>
                    <a:cubicBezTo>
                      <a:pt x="106" y="993"/>
                      <a:pt x="159" y="1046"/>
                      <a:pt x="265" y="1099"/>
                    </a:cubicBezTo>
                    <a:lnTo>
                      <a:pt x="331" y="1099"/>
                    </a:lnTo>
                    <a:lnTo>
                      <a:pt x="3362" y="1814"/>
                    </a:lnTo>
                    <a:cubicBezTo>
                      <a:pt x="3415" y="1814"/>
                      <a:pt x="3521" y="1814"/>
                      <a:pt x="3640" y="1761"/>
                    </a:cubicBezTo>
                    <a:cubicBezTo>
                      <a:pt x="3693" y="1708"/>
                      <a:pt x="3746" y="1655"/>
                      <a:pt x="3799" y="1536"/>
                    </a:cubicBezTo>
                    <a:lnTo>
                      <a:pt x="3905" y="927"/>
                    </a:lnTo>
                    <a:lnTo>
                      <a:pt x="159" y="1"/>
                    </a:ln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5"/>
              <p:cNvSpPr/>
              <p:nvPr/>
            </p:nvSpPr>
            <p:spPr>
              <a:xfrm>
                <a:off x="5629280" y="4231521"/>
                <a:ext cx="209971" cy="688388"/>
              </a:xfrm>
              <a:custGeom>
                <a:rect b="b" l="l" r="r" t="t"/>
                <a:pathLst>
                  <a:path extrusionOk="0" h="12455" w="3799">
                    <a:moveTo>
                      <a:pt x="2753" y="0"/>
                    </a:moveTo>
                    <a:lnTo>
                      <a:pt x="0" y="11528"/>
                    </a:lnTo>
                    <a:lnTo>
                      <a:pt x="874" y="12454"/>
                    </a:lnTo>
                    <a:lnTo>
                      <a:pt x="3799" y="278"/>
                    </a:lnTo>
                    <a:lnTo>
                      <a:pt x="2753" y="0"/>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5"/>
              <p:cNvSpPr/>
              <p:nvPr/>
            </p:nvSpPr>
            <p:spPr>
              <a:xfrm>
                <a:off x="5559032" y="4216156"/>
                <a:ext cx="222462" cy="685459"/>
              </a:xfrm>
              <a:custGeom>
                <a:rect b="b" l="l" r="r" t="t"/>
                <a:pathLst>
                  <a:path extrusionOk="0" h="12402" w="4025">
                    <a:moveTo>
                      <a:pt x="2754" y="0"/>
                    </a:moveTo>
                    <a:lnTo>
                      <a:pt x="1" y="11475"/>
                    </a:lnTo>
                    <a:lnTo>
                      <a:pt x="437" y="12402"/>
                    </a:lnTo>
                    <a:lnTo>
                      <a:pt x="1271" y="11806"/>
                    </a:lnTo>
                    <a:lnTo>
                      <a:pt x="4024" y="278"/>
                    </a:lnTo>
                    <a:lnTo>
                      <a:pt x="2754" y="0"/>
                    </a:lnTo>
                    <a:close/>
                  </a:path>
                </a:pathLst>
              </a:custGeom>
              <a:solidFill>
                <a:srgbClr val="1660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5"/>
              <p:cNvSpPr/>
              <p:nvPr/>
            </p:nvSpPr>
            <p:spPr>
              <a:xfrm>
                <a:off x="5485910" y="4200791"/>
                <a:ext cx="225336" cy="673741"/>
              </a:xfrm>
              <a:custGeom>
                <a:rect b="b" l="l" r="r" t="t"/>
                <a:pathLst>
                  <a:path extrusionOk="0" h="12190" w="4077">
                    <a:moveTo>
                      <a:pt x="2925" y="0"/>
                    </a:moveTo>
                    <a:lnTo>
                      <a:pt x="0" y="12190"/>
                    </a:lnTo>
                    <a:lnTo>
                      <a:pt x="0" y="12190"/>
                    </a:lnTo>
                    <a:lnTo>
                      <a:pt x="1324" y="11753"/>
                    </a:lnTo>
                    <a:lnTo>
                      <a:pt x="4077" y="278"/>
                    </a:lnTo>
                    <a:lnTo>
                      <a:pt x="2925" y="0"/>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5"/>
              <p:cNvSpPr/>
              <p:nvPr/>
            </p:nvSpPr>
            <p:spPr>
              <a:xfrm>
                <a:off x="5616845" y="4167132"/>
                <a:ext cx="240701" cy="161720"/>
              </a:xfrm>
              <a:custGeom>
                <a:rect b="b" l="l" r="r" t="t"/>
                <a:pathLst>
                  <a:path extrusionOk="0" h="2926" w="4355">
                    <a:moveTo>
                      <a:pt x="834" y="0"/>
                    </a:moveTo>
                    <a:cubicBezTo>
                      <a:pt x="715" y="0"/>
                      <a:pt x="609" y="0"/>
                      <a:pt x="556" y="53"/>
                    </a:cubicBezTo>
                    <a:cubicBezTo>
                      <a:pt x="437" y="120"/>
                      <a:pt x="384" y="225"/>
                      <a:pt x="331" y="278"/>
                    </a:cubicBezTo>
                    <a:lnTo>
                      <a:pt x="53" y="1655"/>
                    </a:lnTo>
                    <a:cubicBezTo>
                      <a:pt x="0" y="1880"/>
                      <a:pt x="106" y="2105"/>
                      <a:pt x="331" y="2105"/>
                    </a:cubicBezTo>
                    <a:lnTo>
                      <a:pt x="3534" y="2925"/>
                    </a:lnTo>
                    <a:cubicBezTo>
                      <a:pt x="3746" y="2925"/>
                      <a:pt x="3971" y="2819"/>
                      <a:pt x="4024" y="2594"/>
                    </a:cubicBezTo>
                    <a:lnTo>
                      <a:pt x="4302" y="1271"/>
                    </a:lnTo>
                    <a:cubicBezTo>
                      <a:pt x="4355" y="1165"/>
                      <a:pt x="4302" y="1046"/>
                      <a:pt x="4249" y="940"/>
                    </a:cubicBezTo>
                    <a:cubicBezTo>
                      <a:pt x="4196" y="887"/>
                      <a:pt x="4143" y="834"/>
                      <a:pt x="4077" y="834"/>
                    </a:cubicBezTo>
                    <a:lnTo>
                      <a:pt x="4024" y="781"/>
                    </a:lnTo>
                    <a:lnTo>
                      <a:pt x="834" y="0"/>
                    </a:lnTo>
                    <a:close/>
                  </a:path>
                </a:pathLst>
              </a:cu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5"/>
              <p:cNvSpPr/>
              <p:nvPr/>
            </p:nvSpPr>
            <p:spPr>
              <a:xfrm>
                <a:off x="5626354" y="4167125"/>
                <a:ext cx="234130" cy="106851"/>
              </a:xfrm>
              <a:custGeom>
                <a:rect b="b" l="l" r="r" t="t"/>
                <a:pathLst>
                  <a:path extrusionOk="0" h="1933" w="4130">
                    <a:moveTo>
                      <a:pt x="609" y="0"/>
                    </a:moveTo>
                    <a:cubicBezTo>
                      <a:pt x="490" y="0"/>
                      <a:pt x="384" y="0"/>
                      <a:pt x="331" y="53"/>
                    </a:cubicBezTo>
                    <a:cubicBezTo>
                      <a:pt x="212" y="120"/>
                      <a:pt x="159" y="225"/>
                      <a:pt x="106" y="278"/>
                    </a:cubicBezTo>
                    <a:lnTo>
                      <a:pt x="0" y="940"/>
                    </a:lnTo>
                    <a:lnTo>
                      <a:pt x="3918" y="1933"/>
                    </a:lnTo>
                    <a:lnTo>
                      <a:pt x="4077" y="1271"/>
                    </a:lnTo>
                    <a:cubicBezTo>
                      <a:pt x="4130" y="1165"/>
                      <a:pt x="4077" y="1046"/>
                      <a:pt x="4024" y="940"/>
                    </a:cubicBezTo>
                    <a:cubicBezTo>
                      <a:pt x="3971" y="887"/>
                      <a:pt x="3918" y="834"/>
                      <a:pt x="3852" y="834"/>
                    </a:cubicBezTo>
                    <a:lnTo>
                      <a:pt x="3799" y="781"/>
                    </a:lnTo>
                    <a:lnTo>
                      <a:pt x="609" y="0"/>
                    </a:lnTo>
                    <a:close/>
                  </a:path>
                </a:pathLst>
              </a:custGeom>
              <a:solidFill>
                <a:srgbClr val="FAFB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5"/>
              <p:cNvSpPr/>
              <p:nvPr/>
            </p:nvSpPr>
            <p:spPr>
              <a:xfrm>
                <a:off x="5626351" y="4160499"/>
                <a:ext cx="243630" cy="80584"/>
              </a:xfrm>
              <a:custGeom>
                <a:rect b="b" l="l" r="r" t="t"/>
                <a:pathLst>
                  <a:path extrusionOk="0" h="1458" w="4408">
                    <a:moveTo>
                      <a:pt x="263" y="0"/>
                    </a:moveTo>
                    <a:cubicBezTo>
                      <a:pt x="159" y="0"/>
                      <a:pt x="53" y="87"/>
                      <a:pt x="53" y="173"/>
                    </a:cubicBezTo>
                    <a:cubicBezTo>
                      <a:pt x="0" y="345"/>
                      <a:pt x="106" y="504"/>
                      <a:pt x="212" y="504"/>
                    </a:cubicBezTo>
                    <a:lnTo>
                      <a:pt x="4077" y="1444"/>
                    </a:lnTo>
                    <a:cubicBezTo>
                      <a:pt x="4106" y="1454"/>
                      <a:pt x="4134" y="1458"/>
                      <a:pt x="4160" y="1458"/>
                    </a:cubicBezTo>
                    <a:cubicBezTo>
                      <a:pt x="4277" y="1458"/>
                      <a:pt x="4364" y="1372"/>
                      <a:pt x="4408" y="1285"/>
                    </a:cubicBezTo>
                    <a:cubicBezTo>
                      <a:pt x="4408" y="1113"/>
                      <a:pt x="4355" y="1007"/>
                      <a:pt x="4183" y="954"/>
                    </a:cubicBezTo>
                    <a:lnTo>
                      <a:pt x="331" y="15"/>
                    </a:lnTo>
                    <a:cubicBezTo>
                      <a:pt x="309" y="5"/>
                      <a:pt x="286" y="0"/>
                      <a:pt x="263"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5"/>
              <p:cNvSpPr/>
              <p:nvPr/>
            </p:nvSpPr>
            <p:spPr>
              <a:xfrm>
                <a:off x="5602623" y="4255666"/>
                <a:ext cx="244349" cy="79865"/>
              </a:xfrm>
              <a:custGeom>
                <a:rect b="b" l="l" r="r" t="t"/>
                <a:pathLst>
                  <a:path extrusionOk="0" h="1445" w="4421">
                    <a:moveTo>
                      <a:pt x="331" y="1"/>
                    </a:moveTo>
                    <a:cubicBezTo>
                      <a:pt x="225" y="1"/>
                      <a:pt x="66" y="54"/>
                      <a:pt x="66" y="226"/>
                    </a:cubicBezTo>
                    <a:cubicBezTo>
                      <a:pt x="0" y="332"/>
                      <a:pt x="119" y="491"/>
                      <a:pt x="225" y="491"/>
                    </a:cubicBezTo>
                    <a:lnTo>
                      <a:pt x="4090" y="1430"/>
                    </a:lnTo>
                    <a:cubicBezTo>
                      <a:pt x="4119" y="1440"/>
                      <a:pt x="4147" y="1444"/>
                      <a:pt x="4173" y="1444"/>
                    </a:cubicBezTo>
                    <a:cubicBezTo>
                      <a:pt x="4290" y="1444"/>
                      <a:pt x="4378" y="1358"/>
                      <a:pt x="4421" y="1271"/>
                    </a:cubicBezTo>
                    <a:cubicBezTo>
                      <a:pt x="4421" y="1099"/>
                      <a:pt x="4368" y="994"/>
                      <a:pt x="4196" y="941"/>
                    </a:cubicBezTo>
                    <a:lnTo>
                      <a:pt x="331" y="1"/>
                    </a:ln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5"/>
              <p:cNvSpPr/>
              <p:nvPr/>
            </p:nvSpPr>
            <p:spPr>
              <a:xfrm>
                <a:off x="6376144" y="3457797"/>
                <a:ext cx="158072" cy="233903"/>
              </a:xfrm>
              <a:custGeom>
                <a:rect b="b" l="l" r="r" t="t"/>
                <a:pathLst>
                  <a:path extrusionOk="0" h="4232" w="2860">
                    <a:moveTo>
                      <a:pt x="2381" y="0"/>
                    </a:moveTo>
                    <a:cubicBezTo>
                      <a:pt x="2298" y="0"/>
                      <a:pt x="2214" y="33"/>
                      <a:pt x="2145" y="102"/>
                    </a:cubicBezTo>
                    <a:cubicBezTo>
                      <a:pt x="2039" y="155"/>
                      <a:pt x="1" y="1532"/>
                      <a:pt x="384" y="3901"/>
                    </a:cubicBezTo>
                    <a:cubicBezTo>
                      <a:pt x="437" y="4073"/>
                      <a:pt x="596" y="4231"/>
                      <a:pt x="821" y="4231"/>
                    </a:cubicBezTo>
                    <a:lnTo>
                      <a:pt x="874" y="4231"/>
                    </a:lnTo>
                    <a:cubicBezTo>
                      <a:pt x="1099" y="4179"/>
                      <a:pt x="1258" y="3954"/>
                      <a:pt x="1205" y="3742"/>
                    </a:cubicBezTo>
                    <a:cubicBezTo>
                      <a:pt x="927" y="1968"/>
                      <a:pt x="2528" y="817"/>
                      <a:pt x="2581" y="817"/>
                    </a:cubicBezTo>
                    <a:cubicBezTo>
                      <a:pt x="2806" y="645"/>
                      <a:pt x="2859" y="380"/>
                      <a:pt x="2701" y="208"/>
                    </a:cubicBezTo>
                    <a:cubicBezTo>
                      <a:pt x="2629" y="73"/>
                      <a:pt x="2506" y="0"/>
                      <a:pt x="2381" y="0"/>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5"/>
              <p:cNvSpPr/>
              <p:nvPr/>
            </p:nvSpPr>
            <p:spPr>
              <a:xfrm>
                <a:off x="6180820" y="3609734"/>
                <a:ext cx="527497" cy="527442"/>
              </a:xfrm>
              <a:custGeom>
                <a:rect b="b" l="l" r="r" t="t"/>
                <a:pathLst>
                  <a:path extrusionOk="0" h="9543" w="9544">
                    <a:moveTo>
                      <a:pt x="4739" y="0"/>
                    </a:moveTo>
                    <a:cubicBezTo>
                      <a:pt x="2145" y="0"/>
                      <a:pt x="1" y="2144"/>
                      <a:pt x="1" y="4791"/>
                    </a:cubicBezTo>
                    <a:cubicBezTo>
                      <a:pt x="1" y="7385"/>
                      <a:pt x="2145" y="9543"/>
                      <a:pt x="4739" y="9543"/>
                    </a:cubicBezTo>
                    <a:cubicBezTo>
                      <a:pt x="7386" y="9543"/>
                      <a:pt x="9543" y="7385"/>
                      <a:pt x="9543" y="4791"/>
                    </a:cubicBezTo>
                    <a:cubicBezTo>
                      <a:pt x="9543" y="2144"/>
                      <a:pt x="7386" y="0"/>
                      <a:pt x="4739" y="0"/>
                    </a:cubicBez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5"/>
              <p:cNvSpPr/>
              <p:nvPr/>
            </p:nvSpPr>
            <p:spPr>
              <a:xfrm>
                <a:off x="6241562" y="3659421"/>
                <a:ext cx="207815" cy="145692"/>
              </a:xfrm>
              <a:custGeom>
                <a:rect b="b" l="l" r="r" t="t"/>
                <a:pathLst>
                  <a:path extrusionOk="0" h="2636" w="3760">
                    <a:moveTo>
                      <a:pt x="2633" y="1"/>
                    </a:moveTo>
                    <a:cubicBezTo>
                      <a:pt x="2247" y="1"/>
                      <a:pt x="1778" y="140"/>
                      <a:pt x="1324" y="425"/>
                    </a:cubicBezTo>
                    <a:cubicBezTo>
                      <a:pt x="450" y="914"/>
                      <a:pt x="0" y="1748"/>
                      <a:pt x="278" y="2238"/>
                    </a:cubicBezTo>
                    <a:cubicBezTo>
                      <a:pt x="439" y="2509"/>
                      <a:pt x="746" y="2635"/>
                      <a:pt x="1120" y="2635"/>
                    </a:cubicBezTo>
                    <a:cubicBezTo>
                      <a:pt x="1513" y="2635"/>
                      <a:pt x="1981" y="2496"/>
                      <a:pt x="2436" y="2238"/>
                    </a:cubicBezTo>
                    <a:cubicBezTo>
                      <a:pt x="3309" y="1695"/>
                      <a:pt x="3759" y="861"/>
                      <a:pt x="3428" y="372"/>
                    </a:cubicBezTo>
                    <a:cubicBezTo>
                      <a:pt x="3293" y="127"/>
                      <a:pt x="3000" y="1"/>
                      <a:pt x="2633" y="1"/>
                    </a:cubicBezTo>
                    <a:close/>
                  </a:path>
                </a:pathLst>
              </a:custGeom>
              <a:solidFill>
                <a:srgbClr val="EE1D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5"/>
              <p:cNvSpPr/>
              <p:nvPr/>
            </p:nvSpPr>
            <p:spPr>
              <a:xfrm>
                <a:off x="6189608" y="3719445"/>
                <a:ext cx="518709" cy="417731"/>
              </a:xfrm>
              <a:custGeom>
                <a:rect b="b" l="l" r="r" t="t"/>
                <a:pathLst>
                  <a:path extrusionOk="0" h="7558" w="9385">
                    <a:moveTo>
                      <a:pt x="8445" y="0"/>
                    </a:moveTo>
                    <a:lnTo>
                      <a:pt x="8445" y="0"/>
                    </a:lnTo>
                    <a:cubicBezTo>
                      <a:pt x="8551" y="437"/>
                      <a:pt x="8603" y="821"/>
                      <a:pt x="8603" y="1271"/>
                    </a:cubicBezTo>
                    <a:cubicBezTo>
                      <a:pt x="8603" y="3918"/>
                      <a:pt x="6512" y="6009"/>
                      <a:pt x="3865" y="6009"/>
                    </a:cubicBezTo>
                    <a:cubicBezTo>
                      <a:pt x="2264" y="6009"/>
                      <a:pt x="887" y="5242"/>
                      <a:pt x="1" y="4024"/>
                    </a:cubicBezTo>
                    <a:lnTo>
                      <a:pt x="1" y="4024"/>
                    </a:lnTo>
                    <a:cubicBezTo>
                      <a:pt x="556" y="6062"/>
                      <a:pt x="2436" y="7558"/>
                      <a:pt x="4580" y="7558"/>
                    </a:cubicBezTo>
                    <a:cubicBezTo>
                      <a:pt x="7227" y="7558"/>
                      <a:pt x="9384" y="5400"/>
                      <a:pt x="9384" y="2806"/>
                    </a:cubicBezTo>
                    <a:cubicBezTo>
                      <a:pt x="9384" y="1761"/>
                      <a:pt x="9053" y="821"/>
                      <a:pt x="8445" y="0"/>
                    </a:cubicBezTo>
                    <a:close/>
                  </a:path>
                </a:pathLst>
              </a:custGeom>
              <a:solidFill>
                <a:srgbClr val="D41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1" name="Google Shape;1221;p35"/>
            <p:cNvGrpSpPr/>
            <p:nvPr/>
          </p:nvGrpSpPr>
          <p:grpSpPr>
            <a:xfrm>
              <a:off x="135793" y="2903080"/>
              <a:ext cx="2205346" cy="3249434"/>
              <a:chOff x="1329643" y="3033268"/>
              <a:chExt cx="2205346" cy="3249434"/>
            </a:xfrm>
          </p:grpSpPr>
          <p:grpSp>
            <p:nvGrpSpPr>
              <p:cNvPr id="1222" name="Google Shape;1222;p35"/>
              <p:cNvGrpSpPr/>
              <p:nvPr/>
            </p:nvGrpSpPr>
            <p:grpSpPr>
              <a:xfrm>
                <a:off x="1329643" y="3795496"/>
                <a:ext cx="870180" cy="1256066"/>
                <a:chOff x="3234643" y="3795496"/>
                <a:chExt cx="870180" cy="1256066"/>
              </a:xfrm>
            </p:grpSpPr>
            <p:sp>
              <p:nvSpPr>
                <p:cNvPr id="1223" name="Google Shape;1223;p35"/>
                <p:cNvSpPr/>
                <p:nvPr/>
              </p:nvSpPr>
              <p:spPr>
                <a:xfrm>
                  <a:off x="3236476" y="3795496"/>
                  <a:ext cx="868347" cy="1256066"/>
                </a:xfrm>
                <a:custGeom>
                  <a:rect b="b" l="l" r="r" t="t"/>
                  <a:pathLst>
                    <a:path extrusionOk="0" h="22726" w="15711">
                      <a:moveTo>
                        <a:pt x="1099" y="1"/>
                      </a:moveTo>
                      <a:cubicBezTo>
                        <a:pt x="490" y="1"/>
                        <a:pt x="1" y="491"/>
                        <a:pt x="1" y="1099"/>
                      </a:cubicBezTo>
                      <a:lnTo>
                        <a:pt x="1" y="21614"/>
                      </a:lnTo>
                      <a:cubicBezTo>
                        <a:pt x="1" y="22223"/>
                        <a:pt x="490" y="22726"/>
                        <a:pt x="1099" y="22726"/>
                      </a:cubicBezTo>
                      <a:lnTo>
                        <a:pt x="14612" y="22726"/>
                      </a:lnTo>
                      <a:cubicBezTo>
                        <a:pt x="15221" y="22726"/>
                        <a:pt x="15711" y="22223"/>
                        <a:pt x="15711" y="21614"/>
                      </a:cubicBezTo>
                      <a:lnTo>
                        <a:pt x="15711" y="1099"/>
                      </a:lnTo>
                      <a:cubicBezTo>
                        <a:pt x="15711" y="491"/>
                        <a:pt x="15221" y="1"/>
                        <a:pt x="146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4" name="Google Shape;1224;p35"/>
                <p:cNvGrpSpPr/>
                <p:nvPr/>
              </p:nvGrpSpPr>
              <p:grpSpPr>
                <a:xfrm>
                  <a:off x="3234643" y="3795496"/>
                  <a:ext cx="865418" cy="1256066"/>
                  <a:chOff x="3234643" y="3795496"/>
                  <a:chExt cx="865418" cy="1256066"/>
                </a:xfrm>
              </p:grpSpPr>
              <p:sp>
                <p:nvSpPr>
                  <p:cNvPr id="1225" name="Google Shape;1225;p35"/>
                  <p:cNvSpPr/>
                  <p:nvPr/>
                </p:nvSpPr>
                <p:spPr>
                  <a:xfrm>
                    <a:off x="3234643" y="3795496"/>
                    <a:ext cx="865418" cy="389985"/>
                  </a:xfrm>
                  <a:custGeom>
                    <a:rect b="b" l="l" r="r" t="t"/>
                    <a:pathLst>
                      <a:path extrusionOk="0" h="7056" w="15658">
                        <a:moveTo>
                          <a:pt x="1046" y="1"/>
                        </a:moveTo>
                        <a:cubicBezTo>
                          <a:pt x="437" y="1"/>
                          <a:pt x="1" y="491"/>
                          <a:pt x="1" y="1099"/>
                        </a:cubicBezTo>
                        <a:lnTo>
                          <a:pt x="1" y="7055"/>
                        </a:lnTo>
                        <a:lnTo>
                          <a:pt x="15658" y="7055"/>
                        </a:lnTo>
                        <a:lnTo>
                          <a:pt x="15658" y="1099"/>
                        </a:lnTo>
                        <a:cubicBezTo>
                          <a:pt x="15658" y="491"/>
                          <a:pt x="15168" y="1"/>
                          <a:pt x="14559"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5"/>
                  <p:cNvSpPr/>
                  <p:nvPr/>
                </p:nvSpPr>
                <p:spPr>
                  <a:xfrm>
                    <a:off x="3306725" y="3905262"/>
                    <a:ext cx="719118" cy="182888"/>
                  </a:xfrm>
                  <a:custGeom>
                    <a:rect b="b" l="l" r="r" t="t"/>
                    <a:pathLst>
                      <a:path extrusionOk="0" h="3309" w="13011">
                        <a:moveTo>
                          <a:pt x="662" y="0"/>
                        </a:moveTo>
                        <a:cubicBezTo>
                          <a:pt x="278" y="0"/>
                          <a:pt x="0" y="278"/>
                          <a:pt x="0" y="662"/>
                        </a:cubicBezTo>
                        <a:lnTo>
                          <a:pt x="0" y="2647"/>
                        </a:lnTo>
                        <a:cubicBezTo>
                          <a:pt x="0" y="3031"/>
                          <a:pt x="278" y="3309"/>
                          <a:pt x="662" y="3309"/>
                        </a:cubicBezTo>
                        <a:lnTo>
                          <a:pt x="12349" y="3309"/>
                        </a:lnTo>
                        <a:cubicBezTo>
                          <a:pt x="12733" y="3309"/>
                          <a:pt x="13011" y="3031"/>
                          <a:pt x="13011" y="2647"/>
                        </a:cubicBezTo>
                        <a:lnTo>
                          <a:pt x="13011" y="662"/>
                        </a:lnTo>
                        <a:cubicBezTo>
                          <a:pt x="13011" y="278"/>
                          <a:pt x="12733" y="0"/>
                          <a:pt x="1234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5"/>
                  <p:cNvSpPr/>
                  <p:nvPr/>
                </p:nvSpPr>
                <p:spPr>
                  <a:xfrm>
                    <a:off x="3309654" y="4261478"/>
                    <a:ext cx="146355" cy="143426"/>
                  </a:xfrm>
                  <a:custGeom>
                    <a:rect b="b" l="l" r="r" t="t"/>
                    <a:pathLst>
                      <a:path extrusionOk="0" h="2595" w="2648">
                        <a:moveTo>
                          <a:pt x="556" y="1"/>
                        </a:moveTo>
                        <a:cubicBezTo>
                          <a:pt x="278" y="1"/>
                          <a:pt x="0" y="226"/>
                          <a:pt x="0" y="504"/>
                        </a:cubicBezTo>
                        <a:lnTo>
                          <a:pt x="0" y="2052"/>
                        </a:lnTo>
                        <a:cubicBezTo>
                          <a:pt x="0" y="2383"/>
                          <a:pt x="278" y="2595"/>
                          <a:pt x="556" y="2595"/>
                        </a:cubicBezTo>
                        <a:lnTo>
                          <a:pt x="2091" y="2595"/>
                        </a:lnTo>
                        <a:cubicBezTo>
                          <a:pt x="2369" y="2595"/>
                          <a:pt x="2647" y="2383"/>
                          <a:pt x="2647" y="2052"/>
                        </a:cubicBezTo>
                        <a:lnTo>
                          <a:pt x="2647" y="504"/>
                        </a:lnTo>
                        <a:cubicBezTo>
                          <a:pt x="2647" y="226"/>
                          <a:pt x="2369" y="1"/>
                          <a:pt x="20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5"/>
                  <p:cNvSpPr/>
                  <p:nvPr/>
                </p:nvSpPr>
                <p:spPr>
                  <a:xfrm>
                    <a:off x="3501275" y="4261478"/>
                    <a:ext cx="143426" cy="143426"/>
                  </a:xfrm>
                  <a:custGeom>
                    <a:rect b="b" l="l" r="r" t="t"/>
                    <a:pathLst>
                      <a:path extrusionOk="0" h="2595" w="2595">
                        <a:moveTo>
                          <a:pt x="557" y="1"/>
                        </a:moveTo>
                        <a:cubicBezTo>
                          <a:pt x="226" y="1"/>
                          <a:pt x="1" y="226"/>
                          <a:pt x="1" y="504"/>
                        </a:cubicBezTo>
                        <a:lnTo>
                          <a:pt x="1" y="2052"/>
                        </a:lnTo>
                        <a:cubicBezTo>
                          <a:pt x="1" y="2383"/>
                          <a:pt x="226" y="2595"/>
                          <a:pt x="557" y="2595"/>
                        </a:cubicBezTo>
                        <a:lnTo>
                          <a:pt x="2105" y="2595"/>
                        </a:lnTo>
                        <a:cubicBezTo>
                          <a:pt x="2383" y="2595"/>
                          <a:pt x="2595" y="2383"/>
                          <a:pt x="2595" y="2052"/>
                        </a:cubicBezTo>
                        <a:lnTo>
                          <a:pt x="2595" y="504"/>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5"/>
                  <p:cNvSpPr/>
                  <p:nvPr/>
                </p:nvSpPr>
                <p:spPr>
                  <a:xfrm>
                    <a:off x="3693670" y="4261478"/>
                    <a:ext cx="143426" cy="143426"/>
                  </a:xfrm>
                  <a:custGeom>
                    <a:rect b="b" l="l" r="r" t="t"/>
                    <a:pathLst>
                      <a:path extrusionOk="0" h="2595" w="2595">
                        <a:moveTo>
                          <a:pt x="490" y="1"/>
                        </a:moveTo>
                        <a:cubicBezTo>
                          <a:pt x="226" y="1"/>
                          <a:pt x="1" y="226"/>
                          <a:pt x="1" y="504"/>
                        </a:cubicBezTo>
                        <a:lnTo>
                          <a:pt x="1" y="2052"/>
                        </a:lnTo>
                        <a:cubicBezTo>
                          <a:pt x="1" y="2383"/>
                          <a:pt x="226" y="2595"/>
                          <a:pt x="490" y="2595"/>
                        </a:cubicBezTo>
                        <a:lnTo>
                          <a:pt x="2092" y="2595"/>
                        </a:lnTo>
                        <a:cubicBezTo>
                          <a:pt x="2370" y="2595"/>
                          <a:pt x="2595" y="2383"/>
                          <a:pt x="2595" y="2052"/>
                        </a:cubicBezTo>
                        <a:lnTo>
                          <a:pt x="2595" y="504"/>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5"/>
                  <p:cNvSpPr/>
                  <p:nvPr/>
                </p:nvSpPr>
                <p:spPr>
                  <a:xfrm>
                    <a:off x="3309654" y="4453872"/>
                    <a:ext cx="146355" cy="143426"/>
                  </a:xfrm>
                  <a:custGeom>
                    <a:rect b="b" l="l" r="r" t="t"/>
                    <a:pathLst>
                      <a:path extrusionOk="0" h="2595" w="2648">
                        <a:moveTo>
                          <a:pt x="556" y="1"/>
                        </a:moveTo>
                        <a:cubicBezTo>
                          <a:pt x="278" y="1"/>
                          <a:pt x="0" y="226"/>
                          <a:pt x="0" y="556"/>
                        </a:cubicBezTo>
                        <a:lnTo>
                          <a:pt x="0" y="2092"/>
                        </a:lnTo>
                        <a:cubicBezTo>
                          <a:pt x="0" y="2370"/>
                          <a:pt x="278" y="2595"/>
                          <a:pt x="556" y="2595"/>
                        </a:cubicBezTo>
                        <a:lnTo>
                          <a:pt x="2091" y="2595"/>
                        </a:lnTo>
                        <a:cubicBezTo>
                          <a:pt x="2369" y="2595"/>
                          <a:pt x="2647" y="2370"/>
                          <a:pt x="2647" y="2092"/>
                        </a:cubicBezTo>
                        <a:lnTo>
                          <a:pt x="2647" y="556"/>
                        </a:lnTo>
                        <a:cubicBezTo>
                          <a:pt x="2647" y="226"/>
                          <a:pt x="2369" y="1"/>
                          <a:pt x="2091"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5"/>
                  <p:cNvSpPr/>
                  <p:nvPr/>
                </p:nvSpPr>
                <p:spPr>
                  <a:xfrm>
                    <a:off x="3501275" y="4453872"/>
                    <a:ext cx="143426" cy="143426"/>
                  </a:xfrm>
                  <a:custGeom>
                    <a:rect b="b" l="l" r="r" t="t"/>
                    <a:pathLst>
                      <a:path extrusionOk="0" h="2595" w="2595">
                        <a:moveTo>
                          <a:pt x="557" y="1"/>
                        </a:moveTo>
                        <a:cubicBezTo>
                          <a:pt x="226" y="1"/>
                          <a:pt x="1" y="226"/>
                          <a:pt x="1" y="556"/>
                        </a:cubicBezTo>
                        <a:lnTo>
                          <a:pt x="1" y="2092"/>
                        </a:lnTo>
                        <a:cubicBezTo>
                          <a:pt x="1" y="2370"/>
                          <a:pt x="226" y="2595"/>
                          <a:pt x="557" y="2595"/>
                        </a:cubicBezTo>
                        <a:lnTo>
                          <a:pt x="2105" y="2595"/>
                        </a:lnTo>
                        <a:cubicBezTo>
                          <a:pt x="2383" y="2595"/>
                          <a:pt x="2595" y="2370"/>
                          <a:pt x="2595" y="2092"/>
                        </a:cubicBezTo>
                        <a:lnTo>
                          <a:pt x="2595" y="556"/>
                        </a:lnTo>
                        <a:cubicBezTo>
                          <a:pt x="2595" y="226"/>
                          <a:pt x="2383" y="1"/>
                          <a:pt x="2105"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5"/>
                  <p:cNvSpPr/>
                  <p:nvPr/>
                </p:nvSpPr>
                <p:spPr>
                  <a:xfrm>
                    <a:off x="3693670" y="4453872"/>
                    <a:ext cx="143426" cy="143426"/>
                  </a:xfrm>
                  <a:custGeom>
                    <a:rect b="b" l="l" r="r" t="t"/>
                    <a:pathLst>
                      <a:path extrusionOk="0" h="2595" w="2595">
                        <a:moveTo>
                          <a:pt x="490" y="1"/>
                        </a:moveTo>
                        <a:cubicBezTo>
                          <a:pt x="226" y="1"/>
                          <a:pt x="1" y="226"/>
                          <a:pt x="1" y="556"/>
                        </a:cubicBezTo>
                        <a:lnTo>
                          <a:pt x="1" y="2092"/>
                        </a:lnTo>
                        <a:cubicBezTo>
                          <a:pt x="1" y="2370"/>
                          <a:pt x="226" y="2595"/>
                          <a:pt x="490" y="2595"/>
                        </a:cubicBezTo>
                        <a:lnTo>
                          <a:pt x="2092" y="2595"/>
                        </a:lnTo>
                        <a:cubicBezTo>
                          <a:pt x="2370" y="2595"/>
                          <a:pt x="2595" y="2370"/>
                          <a:pt x="2595" y="2092"/>
                        </a:cubicBezTo>
                        <a:lnTo>
                          <a:pt x="2595" y="556"/>
                        </a:lnTo>
                        <a:cubicBezTo>
                          <a:pt x="2595" y="226"/>
                          <a:pt x="2370" y="1"/>
                          <a:pt x="2092" y="1"/>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5"/>
                  <p:cNvSpPr/>
                  <p:nvPr/>
                </p:nvSpPr>
                <p:spPr>
                  <a:xfrm>
                    <a:off x="3309654" y="4645549"/>
                    <a:ext cx="146355" cy="146355"/>
                  </a:xfrm>
                  <a:custGeom>
                    <a:rect b="b" l="l" r="r" t="t"/>
                    <a:pathLst>
                      <a:path extrusionOk="0" h="2648" w="2648">
                        <a:moveTo>
                          <a:pt x="556" y="0"/>
                        </a:moveTo>
                        <a:cubicBezTo>
                          <a:pt x="278" y="0"/>
                          <a:pt x="0" y="278"/>
                          <a:pt x="0" y="556"/>
                        </a:cubicBezTo>
                        <a:lnTo>
                          <a:pt x="0" y="2105"/>
                        </a:lnTo>
                        <a:cubicBezTo>
                          <a:pt x="0" y="2383"/>
                          <a:pt x="278" y="2647"/>
                          <a:pt x="556" y="2647"/>
                        </a:cubicBezTo>
                        <a:lnTo>
                          <a:pt x="2091" y="2647"/>
                        </a:lnTo>
                        <a:cubicBezTo>
                          <a:pt x="2369" y="2647"/>
                          <a:pt x="2647" y="2383"/>
                          <a:pt x="2647" y="2105"/>
                        </a:cubicBezTo>
                        <a:lnTo>
                          <a:pt x="2647" y="556"/>
                        </a:lnTo>
                        <a:cubicBezTo>
                          <a:pt x="2647" y="278"/>
                          <a:pt x="2369" y="0"/>
                          <a:pt x="20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5"/>
                  <p:cNvSpPr/>
                  <p:nvPr/>
                </p:nvSpPr>
                <p:spPr>
                  <a:xfrm>
                    <a:off x="3501275" y="4645549"/>
                    <a:ext cx="143426" cy="146355"/>
                  </a:xfrm>
                  <a:custGeom>
                    <a:rect b="b" l="l" r="r" t="t"/>
                    <a:pathLst>
                      <a:path extrusionOk="0" h="2648" w="2595">
                        <a:moveTo>
                          <a:pt x="557" y="0"/>
                        </a:moveTo>
                        <a:cubicBezTo>
                          <a:pt x="226" y="0"/>
                          <a:pt x="1" y="278"/>
                          <a:pt x="1" y="556"/>
                        </a:cubicBezTo>
                        <a:lnTo>
                          <a:pt x="1" y="2105"/>
                        </a:lnTo>
                        <a:cubicBezTo>
                          <a:pt x="1" y="2383"/>
                          <a:pt x="226" y="2647"/>
                          <a:pt x="557" y="2647"/>
                        </a:cubicBezTo>
                        <a:lnTo>
                          <a:pt x="2105" y="2647"/>
                        </a:lnTo>
                        <a:cubicBezTo>
                          <a:pt x="2383" y="2647"/>
                          <a:pt x="2595" y="2383"/>
                          <a:pt x="2595" y="2105"/>
                        </a:cubicBezTo>
                        <a:lnTo>
                          <a:pt x="2595" y="556"/>
                        </a:lnTo>
                        <a:cubicBezTo>
                          <a:pt x="2595" y="278"/>
                          <a:pt x="2383" y="0"/>
                          <a:pt x="2105" y="0"/>
                        </a:cubicBezTo>
                        <a:close/>
                      </a:path>
                    </a:pathLst>
                  </a:custGeom>
                  <a:solidFill>
                    <a:srgbClr val="C1C1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5"/>
                  <p:cNvSpPr/>
                  <p:nvPr/>
                </p:nvSpPr>
                <p:spPr>
                  <a:xfrm>
                    <a:off x="3693670" y="4645549"/>
                    <a:ext cx="143426" cy="146355"/>
                  </a:xfrm>
                  <a:custGeom>
                    <a:rect b="b" l="l" r="r" t="t"/>
                    <a:pathLst>
                      <a:path extrusionOk="0" h="2648" w="2595">
                        <a:moveTo>
                          <a:pt x="490" y="0"/>
                        </a:moveTo>
                        <a:cubicBezTo>
                          <a:pt x="226" y="0"/>
                          <a:pt x="1" y="278"/>
                          <a:pt x="1" y="556"/>
                        </a:cubicBezTo>
                        <a:lnTo>
                          <a:pt x="1" y="2105"/>
                        </a:lnTo>
                        <a:cubicBezTo>
                          <a:pt x="1" y="2383"/>
                          <a:pt x="226" y="2647"/>
                          <a:pt x="490" y="2647"/>
                        </a:cubicBezTo>
                        <a:lnTo>
                          <a:pt x="2092" y="2647"/>
                        </a:lnTo>
                        <a:cubicBezTo>
                          <a:pt x="2370" y="2647"/>
                          <a:pt x="2595" y="2383"/>
                          <a:pt x="2595" y="2105"/>
                        </a:cubicBezTo>
                        <a:lnTo>
                          <a:pt x="2595" y="556"/>
                        </a:lnTo>
                        <a:cubicBezTo>
                          <a:pt x="2595" y="278"/>
                          <a:pt x="2370" y="0"/>
                          <a:pt x="2092"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5"/>
                  <p:cNvSpPr/>
                  <p:nvPr/>
                </p:nvSpPr>
                <p:spPr>
                  <a:xfrm>
                    <a:off x="3309654" y="4840873"/>
                    <a:ext cx="146355" cy="143426"/>
                  </a:xfrm>
                  <a:custGeom>
                    <a:rect b="b" l="l" r="r" t="t"/>
                    <a:pathLst>
                      <a:path extrusionOk="0" h="2595" w="2648">
                        <a:moveTo>
                          <a:pt x="556" y="0"/>
                        </a:moveTo>
                        <a:cubicBezTo>
                          <a:pt x="278" y="0"/>
                          <a:pt x="0" y="225"/>
                          <a:pt x="0" y="503"/>
                        </a:cubicBezTo>
                        <a:lnTo>
                          <a:pt x="0" y="2091"/>
                        </a:lnTo>
                        <a:cubicBezTo>
                          <a:pt x="0" y="2369"/>
                          <a:pt x="278" y="2594"/>
                          <a:pt x="556" y="2594"/>
                        </a:cubicBezTo>
                        <a:lnTo>
                          <a:pt x="2091" y="2594"/>
                        </a:lnTo>
                        <a:cubicBezTo>
                          <a:pt x="2369" y="2594"/>
                          <a:pt x="2647" y="2369"/>
                          <a:pt x="2647" y="2091"/>
                        </a:cubicBezTo>
                        <a:lnTo>
                          <a:pt x="2647" y="503"/>
                        </a:lnTo>
                        <a:cubicBezTo>
                          <a:pt x="2647" y="225"/>
                          <a:pt x="2369" y="0"/>
                          <a:pt x="20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5"/>
                  <p:cNvSpPr/>
                  <p:nvPr/>
                </p:nvSpPr>
                <p:spPr>
                  <a:xfrm>
                    <a:off x="3501275" y="4840873"/>
                    <a:ext cx="143426" cy="143426"/>
                  </a:xfrm>
                  <a:custGeom>
                    <a:rect b="b" l="l" r="r" t="t"/>
                    <a:pathLst>
                      <a:path extrusionOk="0" h="2595" w="2595">
                        <a:moveTo>
                          <a:pt x="557" y="0"/>
                        </a:moveTo>
                        <a:cubicBezTo>
                          <a:pt x="226" y="0"/>
                          <a:pt x="1" y="225"/>
                          <a:pt x="1" y="503"/>
                        </a:cubicBezTo>
                        <a:lnTo>
                          <a:pt x="1" y="2091"/>
                        </a:lnTo>
                        <a:cubicBezTo>
                          <a:pt x="1" y="2369"/>
                          <a:pt x="226" y="2594"/>
                          <a:pt x="557" y="2594"/>
                        </a:cubicBezTo>
                        <a:lnTo>
                          <a:pt x="2105" y="2594"/>
                        </a:lnTo>
                        <a:cubicBezTo>
                          <a:pt x="2383" y="2594"/>
                          <a:pt x="2595" y="2369"/>
                          <a:pt x="2595" y="2091"/>
                        </a:cubicBezTo>
                        <a:lnTo>
                          <a:pt x="2595" y="503"/>
                        </a:lnTo>
                        <a:cubicBezTo>
                          <a:pt x="2595" y="225"/>
                          <a:pt x="2383" y="0"/>
                          <a:pt x="2105" y="0"/>
                        </a:cubicBez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5"/>
                  <p:cNvSpPr/>
                  <p:nvPr/>
                </p:nvSpPr>
                <p:spPr>
                  <a:xfrm>
                    <a:off x="3693670" y="4840873"/>
                    <a:ext cx="143426" cy="143426"/>
                  </a:xfrm>
                  <a:custGeom>
                    <a:rect b="b" l="l" r="r" t="t"/>
                    <a:pathLst>
                      <a:path extrusionOk="0" h="2595" w="2595">
                        <a:moveTo>
                          <a:pt x="490" y="0"/>
                        </a:moveTo>
                        <a:cubicBezTo>
                          <a:pt x="226" y="0"/>
                          <a:pt x="1" y="225"/>
                          <a:pt x="1" y="503"/>
                        </a:cubicBezTo>
                        <a:lnTo>
                          <a:pt x="1" y="2091"/>
                        </a:lnTo>
                        <a:cubicBezTo>
                          <a:pt x="1" y="2369"/>
                          <a:pt x="226" y="2594"/>
                          <a:pt x="490" y="2594"/>
                        </a:cubicBezTo>
                        <a:lnTo>
                          <a:pt x="2092" y="2594"/>
                        </a:lnTo>
                        <a:cubicBezTo>
                          <a:pt x="2370" y="2594"/>
                          <a:pt x="2595" y="2369"/>
                          <a:pt x="2595" y="2091"/>
                        </a:cubicBezTo>
                        <a:lnTo>
                          <a:pt x="2595" y="503"/>
                        </a:lnTo>
                        <a:cubicBezTo>
                          <a:pt x="2595" y="225"/>
                          <a:pt x="2370" y="0"/>
                          <a:pt x="2092" y="0"/>
                        </a:cubicBez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5"/>
                  <p:cNvSpPr/>
                  <p:nvPr/>
                </p:nvSpPr>
                <p:spPr>
                  <a:xfrm>
                    <a:off x="3855335" y="4185426"/>
                    <a:ext cx="243685" cy="866136"/>
                  </a:xfrm>
                  <a:custGeom>
                    <a:rect b="b" l="l" r="r" t="t"/>
                    <a:pathLst>
                      <a:path extrusionOk="0" h="15671" w="4409">
                        <a:moveTo>
                          <a:pt x="2595" y="1377"/>
                        </a:moveTo>
                        <a:cubicBezTo>
                          <a:pt x="2926" y="1377"/>
                          <a:pt x="3137" y="1602"/>
                          <a:pt x="3137" y="1880"/>
                        </a:cubicBezTo>
                        <a:lnTo>
                          <a:pt x="3137" y="3428"/>
                        </a:lnTo>
                        <a:cubicBezTo>
                          <a:pt x="3137" y="3759"/>
                          <a:pt x="2926" y="3971"/>
                          <a:pt x="2595" y="3971"/>
                        </a:cubicBezTo>
                        <a:lnTo>
                          <a:pt x="1046" y="3971"/>
                        </a:lnTo>
                        <a:cubicBezTo>
                          <a:pt x="768" y="3971"/>
                          <a:pt x="543" y="3759"/>
                          <a:pt x="543" y="3428"/>
                        </a:cubicBezTo>
                        <a:lnTo>
                          <a:pt x="543" y="1880"/>
                        </a:lnTo>
                        <a:cubicBezTo>
                          <a:pt x="543" y="1602"/>
                          <a:pt x="768" y="1377"/>
                          <a:pt x="1046" y="1377"/>
                        </a:cubicBezTo>
                        <a:close/>
                        <a:moveTo>
                          <a:pt x="2595" y="4858"/>
                        </a:moveTo>
                        <a:cubicBezTo>
                          <a:pt x="2926" y="4858"/>
                          <a:pt x="3137" y="5083"/>
                          <a:pt x="3137" y="5413"/>
                        </a:cubicBezTo>
                        <a:lnTo>
                          <a:pt x="3137" y="6949"/>
                        </a:lnTo>
                        <a:cubicBezTo>
                          <a:pt x="3137" y="7227"/>
                          <a:pt x="2926" y="7452"/>
                          <a:pt x="2595" y="7452"/>
                        </a:cubicBezTo>
                        <a:lnTo>
                          <a:pt x="1046" y="7452"/>
                        </a:lnTo>
                        <a:cubicBezTo>
                          <a:pt x="768" y="7452"/>
                          <a:pt x="543" y="7227"/>
                          <a:pt x="543" y="6949"/>
                        </a:cubicBezTo>
                        <a:lnTo>
                          <a:pt x="543" y="5413"/>
                        </a:lnTo>
                        <a:cubicBezTo>
                          <a:pt x="543" y="5083"/>
                          <a:pt x="768" y="4858"/>
                          <a:pt x="1046" y="4858"/>
                        </a:cubicBezTo>
                        <a:close/>
                        <a:moveTo>
                          <a:pt x="2595" y="8325"/>
                        </a:moveTo>
                        <a:cubicBezTo>
                          <a:pt x="2926" y="8325"/>
                          <a:pt x="3137" y="8603"/>
                          <a:pt x="3137" y="8881"/>
                        </a:cubicBezTo>
                        <a:lnTo>
                          <a:pt x="3137" y="13950"/>
                        </a:lnTo>
                        <a:cubicBezTo>
                          <a:pt x="3137" y="14228"/>
                          <a:pt x="2926" y="14453"/>
                          <a:pt x="2595" y="14453"/>
                        </a:cubicBezTo>
                        <a:lnTo>
                          <a:pt x="1046" y="14453"/>
                        </a:lnTo>
                        <a:cubicBezTo>
                          <a:pt x="768" y="14453"/>
                          <a:pt x="543" y="14228"/>
                          <a:pt x="543" y="13950"/>
                        </a:cubicBezTo>
                        <a:lnTo>
                          <a:pt x="543" y="8881"/>
                        </a:lnTo>
                        <a:cubicBezTo>
                          <a:pt x="543" y="8603"/>
                          <a:pt x="768" y="8325"/>
                          <a:pt x="1046" y="8325"/>
                        </a:cubicBezTo>
                        <a:close/>
                        <a:moveTo>
                          <a:pt x="1" y="0"/>
                        </a:moveTo>
                        <a:lnTo>
                          <a:pt x="1" y="15671"/>
                        </a:lnTo>
                        <a:lnTo>
                          <a:pt x="3415" y="15671"/>
                        </a:lnTo>
                        <a:cubicBezTo>
                          <a:pt x="3521" y="15671"/>
                          <a:pt x="3693" y="15605"/>
                          <a:pt x="3799" y="15605"/>
                        </a:cubicBezTo>
                        <a:cubicBezTo>
                          <a:pt x="4183" y="15446"/>
                          <a:pt x="4408" y="15009"/>
                          <a:pt x="4408" y="14559"/>
                        </a:cubicBezTo>
                        <a:lnTo>
                          <a:pt x="4408" y="0"/>
                        </a:lnTo>
                        <a:close/>
                      </a:path>
                    </a:pathLst>
                  </a:cu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5"/>
                  <p:cNvSpPr/>
                  <p:nvPr/>
                </p:nvSpPr>
                <p:spPr>
                  <a:xfrm>
                    <a:off x="3855335" y="3795496"/>
                    <a:ext cx="243685" cy="389985"/>
                  </a:xfrm>
                  <a:custGeom>
                    <a:rect b="b" l="l" r="r" t="t"/>
                    <a:pathLst>
                      <a:path extrusionOk="0" h="7056" w="4409">
                        <a:moveTo>
                          <a:pt x="1" y="1"/>
                        </a:moveTo>
                        <a:lnTo>
                          <a:pt x="1" y="1986"/>
                        </a:lnTo>
                        <a:lnTo>
                          <a:pt x="2423" y="1986"/>
                        </a:lnTo>
                        <a:cubicBezTo>
                          <a:pt x="2807" y="1986"/>
                          <a:pt x="3085" y="2264"/>
                          <a:pt x="3085" y="2648"/>
                        </a:cubicBezTo>
                        <a:lnTo>
                          <a:pt x="3085" y="4633"/>
                        </a:lnTo>
                        <a:cubicBezTo>
                          <a:pt x="3085" y="5017"/>
                          <a:pt x="2807" y="5295"/>
                          <a:pt x="2423" y="5295"/>
                        </a:cubicBezTo>
                        <a:lnTo>
                          <a:pt x="1" y="5295"/>
                        </a:lnTo>
                        <a:lnTo>
                          <a:pt x="1" y="7055"/>
                        </a:lnTo>
                        <a:lnTo>
                          <a:pt x="4408" y="7055"/>
                        </a:lnTo>
                        <a:lnTo>
                          <a:pt x="4408" y="1099"/>
                        </a:lnTo>
                        <a:cubicBezTo>
                          <a:pt x="4408" y="491"/>
                          <a:pt x="4024" y="1"/>
                          <a:pt x="341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5"/>
                  <p:cNvSpPr/>
                  <p:nvPr/>
                </p:nvSpPr>
                <p:spPr>
                  <a:xfrm>
                    <a:off x="3855335" y="3905262"/>
                    <a:ext cx="170508" cy="182888"/>
                  </a:xfrm>
                  <a:custGeom>
                    <a:rect b="b" l="l" r="r" t="t"/>
                    <a:pathLst>
                      <a:path extrusionOk="0" h="3309" w="3085">
                        <a:moveTo>
                          <a:pt x="1" y="0"/>
                        </a:moveTo>
                        <a:lnTo>
                          <a:pt x="1" y="768"/>
                        </a:lnTo>
                        <a:lnTo>
                          <a:pt x="1761" y="768"/>
                        </a:lnTo>
                        <a:lnTo>
                          <a:pt x="1761" y="2594"/>
                        </a:lnTo>
                        <a:lnTo>
                          <a:pt x="1" y="2594"/>
                        </a:lnTo>
                        <a:lnTo>
                          <a:pt x="1" y="3309"/>
                        </a:lnTo>
                        <a:lnTo>
                          <a:pt x="2423" y="3309"/>
                        </a:lnTo>
                        <a:cubicBezTo>
                          <a:pt x="2807" y="3309"/>
                          <a:pt x="3085" y="3031"/>
                          <a:pt x="3085" y="2647"/>
                        </a:cubicBezTo>
                        <a:lnTo>
                          <a:pt x="3085" y="662"/>
                        </a:lnTo>
                        <a:cubicBezTo>
                          <a:pt x="3085" y="278"/>
                          <a:pt x="2807" y="0"/>
                          <a:pt x="2423"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5"/>
                  <p:cNvSpPr/>
                  <p:nvPr/>
                </p:nvSpPr>
                <p:spPr>
                  <a:xfrm>
                    <a:off x="3723681" y="3945499"/>
                    <a:ext cx="35870" cy="100260"/>
                  </a:xfrm>
                  <a:custGeom>
                    <a:rect b="b" l="l" r="r" t="t"/>
                    <a:pathLst>
                      <a:path extrusionOk="0" h="1814" w="649">
                        <a:moveTo>
                          <a:pt x="80" y="0"/>
                        </a:moveTo>
                        <a:cubicBezTo>
                          <a:pt x="67" y="0"/>
                          <a:pt x="40" y="13"/>
                          <a:pt x="27" y="13"/>
                        </a:cubicBezTo>
                        <a:cubicBezTo>
                          <a:pt x="14" y="27"/>
                          <a:pt x="0" y="40"/>
                          <a:pt x="0" y="66"/>
                        </a:cubicBezTo>
                        <a:cubicBezTo>
                          <a:pt x="0" y="93"/>
                          <a:pt x="14" y="106"/>
                          <a:pt x="27" y="106"/>
                        </a:cubicBezTo>
                        <a:cubicBezTo>
                          <a:pt x="40" y="106"/>
                          <a:pt x="67" y="119"/>
                          <a:pt x="80" y="119"/>
                        </a:cubicBezTo>
                        <a:lnTo>
                          <a:pt x="278" y="119"/>
                        </a:lnTo>
                        <a:cubicBezTo>
                          <a:pt x="278" y="132"/>
                          <a:pt x="292" y="132"/>
                          <a:pt x="292" y="146"/>
                        </a:cubicBezTo>
                        <a:cubicBezTo>
                          <a:pt x="292" y="146"/>
                          <a:pt x="292" y="159"/>
                          <a:pt x="292" y="172"/>
                        </a:cubicBezTo>
                        <a:cubicBezTo>
                          <a:pt x="292" y="172"/>
                          <a:pt x="292" y="185"/>
                          <a:pt x="292" y="185"/>
                        </a:cubicBezTo>
                        <a:cubicBezTo>
                          <a:pt x="292" y="225"/>
                          <a:pt x="292" y="265"/>
                          <a:pt x="292" y="305"/>
                        </a:cubicBezTo>
                        <a:cubicBezTo>
                          <a:pt x="292" y="331"/>
                          <a:pt x="292" y="371"/>
                          <a:pt x="292" y="424"/>
                        </a:cubicBezTo>
                        <a:cubicBezTo>
                          <a:pt x="292" y="463"/>
                          <a:pt x="292" y="516"/>
                          <a:pt x="292" y="582"/>
                        </a:cubicBezTo>
                        <a:cubicBezTo>
                          <a:pt x="292" y="635"/>
                          <a:pt x="292" y="715"/>
                          <a:pt x="292" y="794"/>
                        </a:cubicBezTo>
                        <a:cubicBezTo>
                          <a:pt x="278" y="913"/>
                          <a:pt x="278" y="1006"/>
                          <a:pt x="278" y="1085"/>
                        </a:cubicBezTo>
                        <a:cubicBezTo>
                          <a:pt x="278" y="1165"/>
                          <a:pt x="278" y="1231"/>
                          <a:pt x="278" y="1284"/>
                        </a:cubicBezTo>
                        <a:cubicBezTo>
                          <a:pt x="278" y="1350"/>
                          <a:pt x="278" y="1403"/>
                          <a:pt x="265" y="1443"/>
                        </a:cubicBezTo>
                        <a:cubicBezTo>
                          <a:pt x="265" y="1496"/>
                          <a:pt x="265" y="1549"/>
                          <a:pt x="265" y="1602"/>
                        </a:cubicBezTo>
                        <a:cubicBezTo>
                          <a:pt x="265" y="1628"/>
                          <a:pt x="252" y="1641"/>
                          <a:pt x="239" y="1655"/>
                        </a:cubicBezTo>
                        <a:cubicBezTo>
                          <a:pt x="225" y="1668"/>
                          <a:pt x="212" y="1681"/>
                          <a:pt x="186" y="1694"/>
                        </a:cubicBezTo>
                        <a:lnTo>
                          <a:pt x="133" y="1694"/>
                        </a:lnTo>
                        <a:cubicBezTo>
                          <a:pt x="119" y="1694"/>
                          <a:pt x="93" y="1707"/>
                          <a:pt x="80" y="1707"/>
                        </a:cubicBezTo>
                        <a:lnTo>
                          <a:pt x="27" y="1707"/>
                        </a:lnTo>
                        <a:cubicBezTo>
                          <a:pt x="14" y="1721"/>
                          <a:pt x="0" y="1734"/>
                          <a:pt x="0" y="1760"/>
                        </a:cubicBezTo>
                        <a:cubicBezTo>
                          <a:pt x="0" y="1774"/>
                          <a:pt x="14" y="1787"/>
                          <a:pt x="27" y="1800"/>
                        </a:cubicBezTo>
                        <a:cubicBezTo>
                          <a:pt x="53" y="1800"/>
                          <a:pt x="80" y="1813"/>
                          <a:pt x="106" y="1813"/>
                        </a:cubicBezTo>
                        <a:lnTo>
                          <a:pt x="596" y="1813"/>
                        </a:lnTo>
                        <a:cubicBezTo>
                          <a:pt x="609" y="1813"/>
                          <a:pt x="622" y="1800"/>
                          <a:pt x="622" y="1800"/>
                        </a:cubicBezTo>
                        <a:cubicBezTo>
                          <a:pt x="636" y="1787"/>
                          <a:pt x="649" y="1774"/>
                          <a:pt x="649" y="1760"/>
                        </a:cubicBezTo>
                        <a:cubicBezTo>
                          <a:pt x="649" y="1734"/>
                          <a:pt x="636" y="1721"/>
                          <a:pt x="622" y="1707"/>
                        </a:cubicBezTo>
                        <a:cubicBezTo>
                          <a:pt x="609" y="1694"/>
                          <a:pt x="583" y="1694"/>
                          <a:pt x="569" y="1694"/>
                        </a:cubicBezTo>
                        <a:lnTo>
                          <a:pt x="424" y="1694"/>
                        </a:lnTo>
                        <a:lnTo>
                          <a:pt x="464" y="66"/>
                        </a:lnTo>
                        <a:cubicBezTo>
                          <a:pt x="464" y="40"/>
                          <a:pt x="450" y="27"/>
                          <a:pt x="450" y="13"/>
                        </a:cubicBezTo>
                        <a:cubicBezTo>
                          <a:pt x="450" y="0"/>
                          <a:pt x="437" y="0"/>
                          <a:pt x="41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5"/>
                  <p:cNvSpPr/>
                  <p:nvPr/>
                </p:nvSpPr>
                <p:spPr>
                  <a:xfrm>
                    <a:off x="3764636" y="3944007"/>
                    <a:ext cx="63671" cy="102471"/>
                  </a:xfrm>
                  <a:custGeom>
                    <a:rect b="b" l="l" r="r" t="t"/>
                    <a:pathLst>
                      <a:path extrusionOk="0" h="1854" w="1152">
                        <a:moveTo>
                          <a:pt x="596" y="1"/>
                        </a:moveTo>
                        <a:cubicBezTo>
                          <a:pt x="503" y="1"/>
                          <a:pt x="424" y="27"/>
                          <a:pt x="358" y="54"/>
                        </a:cubicBezTo>
                        <a:cubicBezTo>
                          <a:pt x="292" y="93"/>
                          <a:pt x="226" y="133"/>
                          <a:pt x="186" y="186"/>
                        </a:cubicBezTo>
                        <a:cubicBezTo>
                          <a:pt x="133" y="239"/>
                          <a:pt x="106" y="292"/>
                          <a:pt x="80" y="345"/>
                        </a:cubicBezTo>
                        <a:cubicBezTo>
                          <a:pt x="53" y="398"/>
                          <a:pt x="40" y="437"/>
                          <a:pt x="40" y="477"/>
                        </a:cubicBezTo>
                        <a:cubicBezTo>
                          <a:pt x="40" y="477"/>
                          <a:pt x="40" y="490"/>
                          <a:pt x="40" y="504"/>
                        </a:cubicBezTo>
                        <a:cubicBezTo>
                          <a:pt x="40" y="517"/>
                          <a:pt x="53" y="543"/>
                          <a:pt x="53" y="557"/>
                        </a:cubicBezTo>
                        <a:cubicBezTo>
                          <a:pt x="67" y="570"/>
                          <a:pt x="67" y="583"/>
                          <a:pt x="80" y="596"/>
                        </a:cubicBezTo>
                        <a:cubicBezTo>
                          <a:pt x="106" y="609"/>
                          <a:pt x="120" y="609"/>
                          <a:pt x="146" y="609"/>
                        </a:cubicBezTo>
                        <a:cubicBezTo>
                          <a:pt x="186" y="609"/>
                          <a:pt x="212" y="596"/>
                          <a:pt x="239" y="583"/>
                        </a:cubicBezTo>
                        <a:cubicBezTo>
                          <a:pt x="252" y="570"/>
                          <a:pt x="265" y="543"/>
                          <a:pt x="265" y="504"/>
                        </a:cubicBezTo>
                        <a:cubicBezTo>
                          <a:pt x="265" y="490"/>
                          <a:pt x="265" y="477"/>
                          <a:pt x="252" y="477"/>
                        </a:cubicBezTo>
                        <a:cubicBezTo>
                          <a:pt x="252" y="464"/>
                          <a:pt x="252" y="451"/>
                          <a:pt x="239" y="451"/>
                        </a:cubicBezTo>
                        <a:lnTo>
                          <a:pt x="226" y="424"/>
                        </a:lnTo>
                        <a:cubicBezTo>
                          <a:pt x="212" y="424"/>
                          <a:pt x="212" y="411"/>
                          <a:pt x="212" y="398"/>
                        </a:cubicBezTo>
                        <a:cubicBezTo>
                          <a:pt x="212" y="384"/>
                          <a:pt x="226" y="371"/>
                          <a:pt x="239" y="345"/>
                        </a:cubicBezTo>
                        <a:cubicBezTo>
                          <a:pt x="252" y="305"/>
                          <a:pt x="278" y="279"/>
                          <a:pt x="318" y="252"/>
                        </a:cubicBezTo>
                        <a:cubicBezTo>
                          <a:pt x="345" y="226"/>
                          <a:pt x="384" y="199"/>
                          <a:pt x="424" y="173"/>
                        </a:cubicBezTo>
                        <a:cubicBezTo>
                          <a:pt x="464" y="146"/>
                          <a:pt x="517" y="133"/>
                          <a:pt x="570" y="133"/>
                        </a:cubicBezTo>
                        <a:cubicBezTo>
                          <a:pt x="636" y="133"/>
                          <a:pt x="676" y="146"/>
                          <a:pt x="715" y="173"/>
                        </a:cubicBezTo>
                        <a:cubicBezTo>
                          <a:pt x="755" y="186"/>
                          <a:pt x="795" y="212"/>
                          <a:pt x="821" y="239"/>
                        </a:cubicBezTo>
                        <a:cubicBezTo>
                          <a:pt x="848" y="279"/>
                          <a:pt x="861" y="305"/>
                          <a:pt x="874" y="345"/>
                        </a:cubicBezTo>
                        <a:cubicBezTo>
                          <a:pt x="887" y="384"/>
                          <a:pt x="887" y="411"/>
                          <a:pt x="887" y="451"/>
                        </a:cubicBezTo>
                        <a:cubicBezTo>
                          <a:pt x="887" y="530"/>
                          <a:pt x="874" y="596"/>
                          <a:pt x="848" y="676"/>
                        </a:cubicBezTo>
                        <a:cubicBezTo>
                          <a:pt x="821" y="768"/>
                          <a:pt x="781" y="848"/>
                          <a:pt x="742" y="927"/>
                        </a:cubicBezTo>
                        <a:cubicBezTo>
                          <a:pt x="689" y="1007"/>
                          <a:pt x="636" y="1099"/>
                          <a:pt x="583" y="1179"/>
                        </a:cubicBezTo>
                        <a:cubicBezTo>
                          <a:pt x="530" y="1258"/>
                          <a:pt x="464" y="1337"/>
                          <a:pt x="398" y="1404"/>
                        </a:cubicBezTo>
                        <a:cubicBezTo>
                          <a:pt x="345" y="1470"/>
                          <a:pt x="278" y="1536"/>
                          <a:pt x="212" y="1602"/>
                        </a:cubicBezTo>
                        <a:cubicBezTo>
                          <a:pt x="159" y="1655"/>
                          <a:pt x="93" y="1708"/>
                          <a:pt x="53" y="1748"/>
                        </a:cubicBezTo>
                        <a:cubicBezTo>
                          <a:pt x="40" y="1761"/>
                          <a:pt x="27" y="1761"/>
                          <a:pt x="14" y="1774"/>
                        </a:cubicBezTo>
                        <a:cubicBezTo>
                          <a:pt x="1" y="1787"/>
                          <a:pt x="1" y="1787"/>
                          <a:pt x="1" y="1801"/>
                        </a:cubicBezTo>
                        <a:cubicBezTo>
                          <a:pt x="1" y="1814"/>
                          <a:pt x="1" y="1827"/>
                          <a:pt x="14" y="1840"/>
                        </a:cubicBezTo>
                        <a:cubicBezTo>
                          <a:pt x="27" y="1854"/>
                          <a:pt x="40" y="1854"/>
                          <a:pt x="67" y="1854"/>
                        </a:cubicBezTo>
                        <a:cubicBezTo>
                          <a:pt x="80" y="1854"/>
                          <a:pt x="106" y="1854"/>
                          <a:pt x="120" y="1840"/>
                        </a:cubicBezTo>
                        <a:cubicBezTo>
                          <a:pt x="146" y="1840"/>
                          <a:pt x="146" y="1840"/>
                          <a:pt x="159" y="1827"/>
                        </a:cubicBezTo>
                        <a:lnTo>
                          <a:pt x="676" y="1827"/>
                        </a:lnTo>
                        <a:cubicBezTo>
                          <a:pt x="715" y="1827"/>
                          <a:pt x="768" y="1827"/>
                          <a:pt x="808" y="1840"/>
                        </a:cubicBezTo>
                        <a:lnTo>
                          <a:pt x="953" y="1840"/>
                        </a:lnTo>
                        <a:cubicBezTo>
                          <a:pt x="967" y="1840"/>
                          <a:pt x="967" y="1827"/>
                          <a:pt x="980" y="1827"/>
                        </a:cubicBezTo>
                        <a:cubicBezTo>
                          <a:pt x="1006" y="1814"/>
                          <a:pt x="1020" y="1801"/>
                          <a:pt x="1020" y="1787"/>
                        </a:cubicBezTo>
                        <a:cubicBezTo>
                          <a:pt x="1059" y="1721"/>
                          <a:pt x="1099" y="1668"/>
                          <a:pt x="1112" y="1629"/>
                        </a:cubicBezTo>
                        <a:cubicBezTo>
                          <a:pt x="1139" y="1589"/>
                          <a:pt x="1152" y="1576"/>
                          <a:pt x="1152" y="1562"/>
                        </a:cubicBezTo>
                        <a:cubicBezTo>
                          <a:pt x="1152" y="1536"/>
                          <a:pt x="1139" y="1523"/>
                          <a:pt x="1126" y="1523"/>
                        </a:cubicBezTo>
                        <a:cubicBezTo>
                          <a:pt x="1112" y="1509"/>
                          <a:pt x="1099" y="1509"/>
                          <a:pt x="1086" y="1509"/>
                        </a:cubicBezTo>
                        <a:cubicBezTo>
                          <a:pt x="1059" y="1509"/>
                          <a:pt x="1046" y="1509"/>
                          <a:pt x="1033" y="1523"/>
                        </a:cubicBezTo>
                        <a:cubicBezTo>
                          <a:pt x="1020" y="1536"/>
                          <a:pt x="1020" y="1549"/>
                          <a:pt x="1006" y="1562"/>
                        </a:cubicBezTo>
                        <a:lnTo>
                          <a:pt x="953" y="1655"/>
                        </a:lnTo>
                        <a:cubicBezTo>
                          <a:pt x="940" y="1668"/>
                          <a:pt x="927" y="1682"/>
                          <a:pt x="914" y="1682"/>
                        </a:cubicBezTo>
                        <a:cubicBezTo>
                          <a:pt x="914" y="1695"/>
                          <a:pt x="901" y="1695"/>
                          <a:pt x="887" y="1695"/>
                        </a:cubicBezTo>
                        <a:lnTo>
                          <a:pt x="464" y="1695"/>
                        </a:lnTo>
                        <a:cubicBezTo>
                          <a:pt x="398" y="1695"/>
                          <a:pt x="345" y="1682"/>
                          <a:pt x="292" y="1682"/>
                        </a:cubicBezTo>
                        <a:cubicBezTo>
                          <a:pt x="331" y="1642"/>
                          <a:pt x="384" y="1602"/>
                          <a:pt x="437" y="1536"/>
                        </a:cubicBezTo>
                        <a:cubicBezTo>
                          <a:pt x="490" y="1483"/>
                          <a:pt x="543" y="1417"/>
                          <a:pt x="609" y="1351"/>
                        </a:cubicBezTo>
                        <a:cubicBezTo>
                          <a:pt x="662" y="1284"/>
                          <a:pt x="715" y="1218"/>
                          <a:pt x="768" y="1139"/>
                        </a:cubicBezTo>
                        <a:cubicBezTo>
                          <a:pt x="821" y="1073"/>
                          <a:pt x="874" y="993"/>
                          <a:pt x="914" y="914"/>
                        </a:cubicBezTo>
                        <a:cubicBezTo>
                          <a:pt x="953" y="834"/>
                          <a:pt x="993" y="768"/>
                          <a:pt x="1006" y="689"/>
                        </a:cubicBezTo>
                        <a:cubicBezTo>
                          <a:pt x="1033" y="609"/>
                          <a:pt x="1046" y="530"/>
                          <a:pt x="1046" y="451"/>
                        </a:cubicBezTo>
                        <a:cubicBezTo>
                          <a:pt x="1046" y="398"/>
                          <a:pt x="1046" y="332"/>
                          <a:pt x="1033" y="279"/>
                        </a:cubicBezTo>
                        <a:cubicBezTo>
                          <a:pt x="1006" y="226"/>
                          <a:pt x="980" y="173"/>
                          <a:pt x="953" y="133"/>
                        </a:cubicBezTo>
                        <a:cubicBezTo>
                          <a:pt x="914" y="93"/>
                          <a:pt x="861" y="67"/>
                          <a:pt x="808" y="40"/>
                        </a:cubicBezTo>
                        <a:cubicBezTo>
                          <a:pt x="755" y="14"/>
                          <a:pt x="676" y="1"/>
                          <a:pt x="596"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5"/>
                  <p:cNvSpPr/>
                  <p:nvPr/>
                </p:nvSpPr>
                <p:spPr>
                  <a:xfrm>
                    <a:off x="3829745" y="3991539"/>
                    <a:ext cx="65882" cy="57149"/>
                  </a:xfrm>
                  <a:custGeom>
                    <a:rect b="b" l="l" r="r" t="t"/>
                    <a:pathLst>
                      <a:path extrusionOk="0" h="1034" w="1192">
                        <a:moveTo>
                          <a:pt x="173" y="1"/>
                        </a:moveTo>
                        <a:cubicBezTo>
                          <a:pt x="93" y="1"/>
                          <a:pt x="53" y="1"/>
                          <a:pt x="27" y="14"/>
                        </a:cubicBezTo>
                        <a:cubicBezTo>
                          <a:pt x="14" y="27"/>
                          <a:pt x="0" y="41"/>
                          <a:pt x="0" y="67"/>
                        </a:cubicBezTo>
                        <a:cubicBezTo>
                          <a:pt x="0" y="80"/>
                          <a:pt x="14" y="107"/>
                          <a:pt x="27" y="107"/>
                        </a:cubicBezTo>
                        <a:cubicBezTo>
                          <a:pt x="53" y="120"/>
                          <a:pt x="80" y="120"/>
                          <a:pt x="120" y="120"/>
                        </a:cubicBezTo>
                        <a:cubicBezTo>
                          <a:pt x="159" y="120"/>
                          <a:pt x="186" y="133"/>
                          <a:pt x="199" y="147"/>
                        </a:cubicBezTo>
                        <a:cubicBezTo>
                          <a:pt x="212" y="147"/>
                          <a:pt x="239" y="173"/>
                          <a:pt x="265" y="199"/>
                        </a:cubicBezTo>
                        <a:lnTo>
                          <a:pt x="490" y="517"/>
                        </a:lnTo>
                        <a:lnTo>
                          <a:pt x="450" y="557"/>
                        </a:lnTo>
                        <a:lnTo>
                          <a:pt x="424" y="610"/>
                        </a:lnTo>
                        <a:lnTo>
                          <a:pt x="371" y="676"/>
                        </a:lnTo>
                        <a:cubicBezTo>
                          <a:pt x="345" y="702"/>
                          <a:pt x="318" y="742"/>
                          <a:pt x="278" y="795"/>
                        </a:cubicBezTo>
                        <a:cubicBezTo>
                          <a:pt x="265" y="808"/>
                          <a:pt x="252" y="822"/>
                          <a:pt x="239" y="835"/>
                        </a:cubicBezTo>
                        <a:cubicBezTo>
                          <a:pt x="225" y="835"/>
                          <a:pt x="199" y="835"/>
                          <a:pt x="186" y="848"/>
                        </a:cubicBezTo>
                        <a:cubicBezTo>
                          <a:pt x="146" y="848"/>
                          <a:pt x="120" y="848"/>
                          <a:pt x="93" y="861"/>
                        </a:cubicBezTo>
                        <a:cubicBezTo>
                          <a:pt x="67" y="874"/>
                          <a:pt x="53" y="888"/>
                          <a:pt x="53" y="914"/>
                        </a:cubicBezTo>
                        <a:cubicBezTo>
                          <a:pt x="53" y="927"/>
                          <a:pt x="53" y="941"/>
                          <a:pt x="53" y="941"/>
                        </a:cubicBezTo>
                        <a:cubicBezTo>
                          <a:pt x="67" y="954"/>
                          <a:pt x="67" y="954"/>
                          <a:pt x="80" y="967"/>
                        </a:cubicBezTo>
                        <a:lnTo>
                          <a:pt x="398" y="967"/>
                        </a:lnTo>
                        <a:cubicBezTo>
                          <a:pt x="398" y="967"/>
                          <a:pt x="411" y="967"/>
                          <a:pt x="424" y="980"/>
                        </a:cubicBezTo>
                        <a:lnTo>
                          <a:pt x="477" y="980"/>
                        </a:lnTo>
                        <a:cubicBezTo>
                          <a:pt x="490" y="980"/>
                          <a:pt x="517" y="967"/>
                          <a:pt x="530" y="967"/>
                        </a:cubicBezTo>
                        <a:cubicBezTo>
                          <a:pt x="556" y="954"/>
                          <a:pt x="570" y="941"/>
                          <a:pt x="570" y="914"/>
                        </a:cubicBezTo>
                        <a:cubicBezTo>
                          <a:pt x="570" y="901"/>
                          <a:pt x="556" y="901"/>
                          <a:pt x="556" y="888"/>
                        </a:cubicBezTo>
                        <a:cubicBezTo>
                          <a:pt x="543" y="861"/>
                          <a:pt x="503" y="861"/>
                          <a:pt x="464" y="861"/>
                        </a:cubicBezTo>
                        <a:cubicBezTo>
                          <a:pt x="450" y="861"/>
                          <a:pt x="437" y="861"/>
                          <a:pt x="424" y="848"/>
                        </a:cubicBezTo>
                        <a:cubicBezTo>
                          <a:pt x="424" y="848"/>
                          <a:pt x="424" y="848"/>
                          <a:pt x="424" y="835"/>
                        </a:cubicBezTo>
                        <a:cubicBezTo>
                          <a:pt x="424" y="835"/>
                          <a:pt x="424" y="822"/>
                          <a:pt x="437" y="808"/>
                        </a:cubicBezTo>
                        <a:cubicBezTo>
                          <a:pt x="450" y="782"/>
                          <a:pt x="464" y="782"/>
                          <a:pt x="464" y="769"/>
                        </a:cubicBezTo>
                        <a:cubicBezTo>
                          <a:pt x="490" y="742"/>
                          <a:pt x="503" y="729"/>
                          <a:pt x="517" y="702"/>
                        </a:cubicBezTo>
                        <a:cubicBezTo>
                          <a:pt x="530" y="689"/>
                          <a:pt x="543" y="663"/>
                          <a:pt x="570" y="636"/>
                        </a:cubicBezTo>
                        <a:cubicBezTo>
                          <a:pt x="583" y="649"/>
                          <a:pt x="609" y="676"/>
                          <a:pt x="623" y="716"/>
                        </a:cubicBezTo>
                        <a:cubicBezTo>
                          <a:pt x="649" y="742"/>
                          <a:pt x="662" y="755"/>
                          <a:pt x="689" y="782"/>
                        </a:cubicBezTo>
                        <a:cubicBezTo>
                          <a:pt x="702" y="808"/>
                          <a:pt x="715" y="835"/>
                          <a:pt x="728" y="848"/>
                        </a:cubicBezTo>
                        <a:cubicBezTo>
                          <a:pt x="728" y="861"/>
                          <a:pt x="742" y="874"/>
                          <a:pt x="742" y="888"/>
                        </a:cubicBezTo>
                        <a:cubicBezTo>
                          <a:pt x="742" y="901"/>
                          <a:pt x="742" y="901"/>
                          <a:pt x="728" y="914"/>
                        </a:cubicBezTo>
                        <a:lnTo>
                          <a:pt x="702" y="914"/>
                        </a:lnTo>
                        <a:cubicBezTo>
                          <a:pt x="689" y="914"/>
                          <a:pt x="675" y="927"/>
                          <a:pt x="675" y="941"/>
                        </a:cubicBezTo>
                        <a:cubicBezTo>
                          <a:pt x="675" y="954"/>
                          <a:pt x="662" y="967"/>
                          <a:pt x="662" y="967"/>
                        </a:cubicBezTo>
                        <a:cubicBezTo>
                          <a:pt x="662" y="980"/>
                          <a:pt x="675" y="994"/>
                          <a:pt x="689" y="1007"/>
                        </a:cubicBezTo>
                        <a:cubicBezTo>
                          <a:pt x="702" y="1033"/>
                          <a:pt x="728" y="1033"/>
                          <a:pt x="768" y="1033"/>
                        </a:cubicBezTo>
                        <a:lnTo>
                          <a:pt x="1086" y="1033"/>
                        </a:lnTo>
                        <a:cubicBezTo>
                          <a:pt x="1112" y="1033"/>
                          <a:pt x="1139" y="1033"/>
                          <a:pt x="1152" y="1020"/>
                        </a:cubicBezTo>
                        <a:cubicBezTo>
                          <a:pt x="1178" y="1020"/>
                          <a:pt x="1192" y="1007"/>
                          <a:pt x="1192" y="980"/>
                        </a:cubicBezTo>
                        <a:cubicBezTo>
                          <a:pt x="1192" y="954"/>
                          <a:pt x="1178" y="941"/>
                          <a:pt x="1165" y="941"/>
                        </a:cubicBezTo>
                        <a:cubicBezTo>
                          <a:pt x="1139" y="927"/>
                          <a:pt x="1125" y="927"/>
                          <a:pt x="1099" y="927"/>
                        </a:cubicBezTo>
                        <a:cubicBezTo>
                          <a:pt x="1073" y="927"/>
                          <a:pt x="1046" y="914"/>
                          <a:pt x="1033" y="914"/>
                        </a:cubicBezTo>
                        <a:cubicBezTo>
                          <a:pt x="1020" y="914"/>
                          <a:pt x="993" y="914"/>
                          <a:pt x="967" y="901"/>
                        </a:cubicBezTo>
                        <a:cubicBezTo>
                          <a:pt x="967" y="901"/>
                          <a:pt x="953" y="888"/>
                          <a:pt x="940" y="888"/>
                        </a:cubicBezTo>
                        <a:cubicBezTo>
                          <a:pt x="927" y="874"/>
                          <a:pt x="914" y="848"/>
                          <a:pt x="887" y="822"/>
                        </a:cubicBezTo>
                        <a:cubicBezTo>
                          <a:pt x="861" y="795"/>
                          <a:pt x="834" y="755"/>
                          <a:pt x="795" y="716"/>
                        </a:cubicBezTo>
                        <a:cubicBezTo>
                          <a:pt x="755" y="663"/>
                          <a:pt x="715" y="597"/>
                          <a:pt x="649" y="517"/>
                        </a:cubicBezTo>
                        <a:cubicBezTo>
                          <a:pt x="689" y="477"/>
                          <a:pt x="715" y="438"/>
                          <a:pt x="742" y="398"/>
                        </a:cubicBezTo>
                        <a:cubicBezTo>
                          <a:pt x="768" y="358"/>
                          <a:pt x="795" y="319"/>
                          <a:pt x="834" y="266"/>
                        </a:cubicBezTo>
                        <a:cubicBezTo>
                          <a:pt x="861" y="239"/>
                          <a:pt x="874" y="226"/>
                          <a:pt x="900" y="213"/>
                        </a:cubicBezTo>
                        <a:cubicBezTo>
                          <a:pt x="927" y="213"/>
                          <a:pt x="940" y="199"/>
                          <a:pt x="980" y="199"/>
                        </a:cubicBezTo>
                        <a:lnTo>
                          <a:pt x="1125" y="199"/>
                        </a:lnTo>
                        <a:cubicBezTo>
                          <a:pt x="1139" y="199"/>
                          <a:pt x="1152" y="186"/>
                          <a:pt x="1165" y="186"/>
                        </a:cubicBezTo>
                        <a:cubicBezTo>
                          <a:pt x="1178" y="173"/>
                          <a:pt x="1178" y="160"/>
                          <a:pt x="1178" y="147"/>
                        </a:cubicBezTo>
                        <a:cubicBezTo>
                          <a:pt x="1178" y="107"/>
                          <a:pt x="1165" y="80"/>
                          <a:pt x="1125" y="80"/>
                        </a:cubicBezTo>
                        <a:lnTo>
                          <a:pt x="728" y="80"/>
                        </a:lnTo>
                        <a:cubicBezTo>
                          <a:pt x="689" y="80"/>
                          <a:pt x="675" y="80"/>
                          <a:pt x="649" y="94"/>
                        </a:cubicBezTo>
                        <a:cubicBezTo>
                          <a:pt x="636" y="107"/>
                          <a:pt x="623" y="120"/>
                          <a:pt x="623" y="147"/>
                        </a:cubicBezTo>
                        <a:cubicBezTo>
                          <a:pt x="623" y="160"/>
                          <a:pt x="636" y="173"/>
                          <a:pt x="649" y="186"/>
                        </a:cubicBezTo>
                        <a:cubicBezTo>
                          <a:pt x="662" y="186"/>
                          <a:pt x="662" y="199"/>
                          <a:pt x="675" y="199"/>
                        </a:cubicBezTo>
                        <a:cubicBezTo>
                          <a:pt x="675" y="199"/>
                          <a:pt x="689" y="199"/>
                          <a:pt x="689" y="213"/>
                        </a:cubicBezTo>
                        <a:cubicBezTo>
                          <a:pt x="689" y="213"/>
                          <a:pt x="675" y="226"/>
                          <a:pt x="662" y="252"/>
                        </a:cubicBezTo>
                        <a:cubicBezTo>
                          <a:pt x="649" y="266"/>
                          <a:pt x="636" y="292"/>
                          <a:pt x="623" y="319"/>
                        </a:cubicBezTo>
                        <a:lnTo>
                          <a:pt x="570" y="398"/>
                        </a:lnTo>
                        <a:cubicBezTo>
                          <a:pt x="543" y="372"/>
                          <a:pt x="517" y="345"/>
                          <a:pt x="503" y="305"/>
                        </a:cubicBezTo>
                        <a:cubicBezTo>
                          <a:pt x="477" y="279"/>
                          <a:pt x="464" y="252"/>
                          <a:pt x="450" y="239"/>
                        </a:cubicBezTo>
                        <a:cubicBezTo>
                          <a:pt x="437" y="213"/>
                          <a:pt x="424" y="199"/>
                          <a:pt x="411" y="173"/>
                        </a:cubicBezTo>
                        <a:cubicBezTo>
                          <a:pt x="411" y="160"/>
                          <a:pt x="398" y="147"/>
                          <a:pt x="398" y="147"/>
                        </a:cubicBezTo>
                        <a:cubicBezTo>
                          <a:pt x="398" y="133"/>
                          <a:pt x="411" y="133"/>
                          <a:pt x="424" y="133"/>
                        </a:cubicBezTo>
                        <a:lnTo>
                          <a:pt x="477" y="133"/>
                        </a:lnTo>
                        <a:cubicBezTo>
                          <a:pt x="490" y="133"/>
                          <a:pt x="517" y="120"/>
                          <a:pt x="530" y="107"/>
                        </a:cubicBezTo>
                        <a:cubicBezTo>
                          <a:pt x="543" y="94"/>
                          <a:pt x="543" y="80"/>
                          <a:pt x="543" y="67"/>
                        </a:cubicBezTo>
                        <a:cubicBezTo>
                          <a:pt x="543" y="54"/>
                          <a:pt x="543" y="54"/>
                          <a:pt x="543" y="41"/>
                        </a:cubicBezTo>
                        <a:cubicBezTo>
                          <a:pt x="543" y="41"/>
                          <a:pt x="530" y="27"/>
                          <a:pt x="530" y="27"/>
                        </a:cubicBezTo>
                        <a:cubicBezTo>
                          <a:pt x="517" y="14"/>
                          <a:pt x="503" y="14"/>
                          <a:pt x="490" y="1"/>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5"/>
                  <p:cNvSpPr/>
                  <p:nvPr/>
                </p:nvSpPr>
                <p:spPr>
                  <a:xfrm>
                    <a:off x="3901430" y="3946218"/>
                    <a:ext cx="60023" cy="100260"/>
                  </a:xfrm>
                  <a:custGeom>
                    <a:rect b="b" l="l" r="r" t="t"/>
                    <a:pathLst>
                      <a:path extrusionOk="0" h="1814" w="1086">
                        <a:moveTo>
                          <a:pt x="861" y="0"/>
                        </a:moveTo>
                        <a:cubicBezTo>
                          <a:pt x="834" y="0"/>
                          <a:pt x="781" y="0"/>
                          <a:pt x="728" y="14"/>
                        </a:cubicBezTo>
                        <a:lnTo>
                          <a:pt x="530" y="14"/>
                        </a:lnTo>
                        <a:cubicBezTo>
                          <a:pt x="464" y="14"/>
                          <a:pt x="398" y="27"/>
                          <a:pt x="331" y="27"/>
                        </a:cubicBezTo>
                        <a:cubicBezTo>
                          <a:pt x="265" y="40"/>
                          <a:pt x="212" y="40"/>
                          <a:pt x="173" y="40"/>
                        </a:cubicBezTo>
                        <a:cubicBezTo>
                          <a:pt x="146" y="53"/>
                          <a:pt x="133" y="67"/>
                          <a:pt x="133" y="93"/>
                        </a:cubicBezTo>
                        <a:cubicBezTo>
                          <a:pt x="133" y="159"/>
                          <a:pt x="120" y="212"/>
                          <a:pt x="120" y="265"/>
                        </a:cubicBezTo>
                        <a:cubicBezTo>
                          <a:pt x="120" y="318"/>
                          <a:pt x="106" y="358"/>
                          <a:pt x="106" y="397"/>
                        </a:cubicBezTo>
                        <a:cubicBezTo>
                          <a:pt x="106" y="437"/>
                          <a:pt x="93" y="477"/>
                          <a:pt x="93" y="530"/>
                        </a:cubicBezTo>
                        <a:cubicBezTo>
                          <a:pt x="93" y="569"/>
                          <a:pt x="80" y="622"/>
                          <a:pt x="67" y="675"/>
                        </a:cubicBezTo>
                        <a:cubicBezTo>
                          <a:pt x="67" y="702"/>
                          <a:pt x="67" y="715"/>
                          <a:pt x="67" y="742"/>
                        </a:cubicBezTo>
                        <a:cubicBezTo>
                          <a:pt x="67" y="755"/>
                          <a:pt x="67" y="768"/>
                          <a:pt x="67" y="781"/>
                        </a:cubicBezTo>
                        <a:cubicBezTo>
                          <a:pt x="67" y="821"/>
                          <a:pt x="67" y="861"/>
                          <a:pt x="80" y="887"/>
                        </a:cubicBezTo>
                        <a:cubicBezTo>
                          <a:pt x="93" y="914"/>
                          <a:pt x="106" y="927"/>
                          <a:pt x="146" y="927"/>
                        </a:cubicBezTo>
                        <a:cubicBezTo>
                          <a:pt x="159" y="927"/>
                          <a:pt x="173" y="927"/>
                          <a:pt x="212" y="914"/>
                        </a:cubicBezTo>
                        <a:cubicBezTo>
                          <a:pt x="239" y="914"/>
                          <a:pt x="265" y="900"/>
                          <a:pt x="305" y="900"/>
                        </a:cubicBezTo>
                        <a:cubicBezTo>
                          <a:pt x="345" y="887"/>
                          <a:pt x="384" y="874"/>
                          <a:pt x="424" y="874"/>
                        </a:cubicBezTo>
                        <a:cubicBezTo>
                          <a:pt x="464" y="861"/>
                          <a:pt x="503" y="861"/>
                          <a:pt x="556" y="861"/>
                        </a:cubicBezTo>
                        <a:cubicBezTo>
                          <a:pt x="623" y="861"/>
                          <a:pt x="689" y="874"/>
                          <a:pt x="728" y="887"/>
                        </a:cubicBezTo>
                        <a:cubicBezTo>
                          <a:pt x="781" y="914"/>
                          <a:pt x="821" y="940"/>
                          <a:pt x="848" y="967"/>
                        </a:cubicBezTo>
                        <a:cubicBezTo>
                          <a:pt x="874" y="993"/>
                          <a:pt x="901" y="1033"/>
                          <a:pt x="914" y="1072"/>
                        </a:cubicBezTo>
                        <a:cubicBezTo>
                          <a:pt x="914" y="1112"/>
                          <a:pt x="927" y="1152"/>
                          <a:pt x="927" y="1192"/>
                        </a:cubicBezTo>
                        <a:cubicBezTo>
                          <a:pt x="927" y="1244"/>
                          <a:pt x="914" y="1311"/>
                          <a:pt x="887" y="1364"/>
                        </a:cubicBezTo>
                        <a:cubicBezTo>
                          <a:pt x="874" y="1430"/>
                          <a:pt x="834" y="1483"/>
                          <a:pt x="795" y="1522"/>
                        </a:cubicBezTo>
                        <a:cubicBezTo>
                          <a:pt x="742" y="1575"/>
                          <a:pt x="689" y="1615"/>
                          <a:pt x="623" y="1642"/>
                        </a:cubicBezTo>
                        <a:cubicBezTo>
                          <a:pt x="543" y="1668"/>
                          <a:pt x="464" y="1681"/>
                          <a:pt x="371" y="1681"/>
                        </a:cubicBezTo>
                        <a:lnTo>
                          <a:pt x="292" y="1681"/>
                        </a:lnTo>
                        <a:cubicBezTo>
                          <a:pt x="265" y="1668"/>
                          <a:pt x="239" y="1668"/>
                          <a:pt x="212" y="1655"/>
                        </a:cubicBezTo>
                        <a:cubicBezTo>
                          <a:pt x="199" y="1642"/>
                          <a:pt x="173" y="1642"/>
                          <a:pt x="159" y="1628"/>
                        </a:cubicBezTo>
                        <a:cubicBezTo>
                          <a:pt x="146" y="1615"/>
                          <a:pt x="146" y="1602"/>
                          <a:pt x="146" y="1589"/>
                        </a:cubicBezTo>
                        <a:cubicBezTo>
                          <a:pt x="146" y="1562"/>
                          <a:pt x="146" y="1549"/>
                          <a:pt x="159" y="1549"/>
                        </a:cubicBezTo>
                        <a:cubicBezTo>
                          <a:pt x="173" y="1536"/>
                          <a:pt x="199" y="1536"/>
                          <a:pt x="212" y="1536"/>
                        </a:cubicBezTo>
                        <a:cubicBezTo>
                          <a:pt x="226" y="1522"/>
                          <a:pt x="239" y="1522"/>
                          <a:pt x="252" y="1509"/>
                        </a:cubicBezTo>
                        <a:cubicBezTo>
                          <a:pt x="265" y="1496"/>
                          <a:pt x="278" y="1483"/>
                          <a:pt x="278" y="1456"/>
                        </a:cubicBezTo>
                        <a:cubicBezTo>
                          <a:pt x="278" y="1417"/>
                          <a:pt x="265" y="1390"/>
                          <a:pt x="239" y="1377"/>
                        </a:cubicBezTo>
                        <a:cubicBezTo>
                          <a:pt x="226" y="1364"/>
                          <a:pt x="199" y="1364"/>
                          <a:pt x="173" y="1364"/>
                        </a:cubicBezTo>
                        <a:cubicBezTo>
                          <a:pt x="146" y="1364"/>
                          <a:pt x="133" y="1364"/>
                          <a:pt x="106" y="1377"/>
                        </a:cubicBezTo>
                        <a:cubicBezTo>
                          <a:pt x="93" y="1390"/>
                          <a:pt x="67" y="1403"/>
                          <a:pt x="53" y="1417"/>
                        </a:cubicBezTo>
                        <a:cubicBezTo>
                          <a:pt x="40" y="1443"/>
                          <a:pt x="27" y="1456"/>
                          <a:pt x="14" y="1483"/>
                        </a:cubicBezTo>
                        <a:cubicBezTo>
                          <a:pt x="14" y="1509"/>
                          <a:pt x="1" y="1536"/>
                          <a:pt x="1" y="1562"/>
                        </a:cubicBezTo>
                        <a:cubicBezTo>
                          <a:pt x="1" y="1628"/>
                          <a:pt x="27" y="1681"/>
                          <a:pt x="53" y="1708"/>
                        </a:cubicBezTo>
                        <a:cubicBezTo>
                          <a:pt x="80" y="1747"/>
                          <a:pt x="120" y="1774"/>
                          <a:pt x="159" y="1787"/>
                        </a:cubicBezTo>
                        <a:cubicBezTo>
                          <a:pt x="199" y="1800"/>
                          <a:pt x="239" y="1814"/>
                          <a:pt x="278" y="1814"/>
                        </a:cubicBezTo>
                        <a:lnTo>
                          <a:pt x="371" y="1814"/>
                        </a:lnTo>
                        <a:cubicBezTo>
                          <a:pt x="503" y="1814"/>
                          <a:pt x="609" y="1800"/>
                          <a:pt x="689" y="1761"/>
                        </a:cubicBezTo>
                        <a:cubicBezTo>
                          <a:pt x="781" y="1721"/>
                          <a:pt x="861" y="1681"/>
                          <a:pt x="914" y="1615"/>
                        </a:cubicBezTo>
                        <a:cubicBezTo>
                          <a:pt x="980" y="1562"/>
                          <a:pt x="1020" y="1496"/>
                          <a:pt x="1046" y="1417"/>
                        </a:cubicBezTo>
                        <a:cubicBezTo>
                          <a:pt x="1073" y="1350"/>
                          <a:pt x="1086" y="1271"/>
                          <a:pt x="1086" y="1205"/>
                        </a:cubicBezTo>
                        <a:cubicBezTo>
                          <a:pt x="1086" y="1152"/>
                          <a:pt x="1086" y="1086"/>
                          <a:pt x="1059" y="1033"/>
                        </a:cubicBezTo>
                        <a:cubicBezTo>
                          <a:pt x="1046" y="967"/>
                          <a:pt x="1020" y="914"/>
                          <a:pt x="967" y="874"/>
                        </a:cubicBezTo>
                        <a:cubicBezTo>
                          <a:pt x="940" y="821"/>
                          <a:pt x="887" y="781"/>
                          <a:pt x="821" y="755"/>
                        </a:cubicBezTo>
                        <a:cubicBezTo>
                          <a:pt x="755" y="728"/>
                          <a:pt x="662" y="715"/>
                          <a:pt x="570" y="715"/>
                        </a:cubicBezTo>
                        <a:lnTo>
                          <a:pt x="464" y="715"/>
                        </a:lnTo>
                        <a:cubicBezTo>
                          <a:pt x="424" y="728"/>
                          <a:pt x="384" y="728"/>
                          <a:pt x="358" y="742"/>
                        </a:cubicBezTo>
                        <a:cubicBezTo>
                          <a:pt x="318" y="742"/>
                          <a:pt x="292" y="755"/>
                          <a:pt x="265" y="755"/>
                        </a:cubicBezTo>
                        <a:cubicBezTo>
                          <a:pt x="239" y="768"/>
                          <a:pt x="226" y="768"/>
                          <a:pt x="212" y="768"/>
                        </a:cubicBezTo>
                        <a:lnTo>
                          <a:pt x="292" y="199"/>
                        </a:lnTo>
                        <a:cubicBezTo>
                          <a:pt x="318" y="186"/>
                          <a:pt x="345" y="186"/>
                          <a:pt x="398" y="172"/>
                        </a:cubicBezTo>
                        <a:cubicBezTo>
                          <a:pt x="464" y="172"/>
                          <a:pt x="517" y="172"/>
                          <a:pt x="570" y="159"/>
                        </a:cubicBezTo>
                        <a:lnTo>
                          <a:pt x="874" y="159"/>
                        </a:lnTo>
                        <a:cubicBezTo>
                          <a:pt x="901" y="159"/>
                          <a:pt x="914" y="146"/>
                          <a:pt x="940" y="146"/>
                        </a:cubicBezTo>
                        <a:cubicBezTo>
                          <a:pt x="967" y="133"/>
                          <a:pt x="980" y="106"/>
                          <a:pt x="980" y="80"/>
                        </a:cubicBezTo>
                        <a:cubicBezTo>
                          <a:pt x="980" y="53"/>
                          <a:pt x="967" y="27"/>
                          <a:pt x="940" y="27"/>
                        </a:cubicBezTo>
                        <a:cubicBezTo>
                          <a:pt x="927" y="14"/>
                          <a:pt x="887" y="0"/>
                          <a:pt x="861" y="0"/>
                        </a:cubicBezTo>
                        <a:close/>
                      </a:path>
                    </a:pathLst>
                  </a:custGeom>
                  <a:solidFill>
                    <a:srgbClr val="D2D2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5"/>
                  <p:cNvSpPr/>
                  <p:nvPr/>
                </p:nvSpPr>
                <p:spPr>
                  <a:xfrm>
                    <a:off x="3885346" y="4261478"/>
                    <a:ext cx="143426" cy="143426"/>
                  </a:xfrm>
                  <a:custGeom>
                    <a:rect b="b" l="l" r="r" t="t"/>
                    <a:pathLst>
                      <a:path extrusionOk="0" h="2595" w="2595">
                        <a:moveTo>
                          <a:pt x="503" y="1"/>
                        </a:moveTo>
                        <a:cubicBezTo>
                          <a:pt x="225" y="1"/>
                          <a:pt x="0" y="226"/>
                          <a:pt x="0" y="504"/>
                        </a:cubicBezTo>
                        <a:lnTo>
                          <a:pt x="0" y="2052"/>
                        </a:lnTo>
                        <a:cubicBezTo>
                          <a:pt x="0" y="2383"/>
                          <a:pt x="225" y="2595"/>
                          <a:pt x="503" y="2595"/>
                        </a:cubicBezTo>
                        <a:lnTo>
                          <a:pt x="2052" y="2595"/>
                        </a:lnTo>
                        <a:cubicBezTo>
                          <a:pt x="2383" y="2595"/>
                          <a:pt x="2594" y="2383"/>
                          <a:pt x="2594" y="2052"/>
                        </a:cubicBezTo>
                        <a:lnTo>
                          <a:pt x="2594" y="504"/>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5"/>
                  <p:cNvSpPr/>
                  <p:nvPr/>
                </p:nvSpPr>
                <p:spPr>
                  <a:xfrm>
                    <a:off x="3885346" y="4453872"/>
                    <a:ext cx="143426" cy="143426"/>
                  </a:xfrm>
                  <a:custGeom>
                    <a:rect b="b" l="l" r="r" t="t"/>
                    <a:pathLst>
                      <a:path extrusionOk="0" h="2595" w="2595">
                        <a:moveTo>
                          <a:pt x="503" y="1"/>
                        </a:moveTo>
                        <a:cubicBezTo>
                          <a:pt x="225" y="1"/>
                          <a:pt x="0" y="226"/>
                          <a:pt x="0" y="556"/>
                        </a:cubicBezTo>
                        <a:lnTo>
                          <a:pt x="0" y="2092"/>
                        </a:lnTo>
                        <a:cubicBezTo>
                          <a:pt x="0" y="2370"/>
                          <a:pt x="225" y="2595"/>
                          <a:pt x="503" y="2595"/>
                        </a:cubicBezTo>
                        <a:lnTo>
                          <a:pt x="2052" y="2595"/>
                        </a:lnTo>
                        <a:cubicBezTo>
                          <a:pt x="2383" y="2595"/>
                          <a:pt x="2594" y="2370"/>
                          <a:pt x="2594" y="2092"/>
                        </a:cubicBezTo>
                        <a:lnTo>
                          <a:pt x="2594" y="556"/>
                        </a:lnTo>
                        <a:cubicBezTo>
                          <a:pt x="2594" y="226"/>
                          <a:pt x="2383" y="1"/>
                          <a:pt x="2052" y="1"/>
                        </a:cubicBezTo>
                        <a:close/>
                      </a:path>
                    </a:pathLst>
                  </a:cu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5"/>
                  <p:cNvSpPr/>
                  <p:nvPr/>
                </p:nvSpPr>
                <p:spPr>
                  <a:xfrm>
                    <a:off x="3885346" y="4645549"/>
                    <a:ext cx="143426" cy="338750"/>
                  </a:xfrm>
                  <a:custGeom>
                    <a:rect b="b" l="l" r="r" t="t"/>
                    <a:pathLst>
                      <a:path extrusionOk="0" h="6129" w="2595">
                        <a:moveTo>
                          <a:pt x="503" y="0"/>
                        </a:moveTo>
                        <a:cubicBezTo>
                          <a:pt x="225" y="0"/>
                          <a:pt x="0" y="278"/>
                          <a:pt x="0" y="556"/>
                        </a:cubicBezTo>
                        <a:lnTo>
                          <a:pt x="0" y="5625"/>
                        </a:lnTo>
                        <a:cubicBezTo>
                          <a:pt x="0" y="5903"/>
                          <a:pt x="225" y="6128"/>
                          <a:pt x="503" y="6128"/>
                        </a:cubicBezTo>
                        <a:lnTo>
                          <a:pt x="2052" y="6128"/>
                        </a:lnTo>
                        <a:cubicBezTo>
                          <a:pt x="2383" y="6128"/>
                          <a:pt x="2594" y="5903"/>
                          <a:pt x="2594" y="5625"/>
                        </a:cubicBezTo>
                        <a:lnTo>
                          <a:pt x="2594" y="556"/>
                        </a:lnTo>
                        <a:cubicBezTo>
                          <a:pt x="2594" y="278"/>
                          <a:pt x="2383" y="0"/>
                          <a:pt x="2052" y="0"/>
                        </a:cubicBezTo>
                        <a:close/>
                      </a:path>
                    </a:pathLst>
                  </a:custGeom>
                  <a:solidFill>
                    <a:srgbClr val="808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49" name="Google Shape;1249;p35"/>
              <p:cNvSpPr/>
              <p:nvPr/>
            </p:nvSpPr>
            <p:spPr>
              <a:xfrm>
                <a:off x="2147989" y="3033268"/>
                <a:ext cx="278008" cy="1899077"/>
              </a:xfrm>
              <a:custGeom>
                <a:rect b="b" l="l" r="r" t="t"/>
                <a:pathLst>
                  <a:path extrusionOk="0" h="34360" w="5030">
                    <a:moveTo>
                      <a:pt x="1" y="1"/>
                    </a:moveTo>
                    <a:lnTo>
                      <a:pt x="1" y="34359"/>
                    </a:lnTo>
                    <a:lnTo>
                      <a:pt x="5030" y="34359"/>
                    </a:lnTo>
                    <a:lnTo>
                      <a:pt x="5030" y="1"/>
                    </a:ln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5"/>
              <p:cNvSpPr/>
              <p:nvPr/>
            </p:nvSpPr>
            <p:spPr>
              <a:xfrm>
                <a:off x="2385761" y="3033268"/>
                <a:ext cx="40237" cy="1899077"/>
              </a:xfrm>
              <a:custGeom>
                <a:rect b="b" l="l" r="r" t="t"/>
                <a:pathLst>
                  <a:path extrusionOk="0" h="34360" w="728">
                    <a:moveTo>
                      <a:pt x="0" y="1"/>
                    </a:moveTo>
                    <a:lnTo>
                      <a:pt x="0" y="34359"/>
                    </a:lnTo>
                    <a:lnTo>
                      <a:pt x="728" y="34359"/>
                    </a:lnTo>
                    <a:lnTo>
                      <a:pt x="728"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5"/>
              <p:cNvSpPr/>
              <p:nvPr/>
            </p:nvSpPr>
            <p:spPr>
              <a:xfrm>
                <a:off x="2243109" y="3094728"/>
                <a:ext cx="182888" cy="8843"/>
              </a:xfrm>
              <a:custGeom>
                <a:rect b="b" l="l" r="r" t="t"/>
                <a:pathLst>
                  <a:path extrusionOk="0" h="160" w="3309">
                    <a:moveTo>
                      <a:pt x="0" y="1"/>
                    </a:moveTo>
                    <a:lnTo>
                      <a:pt x="0" y="159"/>
                    </a:lnTo>
                    <a:lnTo>
                      <a:pt x="3309" y="159"/>
                    </a:lnTo>
                    <a:lnTo>
                      <a:pt x="3309"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5"/>
              <p:cNvSpPr/>
              <p:nvPr/>
            </p:nvSpPr>
            <p:spPr>
              <a:xfrm>
                <a:off x="2303795" y="3170835"/>
                <a:ext cx="122202" cy="8788"/>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5"/>
              <p:cNvSpPr/>
              <p:nvPr/>
            </p:nvSpPr>
            <p:spPr>
              <a:xfrm>
                <a:off x="2303795" y="3273969"/>
                <a:ext cx="122202" cy="12491"/>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5"/>
              <p:cNvSpPr/>
              <p:nvPr/>
            </p:nvSpPr>
            <p:spPr>
              <a:xfrm>
                <a:off x="2303795" y="3380750"/>
                <a:ext cx="122202" cy="9562"/>
              </a:xfrm>
              <a:custGeom>
                <a:rect b="b" l="l" r="r" t="t"/>
                <a:pathLst>
                  <a:path extrusionOk="0" h="173" w="2211">
                    <a:moveTo>
                      <a:pt x="1" y="1"/>
                    </a:moveTo>
                    <a:lnTo>
                      <a:pt x="1" y="173"/>
                    </a:lnTo>
                    <a:lnTo>
                      <a:pt x="2211" y="173"/>
                    </a:lnTo>
                    <a:lnTo>
                      <a:pt x="2211" y="1"/>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5"/>
              <p:cNvSpPr/>
              <p:nvPr/>
            </p:nvSpPr>
            <p:spPr>
              <a:xfrm>
                <a:off x="2303795" y="3545344"/>
                <a:ext cx="122202" cy="9562"/>
              </a:xfrm>
              <a:custGeom>
                <a:rect b="b" l="l" r="r" t="t"/>
                <a:pathLst>
                  <a:path extrusionOk="0" h="173" w="2211">
                    <a:moveTo>
                      <a:pt x="1" y="0"/>
                    </a:moveTo>
                    <a:lnTo>
                      <a:pt x="1" y="173"/>
                    </a:lnTo>
                    <a:lnTo>
                      <a:pt x="2211" y="173"/>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5"/>
              <p:cNvSpPr/>
              <p:nvPr/>
            </p:nvSpPr>
            <p:spPr>
              <a:xfrm>
                <a:off x="2303795" y="3652126"/>
                <a:ext cx="122202" cy="9562"/>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5"/>
              <p:cNvSpPr/>
              <p:nvPr/>
            </p:nvSpPr>
            <p:spPr>
              <a:xfrm>
                <a:off x="2303795" y="3758963"/>
                <a:ext cx="122202" cy="8788"/>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5"/>
              <p:cNvSpPr/>
              <p:nvPr/>
            </p:nvSpPr>
            <p:spPr>
              <a:xfrm>
                <a:off x="2303795" y="3920628"/>
                <a:ext cx="122202" cy="8788"/>
              </a:xfrm>
              <a:custGeom>
                <a:rect b="b" l="l" r="r" t="t"/>
                <a:pathLst>
                  <a:path extrusionOk="0" h="159" w="2211">
                    <a:moveTo>
                      <a:pt x="1" y="0"/>
                    </a:moveTo>
                    <a:lnTo>
                      <a:pt x="1" y="159"/>
                    </a:lnTo>
                    <a:lnTo>
                      <a:pt x="2211" y="159"/>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5"/>
              <p:cNvSpPr/>
              <p:nvPr/>
            </p:nvSpPr>
            <p:spPr>
              <a:xfrm>
                <a:off x="2303795" y="4023761"/>
                <a:ext cx="122202" cy="12491"/>
              </a:xfrm>
              <a:custGeom>
                <a:rect b="b" l="l" r="r" t="t"/>
                <a:pathLst>
                  <a:path extrusionOk="0" h="226" w="2211">
                    <a:moveTo>
                      <a:pt x="1" y="0"/>
                    </a:moveTo>
                    <a:lnTo>
                      <a:pt x="1" y="225"/>
                    </a:lnTo>
                    <a:lnTo>
                      <a:pt x="2211" y="225"/>
                    </a:lnTo>
                    <a:lnTo>
                      <a:pt x="2211"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5"/>
              <p:cNvSpPr/>
              <p:nvPr/>
            </p:nvSpPr>
            <p:spPr>
              <a:xfrm>
                <a:off x="2303795" y="4130543"/>
                <a:ext cx="122202" cy="9562"/>
              </a:xfrm>
              <a:custGeom>
                <a:rect b="b" l="l" r="r" t="t"/>
                <a:pathLst>
                  <a:path extrusionOk="0" h="173" w="2211">
                    <a:moveTo>
                      <a:pt x="1" y="1"/>
                    </a:moveTo>
                    <a:lnTo>
                      <a:pt x="1" y="173"/>
                    </a:lnTo>
                    <a:lnTo>
                      <a:pt x="2211" y="173"/>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5"/>
              <p:cNvSpPr/>
              <p:nvPr/>
            </p:nvSpPr>
            <p:spPr>
              <a:xfrm>
                <a:off x="2303795" y="4292208"/>
                <a:ext cx="122202" cy="1249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5"/>
              <p:cNvSpPr/>
              <p:nvPr/>
            </p:nvSpPr>
            <p:spPr>
              <a:xfrm>
                <a:off x="2303795" y="4398989"/>
                <a:ext cx="122202" cy="8843"/>
              </a:xfrm>
              <a:custGeom>
                <a:rect b="b" l="l" r="r" t="t"/>
                <a:pathLst>
                  <a:path extrusionOk="0" h="160" w="2211">
                    <a:moveTo>
                      <a:pt x="1" y="1"/>
                    </a:moveTo>
                    <a:lnTo>
                      <a:pt x="1" y="160"/>
                    </a:lnTo>
                    <a:lnTo>
                      <a:pt x="2211" y="160"/>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5"/>
              <p:cNvSpPr/>
              <p:nvPr/>
            </p:nvSpPr>
            <p:spPr>
              <a:xfrm>
                <a:off x="2303795" y="4505826"/>
                <a:ext cx="122202" cy="8843"/>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5"/>
              <p:cNvSpPr/>
              <p:nvPr/>
            </p:nvSpPr>
            <p:spPr>
              <a:xfrm>
                <a:off x="2303795" y="4667491"/>
                <a:ext cx="122202" cy="8843"/>
              </a:xfrm>
              <a:custGeom>
                <a:rect b="b" l="l" r="r" t="t"/>
                <a:pathLst>
                  <a:path extrusionOk="0" h="160" w="2211">
                    <a:moveTo>
                      <a:pt x="1" y="0"/>
                    </a:moveTo>
                    <a:lnTo>
                      <a:pt x="1" y="159"/>
                    </a:lnTo>
                    <a:lnTo>
                      <a:pt x="2211" y="159"/>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5"/>
              <p:cNvSpPr/>
              <p:nvPr/>
            </p:nvSpPr>
            <p:spPr>
              <a:xfrm>
                <a:off x="2303795" y="4773554"/>
                <a:ext cx="122202" cy="9562"/>
              </a:xfrm>
              <a:custGeom>
                <a:rect b="b" l="l" r="r" t="t"/>
                <a:pathLst>
                  <a:path extrusionOk="0" h="173" w="2211">
                    <a:moveTo>
                      <a:pt x="1" y="0"/>
                    </a:moveTo>
                    <a:lnTo>
                      <a:pt x="1" y="172"/>
                    </a:lnTo>
                    <a:lnTo>
                      <a:pt x="2211" y="172"/>
                    </a:lnTo>
                    <a:lnTo>
                      <a:pt x="2211"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5"/>
              <p:cNvSpPr/>
              <p:nvPr/>
            </p:nvSpPr>
            <p:spPr>
              <a:xfrm>
                <a:off x="2303795" y="4877406"/>
                <a:ext cx="122202" cy="12491"/>
              </a:xfrm>
              <a:custGeom>
                <a:rect b="b" l="l" r="r" t="t"/>
                <a:pathLst>
                  <a:path extrusionOk="0" h="226" w="2211">
                    <a:moveTo>
                      <a:pt x="1" y="1"/>
                    </a:moveTo>
                    <a:lnTo>
                      <a:pt x="1" y="226"/>
                    </a:lnTo>
                    <a:lnTo>
                      <a:pt x="2211" y="226"/>
                    </a:lnTo>
                    <a:lnTo>
                      <a:pt x="2211"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5"/>
              <p:cNvSpPr/>
              <p:nvPr/>
            </p:nvSpPr>
            <p:spPr>
              <a:xfrm>
                <a:off x="2243109" y="3466363"/>
                <a:ext cx="182888" cy="12491"/>
              </a:xfrm>
              <a:custGeom>
                <a:rect b="b" l="l" r="r" t="t"/>
                <a:pathLst>
                  <a:path extrusionOk="0" h="226" w="3309">
                    <a:moveTo>
                      <a:pt x="0" y="0"/>
                    </a:moveTo>
                    <a:lnTo>
                      <a:pt x="0" y="225"/>
                    </a:lnTo>
                    <a:lnTo>
                      <a:pt x="3309" y="225"/>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5"/>
              <p:cNvSpPr/>
              <p:nvPr/>
            </p:nvSpPr>
            <p:spPr>
              <a:xfrm>
                <a:off x="2243109" y="3840873"/>
                <a:ext cx="182888" cy="9562"/>
              </a:xfrm>
              <a:custGeom>
                <a:rect b="b" l="l" r="r" t="t"/>
                <a:pathLst>
                  <a:path extrusionOk="0" h="173" w="3309">
                    <a:moveTo>
                      <a:pt x="0" y="0"/>
                    </a:moveTo>
                    <a:lnTo>
                      <a:pt x="0" y="173"/>
                    </a:lnTo>
                    <a:lnTo>
                      <a:pt x="3309" y="173"/>
                    </a:lnTo>
                    <a:lnTo>
                      <a:pt x="3309"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5"/>
              <p:cNvSpPr/>
              <p:nvPr/>
            </p:nvSpPr>
            <p:spPr>
              <a:xfrm>
                <a:off x="2243109" y="4213227"/>
                <a:ext cx="182888" cy="8843"/>
              </a:xfrm>
              <a:custGeom>
                <a:rect b="b" l="l" r="r" t="t"/>
                <a:pathLst>
                  <a:path extrusionOk="0" h="160" w="3309">
                    <a:moveTo>
                      <a:pt x="0" y="0"/>
                    </a:moveTo>
                    <a:lnTo>
                      <a:pt x="0" y="159"/>
                    </a:lnTo>
                    <a:lnTo>
                      <a:pt x="3309" y="159"/>
                    </a:lnTo>
                    <a:lnTo>
                      <a:pt x="3309" y="0"/>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5"/>
              <p:cNvSpPr/>
              <p:nvPr/>
            </p:nvSpPr>
            <p:spPr>
              <a:xfrm>
                <a:off x="2243109" y="4587736"/>
                <a:ext cx="182888" cy="9562"/>
              </a:xfrm>
              <a:custGeom>
                <a:rect b="b" l="l" r="r" t="t"/>
                <a:pathLst>
                  <a:path extrusionOk="0" h="173" w="3309">
                    <a:moveTo>
                      <a:pt x="0" y="1"/>
                    </a:moveTo>
                    <a:lnTo>
                      <a:pt x="0" y="173"/>
                    </a:lnTo>
                    <a:lnTo>
                      <a:pt x="3309" y="173"/>
                    </a:lnTo>
                    <a:lnTo>
                      <a:pt x="3309" y="1"/>
                    </a:lnTo>
                    <a:close/>
                  </a:path>
                </a:pathLst>
              </a:custGeom>
              <a:solidFill>
                <a:srgbClr val="EA78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5"/>
              <p:cNvSpPr/>
              <p:nvPr/>
            </p:nvSpPr>
            <p:spPr>
              <a:xfrm>
                <a:off x="2330877" y="3728233"/>
                <a:ext cx="317526" cy="1058089"/>
              </a:xfrm>
              <a:custGeom>
                <a:rect b="b" l="l" r="r" t="t"/>
                <a:pathLst>
                  <a:path extrusionOk="0" h="19144" w="5745">
                    <a:moveTo>
                      <a:pt x="3097" y="0"/>
                    </a:moveTo>
                    <a:lnTo>
                      <a:pt x="450" y="331"/>
                    </a:lnTo>
                    <a:cubicBezTo>
                      <a:pt x="67" y="2263"/>
                      <a:pt x="0" y="5466"/>
                      <a:pt x="397" y="8987"/>
                    </a:cubicBezTo>
                    <a:cubicBezTo>
                      <a:pt x="1047" y="14626"/>
                      <a:pt x="2590" y="19143"/>
                      <a:pt x="3848" y="19143"/>
                    </a:cubicBezTo>
                    <a:cubicBezTo>
                      <a:pt x="3872" y="19143"/>
                      <a:pt x="3895" y="19142"/>
                      <a:pt x="3918" y="19138"/>
                    </a:cubicBezTo>
                    <a:cubicBezTo>
                      <a:pt x="5242" y="18980"/>
                      <a:pt x="5744" y="14228"/>
                      <a:pt x="5083" y="8497"/>
                    </a:cubicBezTo>
                    <a:cubicBezTo>
                      <a:pt x="4633" y="4911"/>
                      <a:pt x="3918" y="1827"/>
                      <a:pt x="3097"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5"/>
              <p:cNvSpPr/>
              <p:nvPr/>
            </p:nvSpPr>
            <p:spPr>
              <a:xfrm>
                <a:off x="2340384" y="4042056"/>
                <a:ext cx="286796" cy="744266"/>
              </a:xfrm>
              <a:custGeom>
                <a:rect b="b" l="l" r="r" t="t"/>
                <a:pathLst>
                  <a:path extrusionOk="0" h="13466" w="5189">
                    <a:moveTo>
                      <a:pt x="0" y="0"/>
                    </a:moveTo>
                    <a:cubicBezTo>
                      <a:pt x="53" y="1059"/>
                      <a:pt x="106" y="2158"/>
                      <a:pt x="225" y="3309"/>
                    </a:cubicBezTo>
                    <a:cubicBezTo>
                      <a:pt x="875" y="8948"/>
                      <a:pt x="2418" y="13465"/>
                      <a:pt x="3676" y="13465"/>
                    </a:cubicBezTo>
                    <a:cubicBezTo>
                      <a:pt x="3700" y="13465"/>
                      <a:pt x="3723" y="13464"/>
                      <a:pt x="3746" y="13460"/>
                    </a:cubicBezTo>
                    <a:cubicBezTo>
                      <a:pt x="4686" y="13355"/>
                      <a:pt x="5189" y="10919"/>
                      <a:pt x="5189" y="7505"/>
                    </a:cubicBezTo>
                    <a:lnTo>
                      <a:pt x="5189" y="7505"/>
                    </a:lnTo>
                    <a:cubicBezTo>
                      <a:pt x="4695" y="7986"/>
                      <a:pt x="4237" y="8200"/>
                      <a:pt x="3813" y="8200"/>
                    </a:cubicBezTo>
                    <a:cubicBezTo>
                      <a:pt x="1860" y="8200"/>
                      <a:pt x="631" y="3676"/>
                      <a:pt x="0" y="0"/>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5"/>
              <p:cNvSpPr/>
              <p:nvPr/>
            </p:nvSpPr>
            <p:spPr>
              <a:xfrm>
                <a:off x="2455953" y="3840431"/>
                <a:ext cx="101034" cy="247886"/>
              </a:xfrm>
              <a:custGeom>
                <a:rect b="b" l="l" r="r" t="t"/>
                <a:pathLst>
                  <a:path extrusionOk="0" h="4485" w="1828">
                    <a:moveTo>
                      <a:pt x="561" y="1"/>
                    </a:moveTo>
                    <a:cubicBezTo>
                      <a:pt x="542" y="1"/>
                      <a:pt x="522" y="3"/>
                      <a:pt x="504" y="8"/>
                    </a:cubicBezTo>
                    <a:cubicBezTo>
                      <a:pt x="173" y="75"/>
                      <a:pt x="1" y="1120"/>
                      <a:pt x="226" y="2325"/>
                    </a:cubicBezTo>
                    <a:cubicBezTo>
                      <a:pt x="445" y="3561"/>
                      <a:pt x="914" y="4484"/>
                      <a:pt x="1244" y="4484"/>
                    </a:cubicBezTo>
                    <a:cubicBezTo>
                      <a:pt x="1253" y="4484"/>
                      <a:pt x="1262" y="4483"/>
                      <a:pt x="1271" y="4482"/>
                    </a:cubicBezTo>
                    <a:cubicBezTo>
                      <a:pt x="1655" y="4376"/>
                      <a:pt x="1827" y="3317"/>
                      <a:pt x="1602" y="2113"/>
                    </a:cubicBezTo>
                    <a:cubicBezTo>
                      <a:pt x="1388" y="955"/>
                      <a:pt x="935" y="1"/>
                      <a:pt x="561"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5"/>
              <p:cNvSpPr/>
              <p:nvPr/>
            </p:nvSpPr>
            <p:spPr>
              <a:xfrm>
                <a:off x="2257700" y="3341232"/>
                <a:ext cx="396562" cy="371691"/>
              </a:xfrm>
              <a:custGeom>
                <a:rect b="b" l="l" r="r" t="t"/>
                <a:pathLst>
                  <a:path extrusionOk="0" h="6725" w="7175">
                    <a:moveTo>
                      <a:pt x="993" y="1"/>
                    </a:moveTo>
                    <a:cubicBezTo>
                      <a:pt x="2317" y="2489"/>
                      <a:pt x="663" y="2595"/>
                      <a:pt x="332" y="4143"/>
                    </a:cubicBezTo>
                    <a:cubicBezTo>
                      <a:pt x="1" y="5679"/>
                      <a:pt x="1443" y="6724"/>
                      <a:pt x="1443" y="6724"/>
                    </a:cubicBezTo>
                    <a:lnTo>
                      <a:pt x="4580" y="6393"/>
                    </a:lnTo>
                    <a:cubicBezTo>
                      <a:pt x="7174" y="1430"/>
                      <a:pt x="994" y="1"/>
                      <a:pt x="993"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5"/>
              <p:cNvSpPr/>
              <p:nvPr/>
            </p:nvSpPr>
            <p:spPr>
              <a:xfrm>
                <a:off x="2300875" y="3488925"/>
                <a:ext cx="248478" cy="223999"/>
              </a:xfrm>
              <a:custGeom>
                <a:rect b="b" l="l" r="r" t="t"/>
                <a:pathLst>
                  <a:path extrusionOk="0" h="4053" w="4461">
                    <a:moveTo>
                      <a:pt x="3299" y="0"/>
                    </a:moveTo>
                    <a:cubicBezTo>
                      <a:pt x="3169" y="0"/>
                      <a:pt x="3085" y="164"/>
                      <a:pt x="3085" y="585"/>
                    </a:cubicBezTo>
                    <a:cubicBezTo>
                      <a:pt x="3069" y="1166"/>
                      <a:pt x="2954" y="1354"/>
                      <a:pt x="2792" y="1354"/>
                    </a:cubicBezTo>
                    <a:cubicBezTo>
                      <a:pt x="2490" y="1354"/>
                      <a:pt x="2027" y="703"/>
                      <a:pt x="1739" y="703"/>
                    </a:cubicBezTo>
                    <a:cubicBezTo>
                      <a:pt x="1652" y="703"/>
                      <a:pt x="1582" y="762"/>
                      <a:pt x="1536" y="916"/>
                    </a:cubicBezTo>
                    <a:cubicBezTo>
                      <a:pt x="1340" y="1528"/>
                      <a:pt x="1938" y="3037"/>
                      <a:pt x="1419" y="3037"/>
                    </a:cubicBezTo>
                    <a:cubicBezTo>
                      <a:pt x="1377" y="3037"/>
                      <a:pt x="1328" y="3027"/>
                      <a:pt x="1271" y="3007"/>
                    </a:cubicBezTo>
                    <a:cubicBezTo>
                      <a:pt x="708" y="2797"/>
                      <a:pt x="369" y="2411"/>
                      <a:pt x="211" y="2411"/>
                    </a:cubicBezTo>
                    <a:cubicBezTo>
                      <a:pt x="119" y="2411"/>
                      <a:pt x="87" y="2538"/>
                      <a:pt x="107" y="2901"/>
                    </a:cubicBezTo>
                    <a:cubicBezTo>
                      <a:pt x="107" y="3126"/>
                      <a:pt x="54" y="3285"/>
                      <a:pt x="1" y="3391"/>
                    </a:cubicBezTo>
                    <a:cubicBezTo>
                      <a:pt x="332" y="3841"/>
                      <a:pt x="662" y="4052"/>
                      <a:pt x="662" y="4052"/>
                    </a:cubicBezTo>
                    <a:lnTo>
                      <a:pt x="3799" y="3721"/>
                    </a:lnTo>
                    <a:cubicBezTo>
                      <a:pt x="4249" y="2848"/>
                      <a:pt x="4461" y="2067"/>
                      <a:pt x="4408" y="1352"/>
                    </a:cubicBezTo>
                    <a:cubicBezTo>
                      <a:pt x="4074" y="756"/>
                      <a:pt x="3580" y="0"/>
                      <a:pt x="3299"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5"/>
              <p:cNvSpPr/>
              <p:nvPr/>
            </p:nvSpPr>
            <p:spPr>
              <a:xfrm>
                <a:off x="2319160" y="3684625"/>
                <a:ext cx="216603" cy="130382"/>
              </a:xfrm>
              <a:custGeom>
                <a:rect b="b" l="l" r="r" t="t"/>
                <a:pathLst>
                  <a:path extrusionOk="0" h="2359" w="3919">
                    <a:moveTo>
                      <a:pt x="3604" y="1"/>
                    </a:moveTo>
                    <a:cubicBezTo>
                      <a:pt x="3580" y="1"/>
                      <a:pt x="3553" y="7"/>
                      <a:pt x="3521" y="22"/>
                    </a:cubicBezTo>
                    <a:lnTo>
                      <a:pt x="106" y="405"/>
                    </a:lnTo>
                    <a:cubicBezTo>
                      <a:pt x="54" y="405"/>
                      <a:pt x="1" y="458"/>
                      <a:pt x="1" y="511"/>
                    </a:cubicBezTo>
                    <a:lnTo>
                      <a:pt x="159" y="2232"/>
                    </a:lnTo>
                    <a:cubicBezTo>
                      <a:pt x="159" y="2309"/>
                      <a:pt x="223" y="2359"/>
                      <a:pt x="278" y="2359"/>
                    </a:cubicBezTo>
                    <a:cubicBezTo>
                      <a:pt x="298" y="2359"/>
                      <a:pt x="317" y="2352"/>
                      <a:pt x="331" y="2338"/>
                    </a:cubicBezTo>
                    <a:lnTo>
                      <a:pt x="3799" y="1954"/>
                    </a:lnTo>
                    <a:cubicBezTo>
                      <a:pt x="3852" y="1954"/>
                      <a:pt x="3918" y="1901"/>
                      <a:pt x="3918" y="1782"/>
                    </a:cubicBezTo>
                    <a:lnTo>
                      <a:pt x="3746" y="127"/>
                    </a:lnTo>
                    <a:cubicBezTo>
                      <a:pt x="3707" y="50"/>
                      <a:pt x="3669" y="1"/>
                      <a:pt x="36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5"/>
              <p:cNvSpPr/>
              <p:nvPr/>
            </p:nvSpPr>
            <p:spPr>
              <a:xfrm rot="41991">
                <a:off x="2322089" y="3738932"/>
                <a:ext cx="216019" cy="77266"/>
              </a:xfrm>
              <a:custGeom>
                <a:rect b="b" l="l" r="r" t="t"/>
                <a:pathLst>
                  <a:path extrusionOk="0" h="1398" w="3866">
                    <a:moveTo>
                      <a:pt x="3746" y="0"/>
                    </a:moveTo>
                    <a:lnTo>
                      <a:pt x="1" y="437"/>
                    </a:lnTo>
                    <a:lnTo>
                      <a:pt x="106" y="1271"/>
                    </a:lnTo>
                    <a:cubicBezTo>
                      <a:pt x="106" y="1348"/>
                      <a:pt x="170" y="1398"/>
                      <a:pt x="225" y="1398"/>
                    </a:cubicBezTo>
                    <a:cubicBezTo>
                      <a:pt x="245" y="1398"/>
                      <a:pt x="264" y="1391"/>
                      <a:pt x="278" y="1377"/>
                    </a:cubicBezTo>
                    <a:lnTo>
                      <a:pt x="3746" y="993"/>
                    </a:lnTo>
                    <a:cubicBezTo>
                      <a:pt x="3799" y="993"/>
                      <a:pt x="3865" y="940"/>
                      <a:pt x="3865" y="821"/>
                    </a:cubicBezTo>
                    <a:lnTo>
                      <a:pt x="3746" y="0"/>
                    </a:lnTo>
                    <a:close/>
                  </a:path>
                </a:pathLst>
              </a:custGeom>
              <a:solidFill>
                <a:srgbClr val="CCC4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5"/>
              <p:cNvSpPr/>
              <p:nvPr/>
            </p:nvSpPr>
            <p:spPr>
              <a:xfrm>
                <a:off x="2456672" y="4432649"/>
                <a:ext cx="239982" cy="242138"/>
              </a:xfrm>
              <a:custGeom>
                <a:rect b="b" l="l" r="r" t="t"/>
                <a:pathLst>
                  <a:path extrusionOk="0" h="4381" w="4342">
                    <a:moveTo>
                      <a:pt x="2635" y="1"/>
                    </a:moveTo>
                    <a:lnTo>
                      <a:pt x="107" y="3085"/>
                    </a:lnTo>
                    <a:cubicBezTo>
                      <a:pt x="0" y="3839"/>
                      <a:pt x="1571" y="4380"/>
                      <a:pt x="2831" y="4380"/>
                    </a:cubicBezTo>
                    <a:cubicBezTo>
                      <a:pt x="3605" y="4380"/>
                      <a:pt x="4261" y="4177"/>
                      <a:pt x="4342" y="3693"/>
                    </a:cubicBezTo>
                    <a:lnTo>
                      <a:pt x="2635" y="1"/>
                    </a:lnTo>
                    <a:close/>
                  </a:path>
                </a:pathLst>
              </a:custGeom>
              <a:solidFill>
                <a:srgbClr val="F9A98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5"/>
              <p:cNvSpPr/>
              <p:nvPr/>
            </p:nvSpPr>
            <p:spPr>
              <a:xfrm>
                <a:off x="2462531" y="3783060"/>
                <a:ext cx="356326" cy="853756"/>
              </a:xfrm>
              <a:custGeom>
                <a:rect b="b" l="l" r="r" t="t"/>
                <a:pathLst>
                  <a:path extrusionOk="0" h="15447" w="6447">
                    <a:moveTo>
                      <a:pt x="2198" y="1"/>
                    </a:moveTo>
                    <a:lnTo>
                      <a:pt x="1" y="14785"/>
                    </a:lnTo>
                    <a:lnTo>
                      <a:pt x="4236" y="15446"/>
                    </a:lnTo>
                    <a:lnTo>
                      <a:pt x="6446" y="610"/>
                    </a:lnTo>
                    <a:lnTo>
                      <a:pt x="2198" y="1"/>
                    </a:lnTo>
                    <a:close/>
                  </a:path>
                </a:pathLst>
              </a:custGeom>
              <a:solidFill>
                <a:srgbClr val="309A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5"/>
              <p:cNvSpPr/>
              <p:nvPr/>
            </p:nvSpPr>
            <p:spPr>
              <a:xfrm>
                <a:off x="2575171" y="3798426"/>
                <a:ext cx="243685" cy="838391"/>
              </a:xfrm>
              <a:custGeom>
                <a:rect b="b" l="l" r="r" t="t"/>
                <a:pathLst>
                  <a:path extrusionOk="0" h="15169" w="4409">
                    <a:moveTo>
                      <a:pt x="2198" y="1"/>
                    </a:moveTo>
                    <a:lnTo>
                      <a:pt x="1" y="14838"/>
                    </a:lnTo>
                    <a:lnTo>
                      <a:pt x="2198" y="15168"/>
                    </a:lnTo>
                    <a:lnTo>
                      <a:pt x="4408" y="332"/>
                    </a:lnTo>
                    <a:lnTo>
                      <a:pt x="2198" y="1"/>
                    </a:lnTo>
                    <a:close/>
                  </a:path>
                </a:pathLst>
              </a:custGeom>
              <a:solidFill>
                <a:srgbClr val="1F83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5"/>
              <p:cNvSpPr/>
              <p:nvPr/>
            </p:nvSpPr>
            <p:spPr>
              <a:xfrm>
                <a:off x="2578542" y="3612663"/>
                <a:ext cx="240314" cy="242083"/>
              </a:xfrm>
              <a:custGeom>
                <a:rect b="b" l="l" r="r" t="t"/>
                <a:pathLst>
                  <a:path extrusionOk="0" h="4380" w="4348">
                    <a:moveTo>
                      <a:pt x="2587" y="0"/>
                    </a:moveTo>
                    <a:lnTo>
                      <a:pt x="99" y="3084"/>
                    </a:lnTo>
                    <a:cubicBezTo>
                      <a:pt x="0" y="3839"/>
                      <a:pt x="1569" y="4380"/>
                      <a:pt x="2830" y="4380"/>
                    </a:cubicBezTo>
                    <a:cubicBezTo>
                      <a:pt x="3604" y="4380"/>
                      <a:pt x="4262" y="4176"/>
                      <a:pt x="4347" y="3693"/>
                    </a:cubicBezTo>
                    <a:lnTo>
                      <a:pt x="2587" y="0"/>
                    </a:ln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5"/>
              <p:cNvSpPr/>
              <p:nvPr/>
            </p:nvSpPr>
            <p:spPr>
              <a:xfrm>
                <a:off x="2675431" y="3611472"/>
                <a:ext cx="79755" cy="77267"/>
              </a:xfrm>
              <a:custGeom>
                <a:rect b="b" l="l" r="r" t="t"/>
                <a:pathLst>
                  <a:path extrusionOk="0" h="1398" w="1443">
                    <a:moveTo>
                      <a:pt x="834" y="0"/>
                    </a:moveTo>
                    <a:lnTo>
                      <a:pt x="0" y="1046"/>
                    </a:lnTo>
                    <a:cubicBezTo>
                      <a:pt x="172" y="1218"/>
                      <a:pt x="384" y="1324"/>
                      <a:pt x="662" y="1377"/>
                    </a:cubicBezTo>
                    <a:cubicBezTo>
                      <a:pt x="736" y="1391"/>
                      <a:pt x="811" y="1397"/>
                      <a:pt x="884" y="1397"/>
                    </a:cubicBezTo>
                    <a:cubicBezTo>
                      <a:pt x="1085" y="1397"/>
                      <a:pt x="1278" y="1348"/>
                      <a:pt x="1443" y="1271"/>
                    </a:cubicBezTo>
                    <a:lnTo>
                      <a:pt x="834" y="0"/>
                    </a:ln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5"/>
              <p:cNvSpPr/>
              <p:nvPr/>
            </p:nvSpPr>
            <p:spPr>
              <a:xfrm>
                <a:off x="2071937" y="4088096"/>
                <a:ext cx="777649" cy="963467"/>
              </a:xfrm>
              <a:custGeom>
                <a:rect b="b" l="l" r="r" t="t"/>
                <a:pathLst>
                  <a:path extrusionOk="0" h="17432" w="14070">
                    <a:moveTo>
                      <a:pt x="0" y="1"/>
                    </a:moveTo>
                    <a:lnTo>
                      <a:pt x="0" y="13726"/>
                    </a:lnTo>
                    <a:cubicBezTo>
                      <a:pt x="0" y="15777"/>
                      <a:pt x="1377" y="17432"/>
                      <a:pt x="3097" y="17432"/>
                    </a:cubicBezTo>
                    <a:lnTo>
                      <a:pt x="10972" y="17432"/>
                    </a:lnTo>
                    <a:cubicBezTo>
                      <a:pt x="12693" y="17432"/>
                      <a:pt x="14069" y="15777"/>
                      <a:pt x="14069" y="13726"/>
                    </a:cubicBezTo>
                    <a:lnTo>
                      <a:pt x="14069" y="1"/>
                    </a:ln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5"/>
              <p:cNvSpPr/>
              <p:nvPr/>
            </p:nvSpPr>
            <p:spPr>
              <a:xfrm>
                <a:off x="2108471" y="4088096"/>
                <a:ext cx="741115" cy="963467"/>
              </a:xfrm>
              <a:custGeom>
                <a:rect b="b" l="l" r="r" t="t"/>
                <a:pathLst>
                  <a:path extrusionOk="0" h="17432" w="13409">
                    <a:moveTo>
                      <a:pt x="11701" y="1"/>
                    </a:moveTo>
                    <a:lnTo>
                      <a:pt x="11701" y="12469"/>
                    </a:lnTo>
                    <a:cubicBezTo>
                      <a:pt x="11701" y="14507"/>
                      <a:pt x="10258" y="16161"/>
                      <a:pt x="8551" y="16161"/>
                    </a:cubicBezTo>
                    <a:lnTo>
                      <a:pt x="716" y="16161"/>
                    </a:lnTo>
                    <a:cubicBezTo>
                      <a:pt x="451" y="16161"/>
                      <a:pt x="226" y="16108"/>
                      <a:pt x="1" y="16042"/>
                    </a:cubicBezTo>
                    <a:lnTo>
                      <a:pt x="1" y="16042"/>
                    </a:lnTo>
                    <a:cubicBezTo>
                      <a:pt x="557" y="16876"/>
                      <a:pt x="1443" y="17432"/>
                      <a:pt x="2436" y="17432"/>
                    </a:cubicBezTo>
                    <a:lnTo>
                      <a:pt x="10311" y="17432"/>
                    </a:lnTo>
                    <a:cubicBezTo>
                      <a:pt x="12032" y="17432"/>
                      <a:pt x="13408" y="15777"/>
                      <a:pt x="13408" y="13726"/>
                    </a:cubicBezTo>
                    <a:lnTo>
                      <a:pt x="13408" y="1"/>
                    </a:lnTo>
                    <a:close/>
                  </a:path>
                </a:pathLst>
              </a:custGeom>
              <a:solidFill>
                <a:srgbClr val="3FB6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5"/>
              <p:cNvSpPr/>
              <p:nvPr/>
            </p:nvSpPr>
            <p:spPr>
              <a:xfrm>
                <a:off x="2166283" y="4298066"/>
                <a:ext cx="460897" cy="490908"/>
              </a:xfrm>
              <a:custGeom>
                <a:rect b="b" l="l" r="r" t="t"/>
                <a:pathLst>
                  <a:path extrusionOk="0" h="8882" w="8339">
                    <a:moveTo>
                      <a:pt x="4196" y="1"/>
                    </a:moveTo>
                    <a:cubicBezTo>
                      <a:pt x="1880" y="1"/>
                      <a:pt x="0" y="1986"/>
                      <a:pt x="0" y="4421"/>
                    </a:cubicBezTo>
                    <a:cubicBezTo>
                      <a:pt x="0" y="6896"/>
                      <a:pt x="1880" y="8881"/>
                      <a:pt x="4196" y="8881"/>
                    </a:cubicBezTo>
                    <a:cubicBezTo>
                      <a:pt x="6459" y="8881"/>
                      <a:pt x="8339" y="6896"/>
                      <a:pt x="8339" y="4421"/>
                    </a:cubicBezTo>
                    <a:cubicBezTo>
                      <a:pt x="8339" y="1986"/>
                      <a:pt x="6459" y="1"/>
                      <a:pt x="419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5"/>
              <p:cNvSpPr/>
              <p:nvPr/>
            </p:nvSpPr>
            <p:spPr>
              <a:xfrm>
                <a:off x="3108471" y="4362456"/>
                <a:ext cx="426519" cy="429448"/>
              </a:xfrm>
              <a:custGeom>
                <a:rect b="b" l="l" r="r" t="t"/>
                <a:pathLst>
                  <a:path extrusionOk="0" h="7770" w="7717">
                    <a:moveTo>
                      <a:pt x="3865" y="1430"/>
                    </a:moveTo>
                    <a:cubicBezTo>
                      <a:pt x="5189" y="1430"/>
                      <a:pt x="6287" y="2541"/>
                      <a:pt x="6287" y="3865"/>
                    </a:cubicBezTo>
                    <a:cubicBezTo>
                      <a:pt x="6287" y="5241"/>
                      <a:pt x="5189" y="6287"/>
                      <a:pt x="3865" y="6287"/>
                    </a:cubicBezTo>
                    <a:cubicBezTo>
                      <a:pt x="2542" y="6287"/>
                      <a:pt x="1430" y="5241"/>
                      <a:pt x="1430" y="3865"/>
                    </a:cubicBezTo>
                    <a:cubicBezTo>
                      <a:pt x="1430" y="2541"/>
                      <a:pt x="2542" y="1430"/>
                      <a:pt x="3865" y="1430"/>
                    </a:cubicBezTo>
                    <a:close/>
                    <a:moveTo>
                      <a:pt x="3865" y="0"/>
                    </a:moveTo>
                    <a:cubicBezTo>
                      <a:pt x="1708" y="0"/>
                      <a:pt x="0" y="1708"/>
                      <a:pt x="0" y="3865"/>
                    </a:cubicBezTo>
                    <a:cubicBezTo>
                      <a:pt x="0" y="6009"/>
                      <a:pt x="1708" y="7769"/>
                      <a:pt x="3865" y="7769"/>
                    </a:cubicBezTo>
                    <a:cubicBezTo>
                      <a:pt x="6009" y="7769"/>
                      <a:pt x="7717" y="6009"/>
                      <a:pt x="7717" y="3865"/>
                    </a:cubicBezTo>
                    <a:cubicBezTo>
                      <a:pt x="7717" y="1708"/>
                      <a:pt x="6009" y="0"/>
                      <a:pt x="3865" y="0"/>
                    </a:cubicBez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5"/>
              <p:cNvSpPr/>
              <p:nvPr/>
            </p:nvSpPr>
            <p:spPr>
              <a:xfrm>
                <a:off x="2627125" y="4246886"/>
                <a:ext cx="658432" cy="768142"/>
              </a:xfrm>
              <a:custGeom>
                <a:rect b="b" l="l" r="r" t="t"/>
                <a:pathLst>
                  <a:path extrusionOk="0" h="13898" w="11913">
                    <a:moveTo>
                      <a:pt x="1" y="0"/>
                    </a:moveTo>
                    <a:lnTo>
                      <a:pt x="1" y="10853"/>
                    </a:lnTo>
                    <a:cubicBezTo>
                      <a:pt x="1" y="12507"/>
                      <a:pt x="1205" y="13897"/>
                      <a:pt x="2648" y="13897"/>
                    </a:cubicBezTo>
                    <a:lnTo>
                      <a:pt x="9265" y="13897"/>
                    </a:lnTo>
                    <a:cubicBezTo>
                      <a:pt x="10695" y="13897"/>
                      <a:pt x="11912" y="12507"/>
                      <a:pt x="11912" y="10853"/>
                    </a:cubicBezTo>
                    <a:lnTo>
                      <a:pt x="11912" y="0"/>
                    </a:lnTo>
                    <a:close/>
                  </a:path>
                </a:pathLst>
              </a:custGeom>
              <a:solidFill>
                <a:srgbClr val="FFE7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5"/>
              <p:cNvSpPr/>
              <p:nvPr/>
            </p:nvSpPr>
            <p:spPr>
              <a:xfrm>
                <a:off x="2660066" y="4246886"/>
                <a:ext cx="625491" cy="768142"/>
              </a:xfrm>
              <a:custGeom>
                <a:rect b="b" l="l" r="r" t="t"/>
                <a:pathLst>
                  <a:path extrusionOk="0" h="13898" w="11317">
                    <a:moveTo>
                      <a:pt x="9768" y="0"/>
                    </a:moveTo>
                    <a:lnTo>
                      <a:pt x="9768" y="9860"/>
                    </a:lnTo>
                    <a:cubicBezTo>
                      <a:pt x="9768" y="11462"/>
                      <a:pt x="8669" y="12785"/>
                      <a:pt x="7174" y="12785"/>
                    </a:cubicBezTo>
                    <a:lnTo>
                      <a:pt x="609" y="12785"/>
                    </a:lnTo>
                    <a:cubicBezTo>
                      <a:pt x="397" y="12785"/>
                      <a:pt x="172" y="12785"/>
                      <a:pt x="0" y="12732"/>
                    </a:cubicBezTo>
                    <a:lnTo>
                      <a:pt x="0" y="12732"/>
                    </a:lnTo>
                    <a:cubicBezTo>
                      <a:pt x="503" y="13394"/>
                      <a:pt x="1218" y="13897"/>
                      <a:pt x="2052" y="13897"/>
                    </a:cubicBezTo>
                    <a:lnTo>
                      <a:pt x="8669" y="13897"/>
                    </a:lnTo>
                    <a:cubicBezTo>
                      <a:pt x="10099" y="13897"/>
                      <a:pt x="11316" y="12507"/>
                      <a:pt x="11316" y="10853"/>
                    </a:cubicBezTo>
                    <a:lnTo>
                      <a:pt x="11316" y="0"/>
                    </a:lnTo>
                    <a:close/>
                  </a:path>
                </a:pathLst>
              </a:custGeom>
              <a:solidFill>
                <a:srgbClr val="EDD5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89" name="Google Shape;1289;p35"/>
              <p:cNvGrpSpPr/>
              <p:nvPr/>
            </p:nvGrpSpPr>
            <p:grpSpPr>
              <a:xfrm>
                <a:off x="2774143" y="4536556"/>
                <a:ext cx="320455" cy="156580"/>
                <a:chOff x="2774143" y="4536556"/>
                <a:chExt cx="320455" cy="156580"/>
              </a:xfrm>
            </p:grpSpPr>
            <p:sp>
              <p:nvSpPr>
                <p:cNvPr id="1290" name="Google Shape;1290;p35"/>
                <p:cNvSpPr/>
                <p:nvPr/>
              </p:nvSpPr>
              <p:spPr>
                <a:xfrm>
                  <a:off x="2774143" y="4562865"/>
                  <a:ext cx="112751" cy="98104"/>
                </a:xfrm>
                <a:custGeom>
                  <a:rect b="b" l="l" r="r" t="t"/>
                  <a:pathLst>
                    <a:path extrusionOk="0" h="1775" w="2040">
                      <a:moveTo>
                        <a:pt x="292" y="1"/>
                      </a:moveTo>
                      <a:cubicBezTo>
                        <a:pt x="173" y="1"/>
                        <a:pt x="94" y="14"/>
                        <a:pt x="67" y="27"/>
                      </a:cubicBezTo>
                      <a:cubicBezTo>
                        <a:pt x="27" y="40"/>
                        <a:pt x="1" y="67"/>
                        <a:pt x="1" y="107"/>
                      </a:cubicBezTo>
                      <a:cubicBezTo>
                        <a:pt x="1" y="146"/>
                        <a:pt x="27" y="173"/>
                        <a:pt x="54" y="186"/>
                      </a:cubicBezTo>
                      <a:cubicBezTo>
                        <a:pt x="94" y="199"/>
                        <a:pt x="147" y="212"/>
                        <a:pt x="226" y="212"/>
                      </a:cubicBezTo>
                      <a:cubicBezTo>
                        <a:pt x="279" y="226"/>
                        <a:pt x="319" y="239"/>
                        <a:pt x="345" y="252"/>
                      </a:cubicBezTo>
                      <a:cubicBezTo>
                        <a:pt x="385" y="265"/>
                        <a:pt x="411" y="292"/>
                        <a:pt x="451" y="358"/>
                      </a:cubicBezTo>
                      <a:lnTo>
                        <a:pt x="835" y="887"/>
                      </a:lnTo>
                      <a:lnTo>
                        <a:pt x="782" y="967"/>
                      </a:lnTo>
                      <a:lnTo>
                        <a:pt x="729" y="1033"/>
                      </a:lnTo>
                      <a:lnTo>
                        <a:pt x="636" y="1165"/>
                      </a:lnTo>
                      <a:cubicBezTo>
                        <a:pt x="597" y="1205"/>
                        <a:pt x="544" y="1271"/>
                        <a:pt x="477" y="1364"/>
                      </a:cubicBezTo>
                      <a:cubicBezTo>
                        <a:pt x="464" y="1390"/>
                        <a:pt x="438" y="1404"/>
                        <a:pt x="411" y="1417"/>
                      </a:cubicBezTo>
                      <a:cubicBezTo>
                        <a:pt x="385" y="1430"/>
                        <a:pt x="358" y="1443"/>
                        <a:pt x="319" y="1443"/>
                      </a:cubicBezTo>
                      <a:cubicBezTo>
                        <a:pt x="266" y="1443"/>
                        <a:pt x="213" y="1457"/>
                        <a:pt x="173" y="1470"/>
                      </a:cubicBezTo>
                      <a:cubicBezTo>
                        <a:pt x="120" y="1483"/>
                        <a:pt x="94" y="1509"/>
                        <a:pt x="94" y="1562"/>
                      </a:cubicBezTo>
                      <a:cubicBezTo>
                        <a:pt x="94" y="1576"/>
                        <a:pt x="94" y="1602"/>
                        <a:pt x="107" y="1615"/>
                      </a:cubicBezTo>
                      <a:cubicBezTo>
                        <a:pt x="120" y="1629"/>
                        <a:pt x="133" y="1642"/>
                        <a:pt x="147" y="1642"/>
                      </a:cubicBezTo>
                      <a:cubicBezTo>
                        <a:pt x="160" y="1655"/>
                        <a:pt x="186" y="1655"/>
                        <a:pt x="199" y="1668"/>
                      </a:cubicBezTo>
                      <a:lnTo>
                        <a:pt x="385" y="1668"/>
                      </a:lnTo>
                      <a:cubicBezTo>
                        <a:pt x="438" y="1655"/>
                        <a:pt x="491" y="1655"/>
                        <a:pt x="544" y="1655"/>
                      </a:cubicBezTo>
                      <a:cubicBezTo>
                        <a:pt x="570" y="1655"/>
                        <a:pt x="597" y="1655"/>
                        <a:pt x="623" y="1668"/>
                      </a:cubicBezTo>
                      <a:lnTo>
                        <a:pt x="822" y="1668"/>
                      </a:lnTo>
                      <a:cubicBezTo>
                        <a:pt x="848" y="1668"/>
                        <a:pt x="888" y="1655"/>
                        <a:pt x="927" y="1655"/>
                      </a:cubicBezTo>
                      <a:cubicBezTo>
                        <a:pt x="954" y="1642"/>
                        <a:pt x="980" y="1615"/>
                        <a:pt x="980" y="1562"/>
                      </a:cubicBezTo>
                      <a:cubicBezTo>
                        <a:pt x="980" y="1549"/>
                        <a:pt x="967" y="1536"/>
                        <a:pt x="954" y="1509"/>
                      </a:cubicBezTo>
                      <a:cubicBezTo>
                        <a:pt x="927" y="1483"/>
                        <a:pt x="874" y="1470"/>
                        <a:pt x="808" y="1470"/>
                      </a:cubicBezTo>
                      <a:cubicBezTo>
                        <a:pt x="769" y="1470"/>
                        <a:pt x="755" y="1470"/>
                        <a:pt x="742" y="1457"/>
                      </a:cubicBezTo>
                      <a:cubicBezTo>
                        <a:pt x="742" y="1457"/>
                        <a:pt x="729" y="1443"/>
                        <a:pt x="729" y="1430"/>
                      </a:cubicBezTo>
                      <a:cubicBezTo>
                        <a:pt x="729" y="1417"/>
                        <a:pt x="742" y="1404"/>
                        <a:pt x="755" y="1377"/>
                      </a:cubicBezTo>
                      <a:cubicBezTo>
                        <a:pt x="782" y="1351"/>
                        <a:pt x="795" y="1324"/>
                        <a:pt x="808" y="1311"/>
                      </a:cubicBezTo>
                      <a:cubicBezTo>
                        <a:pt x="835" y="1271"/>
                        <a:pt x="861" y="1245"/>
                        <a:pt x="888" y="1218"/>
                      </a:cubicBezTo>
                      <a:cubicBezTo>
                        <a:pt x="901" y="1179"/>
                        <a:pt x="941" y="1139"/>
                        <a:pt x="980" y="1086"/>
                      </a:cubicBezTo>
                      <a:cubicBezTo>
                        <a:pt x="1007" y="1126"/>
                        <a:pt x="1047" y="1165"/>
                        <a:pt x="1086" y="1218"/>
                      </a:cubicBezTo>
                      <a:cubicBezTo>
                        <a:pt x="1113" y="1258"/>
                        <a:pt x="1152" y="1298"/>
                        <a:pt x="1179" y="1337"/>
                      </a:cubicBezTo>
                      <a:cubicBezTo>
                        <a:pt x="1205" y="1377"/>
                        <a:pt x="1219" y="1417"/>
                        <a:pt x="1245" y="1457"/>
                      </a:cubicBezTo>
                      <a:cubicBezTo>
                        <a:pt x="1258" y="1483"/>
                        <a:pt x="1272" y="1496"/>
                        <a:pt x="1272" y="1509"/>
                      </a:cubicBezTo>
                      <a:cubicBezTo>
                        <a:pt x="1272" y="1536"/>
                        <a:pt x="1258" y="1549"/>
                        <a:pt x="1258" y="1549"/>
                      </a:cubicBezTo>
                      <a:lnTo>
                        <a:pt x="1205" y="1562"/>
                      </a:lnTo>
                      <a:cubicBezTo>
                        <a:pt x="1179" y="1576"/>
                        <a:pt x="1166" y="1589"/>
                        <a:pt x="1152" y="1602"/>
                      </a:cubicBezTo>
                      <a:cubicBezTo>
                        <a:pt x="1152" y="1629"/>
                        <a:pt x="1152" y="1642"/>
                        <a:pt x="1152" y="1655"/>
                      </a:cubicBezTo>
                      <a:cubicBezTo>
                        <a:pt x="1152" y="1682"/>
                        <a:pt x="1166" y="1708"/>
                        <a:pt x="1179" y="1734"/>
                      </a:cubicBezTo>
                      <a:cubicBezTo>
                        <a:pt x="1219" y="1761"/>
                        <a:pt x="1258" y="1774"/>
                        <a:pt x="1324" y="1774"/>
                      </a:cubicBezTo>
                      <a:cubicBezTo>
                        <a:pt x="1364" y="1774"/>
                        <a:pt x="1404" y="1774"/>
                        <a:pt x="1444" y="1761"/>
                      </a:cubicBezTo>
                      <a:lnTo>
                        <a:pt x="1708" y="1761"/>
                      </a:lnTo>
                      <a:cubicBezTo>
                        <a:pt x="1761" y="1774"/>
                        <a:pt x="1814" y="1774"/>
                        <a:pt x="1867" y="1774"/>
                      </a:cubicBezTo>
                      <a:cubicBezTo>
                        <a:pt x="1907" y="1774"/>
                        <a:pt x="1947" y="1761"/>
                        <a:pt x="1986" y="1761"/>
                      </a:cubicBezTo>
                      <a:cubicBezTo>
                        <a:pt x="2013" y="1748"/>
                        <a:pt x="2039" y="1721"/>
                        <a:pt x="2039" y="1668"/>
                      </a:cubicBezTo>
                      <a:cubicBezTo>
                        <a:pt x="2039" y="1642"/>
                        <a:pt x="2013" y="1615"/>
                        <a:pt x="1986" y="1602"/>
                      </a:cubicBezTo>
                      <a:cubicBezTo>
                        <a:pt x="1960" y="1589"/>
                        <a:pt x="1933" y="1576"/>
                        <a:pt x="1880" y="1576"/>
                      </a:cubicBezTo>
                      <a:lnTo>
                        <a:pt x="1774" y="1576"/>
                      </a:lnTo>
                      <a:cubicBezTo>
                        <a:pt x="1735" y="1562"/>
                        <a:pt x="1708" y="1562"/>
                        <a:pt x="1669" y="1549"/>
                      </a:cubicBezTo>
                      <a:cubicBezTo>
                        <a:pt x="1655" y="1536"/>
                        <a:pt x="1629" y="1536"/>
                        <a:pt x="1602" y="1509"/>
                      </a:cubicBezTo>
                      <a:cubicBezTo>
                        <a:pt x="1589" y="1496"/>
                        <a:pt x="1563" y="1457"/>
                        <a:pt x="1523" y="1417"/>
                      </a:cubicBezTo>
                      <a:cubicBezTo>
                        <a:pt x="1483" y="1364"/>
                        <a:pt x="1430" y="1298"/>
                        <a:pt x="1364" y="1218"/>
                      </a:cubicBezTo>
                      <a:cubicBezTo>
                        <a:pt x="1298" y="1126"/>
                        <a:pt x="1219" y="1020"/>
                        <a:pt x="1126" y="887"/>
                      </a:cubicBezTo>
                      <a:cubicBezTo>
                        <a:pt x="1179" y="808"/>
                        <a:pt x="1219" y="742"/>
                        <a:pt x="1272" y="676"/>
                      </a:cubicBezTo>
                      <a:cubicBezTo>
                        <a:pt x="1311" y="609"/>
                        <a:pt x="1364" y="543"/>
                        <a:pt x="1430" y="464"/>
                      </a:cubicBezTo>
                      <a:cubicBezTo>
                        <a:pt x="1470" y="424"/>
                        <a:pt x="1510" y="384"/>
                        <a:pt x="1549" y="371"/>
                      </a:cubicBezTo>
                      <a:cubicBezTo>
                        <a:pt x="1576" y="358"/>
                        <a:pt x="1629" y="345"/>
                        <a:pt x="1682" y="345"/>
                      </a:cubicBezTo>
                      <a:lnTo>
                        <a:pt x="1933" y="345"/>
                      </a:lnTo>
                      <a:cubicBezTo>
                        <a:pt x="1960" y="345"/>
                        <a:pt x="1986" y="332"/>
                        <a:pt x="1999" y="318"/>
                      </a:cubicBezTo>
                      <a:cubicBezTo>
                        <a:pt x="2013" y="292"/>
                        <a:pt x="2013" y="279"/>
                        <a:pt x="2013" y="252"/>
                      </a:cubicBezTo>
                      <a:cubicBezTo>
                        <a:pt x="2013" y="173"/>
                        <a:pt x="1986" y="133"/>
                        <a:pt x="1933" y="133"/>
                      </a:cubicBezTo>
                      <a:lnTo>
                        <a:pt x="1245" y="133"/>
                      </a:lnTo>
                      <a:cubicBezTo>
                        <a:pt x="1192" y="133"/>
                        <a:pt x="1152" y="146"/>
                        <a:pt x="1126" y="159"/>
                      </a:cubicBezTo>
                      <a:cubicBezTo>
                        <a:pt x="1086" y="186"/>
                        <a:pt x="1073" y="212"/>
                        <a:pt x="1073" y="252"/>
                      </a:cubicBezTo>
                      <a:cubicBezTo>
                        <a:pt x="1073" y="279"/>
                        <a:pt x="1086" y="305"/>
                        <a:pt x="1099" y="318"/>
                      </a:cubicBezTo>
                      <a:cubicBezTo>
                        <a:pt x="1126" y="332"/>
                        <a:pt x="1139" y="332"/>
                        <a:pt x="1152" y="345"/>
                      </a:cubicBezTo>
                      <a:cubicBezTo>
                        <a:pt x="1166" y="345"/>
                        <a:pt x="1179" y="358"/>
                        <a:pt x="1179" y="358"/>
                      </a:cubicBezTo>
                      <a:cubicBezTo>
                        <a:pt x="1179" y="371"/>
                        <a:pt x="1166" y="398"/>
                        <a:pt x="1139" y="437"/>
                      </a:cubicBezTo>
                      <a:cubicBezTo>
                        <a:pt x="1126" y="464"/>
                        <a:pt x="1099" y="504"/>
                        <a:pt x="1073" y="543"/>
                      </a:cubicBezTo>
                      <a:lnTo>
                        <a:pt x="980" y="689"/>
                      </a:lnTo>
                      <a:cubicBezTo>
                        <a:pt x="941" y="636"/>
                        <a:pt x="901" y="583"/>
                        <a:pt x="861" y="530"/>
                      </a:cubicBezTo>
                      <a:cubicBezTo>
                        <a:pt x="835" y="490"/>
                        <a:pt x="808" y="437"/>
                        <a:pt x="782" y="411"/>
                      </a:cubicBezTo>
                      <a:cubicBezTo>
                        <a:pt x="755" y="371"/>
                        <a:pt x="729" y="332"/>
                        <a:pt x="716" y="305"/>
                      </a:cubicBezTo>
                      <a:cubicBezTo>
                        <a:pt x="702" y="279"/>
                        <a:pt x="702" y="265"/>
                        <a:pt x="702" y="252"/>
                      </a:cubicBezTo>
                      <a:cubicBezTo>
                        <a:pt x="702" y="239"/>
                        <a:pt x="702" y="226"/>
                        <a:pt x="729" y="226"/>
                      </a:cubicBezTo>
                      <a:lnTo>
                        <a:pt x="808" y="226"/>
                      </a:lnTo>
                      <a:cubicBezTo>
                        <a:pt x="848" y="226"/>
                        <a:pt x="888" y="212"/>
                        <a:pt x="901" y="186"/>
                      </a:cubicBezTo>
                      <a:cubicBezTo>
                        <a:pt x="927" y="173"/>
                        <a:pt x="941" y="146"/>
                        <a:pt x="941" y="120"/>
                      </a:cubicBezTo>
                      <a:cubicBezTo>
                        <a:pt x="941" y="107"/>
                        <a:pt x="941" y="93"/>
                        <a:pt x="927" y="80"/>
                      </a:cubicBezTo>
                      <a:cubicBezTo>
                        <a:pt x="927" y="67"/>
                        <a:pt x="927" y="54"/>
                        <a:pt x="901" y="40"/>
                      </a:cubicBezTo>
                      <a:cubicBezTo>
                        <a:pt x="901" y="27"/>
                        <a:pt x="874" y="27"/>
                        <a:pt x="848" y="14"/>
                      </a:cubicBezTo>
                      <a:cubicBezTo>
                        <a:pt x="822" y="1"/>
                        <a:pt x="782" y="1"/>
                        <a:pt x="729"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5"/>
                <p:cNvSpPr/>
                <p:nvPr/>
              </p:nvSpPr>
              <p:spPr>
                <a:xfrm>
                  <a:off x="2897782" y="4536556"/>
                  <a:ext cx="65882" cy="66600"/>
                </a:xfrm>
                <a:custGeom>
                  <a:rect b="b" l="l" r="r" t="t"/>
                  <a:pathLst>
                    <a:path extrusionOk="0" h="1205" w="1192">
                      <a:moveTo>
                        <a:pt x="596" y="0"/>
                      </a:moveTo>
                      <a:cubicBezTo>
                        <a:pt x="557" y="0"/>
                        <a:pt x="530" y="13"/>
                        <a:pt x="504" y="40"/>
                      </a:cubicBezTo>
                      <a:cubicBezTo>
                        <a:pt x="477" y="53"/>
                        <a:pt x="477" y="80"/>
                        <a:pt x="477" y="106"/>
                      </a:cubicBezTo>
                      <a:cubicBezTo>
                        <a:pt x="477" y="159"/>
                        <a:pt x="477" y="212"/>
                        <a:pt x="477" y="278"/>
                      </a:cubicBezTo>
                      <a:cubicBezTo>
                        <a:pt x="477" y="331"/>
                        <a:pt x="477" y="410"/>
                        <a:pt x="477" y="490"/>
                      </a:cubicBezTo>
                      <a:lnTo>
                        <a:pt x="93" y="490"/>
                      </a:lnTo>
                      <a:cubicBezTo>
                        <a:pt x="67" y="490"/>
                        <a:pt x="54" y="503"/>
                        <a:pt x="27" y="516"/>
                      </a:cubicBezTo>
                      <a:cubicBezTo>
                        <a:pt x="1" y="543"/>
                        <a:pt x="1" y="569"/>
                        <a:pt x="1" y="609"/>
                      </a:cubicBezTo>
                      <a:cubicBezTo>
                        <a:pt x="1" y="649"/>
                        <a:pt x="1" y="688"/>
                        <a:pt x="27" y="702"/>
                      </a:cubicBezTo>
                      <a:cubicBezTo>
                        <a:pt x="54" y="728"/>
                        <a:pt x="80" y="728"/>
                        <a:pt x="93" y="728"/>
                      </a:cubicBezTo>
                      <a:lnTo>
                        <a:pt x="252" y="728"/>
                      </a:lnTo>
                      <a:cubicBezTo>
                        <a:pt x="318" y="728"/>
                        <a:pt x="398" y="728"/>
                        <a:pt x="477" y="715"/>
                      </a:cubicBezTo>
                      <a:lnTo>
                        <a:pt x="477" y="715"/>
                      </a:lnTo>
                      <a:cubicBezTo>
                        <a:pt x="477" y="781"/>
                        <a:pt x="464" y="860"/>
                        <a:pt x="464" y="940"/>
                      </a:cubicBezTo>
                      <a:cubicBezTo>
                        <a:pt x="464" y="1006"/>
                        <a:pt x="464" y="1072"/>
                        <a:pt x="464" y="1112"/>
                      </a:cubicBezTo>
                      <a:cubicBezTo>
                        <a:pt x="464" y="1125"/>
                        <a:pt x="477" y="1152"/>
                        <a:pt x="490" y="1165"/>
                      </a:cubicBezTo>
                      <a:cubicBezTo>
                        <a:pt x="517" y="1191"/>
                        <a:pt x="543" y="1205"/>
                        <a:pt x="583" y="1205"/>
                      </a:cubicBezTo>
                      <a:cubicBezTo>
                        <a:pt x="636" y="1205"/>
                        <a:pt x="662" y="1191"/>
                        <a:pt x="689" y="1165"/>
                      </a:cubicBezTo>
                      <a:cubicBezTo>
                        <a:pt x="702" y="1138"/>
                        <a:pt x="715" y="1125"/>
                        <a:pt x="715" y="1112"/>
                      </a:cubicBezTo>
                      <a:lnTo>
                        <a:pt x="715" y="715"/>
                      </a:lnTo>
                      <a:lnTo>
                        <a:pt x="1086" y="715"/>
                      </a:lnTo>
                      <a:cubicBezTo>
                        <a:pt x="1112" y="715"/>
                        <a:pt x="1139" y="715"/>
                        <a:pt x="1165" y="688"/>
                      </a:cubicBezTo>
                      <a:cubicBezTo>
                        <a:pt x="1179" y="662"/>
                        <a:pt x="1192" y="635"/>
                        <a:pt x="1192" y="596"/>
                      </a:cubicBezTo>
                      <a:cubicBezTo>
                        <a:pt x="1192" y="543"/>
                        <a:pt x="1192" y="516"/>
                        <a:pt x="1165" y="503"/>
                      </a:cubicBezTo>
                      <a:cubicBezTo>
                        <a:pt x="1152" y="477"/>
                        <a:pt x="1139" y="477"/>
                        <a:pt x="1112" y="477"/>
                      </a:cubicBezTo>
                      <a:lnTo>
                        <a:pt x="940" y="477"/>
                      </a:lnTo>
                      <a:cubicBezTo>
                        <a:pt x="874" y="490"/>
                        <a:pt x="808" y="490"/>
                        <a:pt x="715" y="490"/>
                      </a:cubicBezTo>
                      <a:lnTo>
                        <a:pt x="715" y="278"/>
                      </a:lnTo>
                      <a:cubicBezTo>
                        <a:pt x="715" y="212"/>
                        <a:pt x="729" y="159"/>
                        <a:pt x="729" y="106"/>
                      </a:cubicBezTo>
                      <a:cubicBezTo>
                        <a:pt x="729" y="80"/>
                        <a:pt x="715" y="53"/>
                        <a:pt x="689" y="40"/>
                      </a:cubicBezTo>
                      <a:cubicBezTo>
                        <a:pt x="662" y="13"/>
                        <a:pt x="636" y="0"/>
                        <a:pt x="596" y="0"/>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5"/>
                <p:cNvSpPr/>
                <p:nvPr/>
              </p:nvSpPr>
              <p:spPr>
                <a:xfrm>
                  <a:off x="2967311" y="4565794"/>
                  <a:ext cx="127287" cy="127342"/>
                </a:xfrm>
                <a:custGeom>
                  <a:rect b="b" l="l" r="r" t="t"/>
                  <a:pathLst>
                    <a:path extrusionOk="0" h="2304" w="2303">
                      <a:moveTo>
                        <a:pt x="225" y="1"/>
                      </a:moveTo>
                      <a:cubicBezTo>
                        <a:pt x="172" y="1"/>
                        <a:pt x="119" y="14"/>
                        <a:pt x="66" y="40"/>
                      </a:cubicBezTo>
                      <a:cubicBezTo>
                        <a:pt x="27" y="54"/>
                        <a:pt x="0" y="80"/>
                        <a:pt x="0" y="133"/>
                      </a:cubicBezTo>
                      <a:cubicBezTo>
                        <a:pt x="0" y="173"/>
                        <a:pt x="27" y="199"/>
                        <a:pt x="79" y="212"/>
                      </a:cubicBezTo>
                      <a:cubicBezTo>
                        <a:pt x="119" y="212"/>
                        <a:pt x="199" y="226"/>
                        <a:pt x="291" y="226"/>
                      </a:cubicBezTo>
                      <a:lnTo>
                        <a:pt x="371" y="226"/>
                      </a:lnTo>
                      <a:cubicBezTo>
                        <a:pt x="384" y="226"/>
                        <a:pt x="397" y="239"/>
                        <a:pt x="424" y="239"/>
                      </a:cubicBezTo>
                      <a:cubicBezTo>
                        <a:pt x="437" y="252"/>
                        <a:pt x="450" y="252"/>
                        <a:pt x="450" y="279"/>
                      </a:cubicBezTo>
                      <a:cubicBezTo>
                        <a:pt x="463" y="292"/>
                        <a:pt x="477" y="305"/>
                        <a:pt x="490" y="331"/>
                      </a:cubicBezTo>
                      <a:lnTo>
                        <a:pt x="1231" y="1655"/>
                      </a:lnTo>
                      <a:cubicBezTo>
                        <a:pt x="1191" y="1734"/>
                        <a:pt x="1165" y="1801"/>
                        <a:pt x="1125" y="1854"/>
                      </a:cubicBezTo>
                      <a:cubicBezTo>
                        <a:pt x="1099" y="1906"/>
                        <a:pt x="1059" y="1946"/>
                        <a:pt x="1019" y="1986"/>
                      </a:cubicBezTo>
                      <a:cubicBezTo>
                        <a:pt x="993" y="2012"/>
                        <a:pt x="953" y="2039"/>
                        <a:pt x="913" y="2065"/>
                      </a:cubicBezTo>
                      <a:cubicBezTo>
                        <a:pt x="874" y="2079"/>
                        <a:pt x="821" y="2092"/>
                        <a:pt x="781" y="2092"/>
                      </a:cubicBezTo>
                      <a:cubicBezTo>
                        <a:pt x="715" y="2092"/>
                        <a:pt x="649" y="2079"/>
                        <a:pt x="609" y="2039"/>
                      </a:cubicBezTo>
                      <a:cubicBezTo>
                        <a:pt x="556" y="2012"/>
                        <a:pt x="529" y="1973"/>
                        <a:pt x="529" y="1933"/>
                      </a:cubicBezTo>
                      <a:cubicBezTo>
                        <a:pt x="529" y="1906"/>
                        <a:pt x="543" y="1893"/>
                        <a:pt x="556" y="1867"/>
                      </a:cubicBezTo>
                      <a:cubicBezTo>
                        <a:pt x="556" y="1854"/>
                        <a:pt x="582" y="1840"/>
                        <a:pt x="609" y="1840"/>
                      </a:cubicBezTo>
                      <a:lnTo>
                        <a:pt x="649" y="1840"/>
                      </a:lnTo>
                      <a:cubicBezTo>
                        <a:pt x="662" y="1827"/>
                        <a:pt x="675" y="1827"/>
                        <a:pt x="702" y="1814"/>
                      </a:cubicBezTo>
                      <a:cubicBezTo>
                        <a:pt x="715" y="1814"/>
                        <a:pt x="728" y="1801"/>
                        <a:pt x="728" y="1787"/>
                      </a:cubicBezTo>
                      <a:cubicBezTo>
                        <a:pt x="741" y="1761"/>
                        <a:pt x="754" y="1748"/>
                        <a:pt x="754" y="1721"/>
                      </a:cubicBezTo>
                      <a:cubicBezTo>
                        <a:pt x="754" y="1681"/>
                        <a:pt x="728" y="1655"/>
                        <a:pt x="702" y="1629"/>
                      </a:cubicBezTo>
                      <a:cubicBezTo>
                        <a:pt x="675" y="1615"/>
                        <a:pt x="649" y="1602"/>
                        <a:pt x="609" y="1602"/>
                      </a:cubicBezTo>
                      <a:cubicBezTo>
                        <a:pt x="582" y="1602"/>
                        <a:pt x="543" y="1615"/>
                        <a:pt x="516" y="1629"/>
                      </a:cubicBezTo>
                      <a:cubicBezTo>
                        <a:pt x="477" y="1642"/>
                        <a:pt x="450" y="1655"/>
                        <a:pt x="424" y="1681"/>
                      </a:cubicBezTo>
                      <a:cubicBezTo>
                        <a:pt x="397" y="1708"/>
                        <a:pt x="371" y="1748"/>
                        <a:pt x="357" y="1787"/>
                      </a:cubicBezTo>
                      <a:cubicBezTo>
                        <a:pt x="344" y="1827"/>
                        <a:pt x="331" y="1880"/>
                        <a:pt x="331" y="1933"/>
                      </a:cubicBezTo>
                      <a:cubicBezTo>
                        <a:pt x="331" y="1986"/>
                        <a:pt x="344" y="2039"/>
                        <a:pt x="371" y="2092"/>
                      </a:cubicBezTo>
                      <a:cubicBezTo>
                        <a:pt x="397" y="2131"/>
                        <a:pt x="424" y="2171"/>
                        <a:pt x="463" y="2198"/>
                      </a:cubicBezTo>
                      <a:cubicBezTo>
                        <a:pt x="503" y="2237"/>
                        <a:pt x="543" y="2264"/>
                        <a:pt x="582" y="2277"/>
                      </a:cubicBezTo>
                      <a:cubicBezTo>
                        <a:pt x="635" y="2290"/>
                        <a:pt x="688" y="2304"/>
                        <a:pt x="741" y="2304"/>
                      </a:cubicBezTo>
                      <a:cubicBezTo>
                        <a:pt x="847" y="2304"/>
                        <a:pt x="927" y="2277"/>
                        <a:pt x="1006" y="2237"/>
                      </a:cubicBezTo>
                      <a:cubicBezTo>
                        <a:pt x="1085" y="2198"/>
                        <a:pt x="1165" y="2145"/>
                        <a:pt x="1244" y="2052"/>
                      </a:cubicBezTo>
                      <a:cubicBezTo>
                        <a:pt x="1297" y="1986"/>
                        <a:pt x="1350" y="1906"/>
                        <a:pt x="1403" y="1801"/>
                      </a:cubicBezTo>
                      <a:cubicBezTo>
                        <a:pt x="1443" y="1695"/>
                        <a:pt x="1496" y="1589"/>
                        <a:pt x="1535" y="1443"/>
                      </a:cubicBezTo>
                      <a:lnTo>
                        <a:pt x="1919" y="371"/>
                      </a:lnTo>
                      <a:cubicBezTo>
                        <a:pt x="1932" y="331"/>
                        <a:pt x="1959" y="305"/>
                        <a:pt x="1972" y="305"/>
                      </a:cubicBezTo>
                      <a:cubicBezTo>
                        <a:pt x="1999" y="292"/>
                        <a:pt x="2038" y="279"/>
                        <a:pt x="2091" y="279"/>
                      </a:cubicBezTo>
                      <a:cubicBezTo>
                        <a:pt x="2144" y="279"/>
                        <a:pt x="2197" y="265"/>
                        <a:pt x="2237" y="252"/>
                      </a:cubicBezTo>
                      <a:cubicBezTo>
                        <a:pt x="2277" y="252"/>
                        <a:pt x="2303" y="212"/>
                        <a:pt x="2303" y="173"/>
                      </a:cubicBezTo>
                      <a:cubicBezTo>
                        <a:pt x="2303" y="133"/>
                        <a:pt x="2277" y="106"/>
                        <a:pt x="2237" y="93"/>
                      </a:cubicBezTo>
                      <a:cubicBezTo>
                        <a:pt x="2197" y="80"/>
                        <a:pt x="2157" y="67"/>
                        <a:pt x="2091" y="67"/>
                      </a:cubicBezTo>
                      <a:lnTo>
                        <a:pt x="1469" y="67"/>
                      </a:lnTo>
                      <a:cubicBezTo>
                        <a:pt x="1403" y="67"/>
                        <a:pt x="1377" y="80"/>
                        <a:pt x="1350" y="93"/>
                      </a:cubicBezTo>
                      <a:cubicBezTo>
                        <a:pt x="1337" y="106"/>
                        <a:pt x="1337" y="133"/>
                        <a:pt x="1337" y="173"/>
                      </a:cubicBezTo>
                      <a:cubicBezTo>
                        <a:pt x="1337" y="199"/>
                        <a:pt x="1337" y="226"/>
                        <a:pt x="1363" y="252"/>
                      </a:cubicBezTo>
                      <a:cubicBezTo>
                        <a:pt x="1390" y="265"/>
                        <a:pt x="1443" y="279"/>
                        <a:pt x="1496" y="279"/>
                      </a:cubicBezTo>
                      <a:cubicBezTo>
                        <a:pt x="1562" y="279"/>
                        <a:pt x="1602" y="292"/>
                        <a:pt x="1615" y="305"/>
                      </a:cubicBezTo>
                      <a:cubicBezTo>
                        <a:pt x="1628" y="305"/>
                        <a:pt x="1641" y="318"/>
                        <a:pt x="1641" y="345"/>
                      </a:cubicBezTo>
                      <a:cubicBezTo>
                        <a:pt x="1641" y="384"/>
                        <a:pt x="1628" y="424"/>
                        <a:pt x="1615" y="490"/>
                      </a:cubicBezTo>
                      <a:lnTo>
                        <a:pt x="1324" y="1364"/>
                      </a:lnTo>
                      <a:lnTo>
                        <a:pt x="807" y="384"/>
                      </a:lnTo>
                      <a:cubicBezTo>
                        <a:pt x="794" y="358"/>
                        <a:pt x="794" y="331"/>
                        <a:pt x="781" y="318"/>
                      </a:cubicBezTo>
                      <a:cubicBezTo>
                        <a:pt x="781" y="292"/>
                        <a:pt x="781" y="279"/>
                        <a:pt x="781" y="265"/>
                      </a:cubicBezTo>
                      <a:cubicBezTo>
                        <a:pt x="781" y="239"/>
                        <a:pt x="781" y="226"/>
                        <a:pt x="781" y="226"/>
                      </a:cubicBezTo>
                      <a:cubicBezTo>
                        <a:pt x="794" y="226"/>
                        <a:pt x="807" y="212"/>
                        <a:pt x="821" y="212"/>
                      </a:cubicBezTo>
                      <a:cubicBezTo>
                        <a:pt x="874" y="212"/>
                        <a:pt x="900" y="199"/>
                        <a:pt x="927" y="186"/>
                      </a:cubicBezTo>
                      <a:cubicBezTo>
                        <a:pt x="940" y="159"/>
                        <a:pt x="953" y="133"/>
                        <a:pt x="953" y="106"/>
                      </a:cubicBezTo>
                      <a:cubicBezTo>
                        <a:pt x="953" y="80"/>
                        <a:pt x="940" y="54"/>
                        <a:pt x="913" y="40"/>
                      </a:cubicBezTo>
                      <a:cubicBezTo>
                        <a:pt x="900" y="14"/>
                        <a:pt x="860" y="1"/>
                        <a:pt x="794" y="1"/>
                      </a:cubicBezTo>
                      <a:close/>
                    </a:path>
                  </a:pathLst>
                </a:custGeom>
                <a:solidFill>
                  <a:srgbClr val="233E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3" name="Google Shape;1293;p35"/>
              <p:cNvSpPr/>
              <p:nvPr/>
            </p:nvSpPr>
            <p:spPr>
              <a:xfrm>
                <a:off x="2760989" y="5002538"/>
                <a:ext cx="389985" cy="49024"/>
              </a:xfrm>
              <a:custGeom>
                <a:rect b="b" l="l" r="r" t="t"/>
                <a:pathLst>
                  <a:path extrusionOk="0" h="887" w="7056">
                    <a:moveTo>
                      <a:pt x="1" y="0"/>
                    </a:moveTo>
                    <a:lnTo>
                      <a:pt x="1" y="887"/>
                    </a:lnTo>
                    <a:lnTo>
                      <a:pt x="7055" y="887"/>
                    </a:lnTo>
                    <a:lnTo>
                      <a:pt x="7055" y="0"/>
                    </a:lnTo>
                    <a:close/>
                  </a:path>
                </a:pathLst>
              </a:custGeom>
              <a:solidFill>
                <a:srgbClr val="8D7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5"/>
              <p:cNvSpPr/>
              <p:nvPr/>
            </p:nvSpPr>
            <p:spPr>
              <a:xfrm>
                <a:off x="2239406" y="5831311"/>
                <a:ext cx="265628" cy="451390"/>
              </a:xfrm>
              <a:custGeom>
                <a:rect b="b" l="l" r="r" t="t"/>
                <a:pathLst>
                  <a:path extrusionOk="0" h="8167" w="4806">
                    <a:moveTo>
                      <a:pt x="1" y="1"/>
                    </a:moveTo>
                    <a:lnTo>
                      <a:pt x="1" y="8167"/>
                    </a:lnTo>
                    <a:lnTo>
                      <a:pt x="4805" y="8167"/>
                    </a:lnTo>
                    <a:lnTo>
                      <a:pt x="4805"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5"/>
              <p:cNvSpPr/>
              <p:nvPr/>
            </p:nvSpPr>
            <p:spPr>
              <a:xfrm>
                <a:off x="2239406" y="5831311"/>
                <a:ext cx="265628" cy="164649"/>
              </a:xfrm>
              <a:custGeom>
                <a:rect b="b" l="l" r="r" t="t"/>
                <a:pathLst>
                  <a:path extrusionOk="0" h="2979" w="4806">
                    <a:moveTo>
                      <a:pt x="1" y="1"/>
                    </a:moveTo>
                    <a:lnTo>
                      <a:pt x="1" y="2978"/>
                    </a:lnTo>
                    <a:lnTo>
                      <a:pt x="4805" y="2978"/>
                    </a:lnTo>
                    <a:lnTo>
                      <a:pt x="4805"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6" name="Google Shape;1296;p35"/>
            <p:cNvGrpSpPr/>
            <p:nvPr/>
          </p:nvGrpSpPr>
          <p:grpSpPr>
            <a:xfrm>
              <a:off x="-127053" y="4913257"/>
              <a:ext cx="7315206" cy="1231195"/>
              <a:chOff x="929285" y="5051507"/>
              <a:chExt cx="7315206" cy="1231195"/>
            </a:xfrm>
          </p:grpSpPr>
          <p:sp>
            <p:nvSpPr>
              <p:cNvPr id="1297" name="Google Shape;1297;p35"/>
              <p:cNvSpPr/>
              <p:nvPr/>
            </p:nvSpPr>
            <p:spPr>
              <a:xfrm>
                <a:off x="929285" y="5051507"/>
                <a:ext cx="7315206" cy="420715"/>
              </a:xfrm>
              <a:custGeom>
                <a:rect b="b" l="l" r="r" t="t"/>
                <a:pathLst>
                  <a:path extrusionOk="0" h="7612" w="132354">
                    <a:moveTo>
                      <a:pt x="1" y="1"/>
                    </a:moveTo>
                    <a:lnTo>
                      <a:pt x="1" y="7611"/>
                    </a:lnTo>
                    <a:lnTo>
                      <a:pt x="132353" y="7611"/>
                    </a:lnTo>
                    <a:lnTo>
                      <a:pt x="132353" y="1"/>
                    </a:lnTo>
                    <a:close/>
                  </a:path>
                </a:pathLst>
              </a:custGeom>
              <a:solidFill>
                <a:srgbClr val="EFED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5"/>
              <p:cNvSpPr/>
              <p:nvPr/>
            </p:nvSpPr>
            <p:spPr>
              <a:xfrm>
                <a:off x="929285" y="5051507"/>
                <a:ext cx="7315206" cy="133919"/>
              </a:xfrm>
              <a:custGeom>
                <a:rect b="b" l="l" r="r" t="t"/>
                <a:pathLst>
                  <a:path extrusionOk="0" h="2423" w="132354">
                    <a:moveTo>
                      <a:pt x="1" y="1"/>
                    </a:moveTo>
                    <a:lnTo>
                      <a:pt x="1" y="2423"/>
                    </a:lnTo>
                    <a:lnTo>
                      <a:pt x="132353" y="2423"/>
                    </a:lnTo>
                    <a:lnTo>
                      <a:pt x="132353" y="1"/>
                    </a:lnTo>
                    <a:close/>
                  </a:path>
                </a:pathLst>
              </a:custGeom>
              <a:solidFill>
                <a:srgbClr val="FFFE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5"/>
              <p:cNvSpPr/>
              <p:nvPr/>
            </p:nvSpPr>
            <p:spPr>
              <a:xfrm>
                <a:off x="6668743" y="5831311"/>
                <a:ext cx="264854" cy="451390"/>
              </a:xfrm>
              <a:custGeom>
                <a:rect b="b" l="l" r="r" t="t"/>
                <a:pathLst>
                  <a:path extrusionOk="0" h="8167" w="4792">
                    <a:moveTo>
                      <a:pt x="1" y="1"/>
                    </a:moveTo>
                    <a:lnTo>
                      <a:pt x="1" y="8167"/>
                    </a:lnTo>
                    <a:lnTo>
                      <a:pt x="4792" y="8167"/>
                    </a:lnTo>
                    <a:lnTo>
                      <a:pt x="4792" y="1"/>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5"/>
              <p:cNvSpPr/>
              <p:nvPr/>
            </p:nvSpPr>
            <p:spPr>
              <a:xfrm>
                <a:off x="6668743" y="5831311"/>
                <a:ext cx="264854" cy="164649"/>
              </a:xfrm>
              <a:custGeom>
                <a:rect b="b" l="l" r="r" t="t"/>
                <a:pathLst>
                  <a:path extrusionOk="0" h="2979" w="4792">
                    <a:moveTo>
                      <a:pt x="1" y="1"/>
                    </a:moveTo>
                    <a:lnTo>
                      <a:pt x="1" y="2978"/>
                    </a:lnTo>
                    <a:lnTo>
                      <a:pt x="4792" y="2978"/>
                    </a:lnTo>
                    <a:lnTo>
                      <a:pt x="4792" y="1"/>
                    </a:ln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5"/>
              <p:cNvSpPr/>
              <p:nvPr/>
            </p:nvSpPr>
            <p:spPr>
              <a:xfrm>
                <a:off x="1654207" y="5472167"/>
                <a:ext cx="5864644" cy="359200"/>
              </a:xfrm>
              <a:custGeom>
                <a:rect b="b" l="l" r="r" t="t"/>
                <a:pathLst>
                  <a:path extrusionOk="0" h="6499" w="106109">
                    <a:moveTo>
                      <a:pt x="1" y="0"/>
                    </a:moveTo>
                    <a:lnTo>
                      <a:pt x="1" y="6499"/>
                    </a:lnTo>
                    <a:lnTo>
                      <a:pt x="106108" y="6499"/>
                    </a:lnTo>
                    <a:lnTo>
                      <a:pt x="106108" y="0"/>
                    </a:lnTo>
                    <a:close/>
                  </a:path>
                </a:pathLst>
              </a:custGeom>
              <a:solidFill>
                <a:srgbClr val="CECC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5"/>
              <p:cNvSpPr/>
              <p:nvPr/>
            </p:nvSpPr>
            <p:spPr>
              <a:xfrm>
                <a:off x="1654207" y="5472167"/>
                <a:ext cx="5864644" cy="176311"/>
              </a:xfrm>
              <a:custGeom>
                <a:rect b="b" l="l" r="r" t="t"/>
                <a:pathLst>
                  <a:path extrusionOk="0" h="3190" w="106109">
                    <a:moveTo>
                      <a:pt x="1" y="0"/>
                    </a:moveTo>
                    <a:lnTo>
                      <a:pt x="1" y="3190"/>
                    </a:lnTo>
                    <a:lnTo>
                      <a:pt x="106108" y="3190"/>
                    </a:lnTo>
                    <a:lnTo>
                      <a:pt x="106108" y="0"/>
                    </a:lnTo>
                    <a:close/>
                  </a:path>
                </a:pathLst>
              </a:cu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03" name="Google Shape;1303;p35"/>
          <p:cNvGrpSpPr/>
          <p:nvPr/>
        </p:nvGrpSpPr>
        <p:grpSpPr>
          <a:xfrm>
            <a:off x="302027" y="4298865"/>
            <a:ext cx="675314" cy="304797"/>
            <a:chOff x="4763863" y="259761"/>
            <a:chExt cx="766705" cy="346045"/>
          </a:xfrm>
        </p:grpSpPr>
        <p:sp>
          <p:nvSpPr>
            <p:cNvPr id="1304" name="Google Shape;1304;p35"/>
            <p:cNvSpPr/>
            <p:nvPr/>
          </p:nvSpPr>
          <p:spPr>
            <a:xfrm>
              <a:off x="4763863" y="392187"/>
              <a:ext cx="184436" cy="160946"/>
            </a:xfrm>
            <a:custGeom>
              <a:rect b="b" l="l" r="r" t="t"/>
              <a:pathLst>
                <a:path extrusionOk="0" h="2912" w="3337">
                  <a:moveTo>
                    <a:pt x="477" y="0"/>
                  </a:moveTo>
                  <a:cubicBezTo>
                    <a:pt x="279" y="0"/>
                    <a:pt x="147" y="13"/>
                    <a:pt x="94" y="40"/>
                  </a:cubicBezTo>
                  <a:cubicBezTo>
                    <a:pt x="27" y="66"/>
                    <a:pt x="1" y="106"/>
                    <a:pt x="1" y="172"/>
                  </a:cubicBezTo>
                  <a:cubicBezTo>
                    <a:pt x="1" y="238"/>
                    <a:pt x="27" y="291"/>
                    <a:pt x="80" y="304"/>
                  </a:cubicBezTo>
                  <a:cubicBezTo>
                    <a:pt x="147" y="331"/>
                    <a:pt x="239" y="344"/>
                    <a:pt x="358" y="344"/>
                  </a:cubicBezTo>
                  <a:cubicBezTo>
                    <a:pt x="451" y="357"/>
                    <a:pt x="517" y="371"/>
                    <a:pt x="570" y="397"/>
                  </a:cubicBezTo>
                  <a:cubicBezTo>
                    <a:pt x="610" y="424"/>
                    <a:pt x="676" y="477"/>
                    <a:pt x="742" y="569"/>
                  </a:cubicBezTo>
                  <a:lnTo>
                    <a:pt x="1364" y="1456"/>
                  </a:lnTo>
                  <a:lnTo>
                    <a:pt x="1272" y="1575"/>
                  </a:lnTo>
                  <a:lnTo>
                    <a:pt x="1179" y="1707"/>
                  </a:lnTo>
                  <a:lnTo>
                    <a:pt x="1033" y="1906"/>
                  </a:lnTo>
                  <a:cubicBezTo>
                    <a:pt x="967" y="1972"/>
                    <a:pt x="888" y="2091"/>
                    <a:pt x="782" y="2237"/>
                  </a:cubicBezTo>
                  <a:cubicBezTo>
                    <a:pt x="742" y="2276"/>
                    <a:pt x="702" y="2303"/>
                    <a:pt x="663" y="2329"/>
                  </a:cubicBezTo>
                  <a:cubicBezTo>
                    <a:pt x="623" y="2343"/>
                    <a:pt x="570" y="2356"/>
                    <a:pt x="517" y="2369"/>
                  </a:cubicBezTo>
                  <a:cubicBezTo>
                    <a:pt x="424" y="2382"/>
                    <a:pt x="345" y="2396"/>
                    <a:pt x="266" y="2422"/>
                  </a:cubicBezTo>
                  <a:cubicBezTo>
                    <a:pt x="186" y="2435"/>
                    <a:pt x="133" y="2488"/>
                    <a:pt x="133" y="2554"/>
                  </a:cubicBezTo>
                  <a:cubicBezTo>
                    <a:pt x="133" y="2594"/>
                    <a:pt x="147" y="2634"/>
                    <a:pt x="160" y="2647"/>
                  </a:cubicBezTo>
                  <a:cubicBezTo>
                    <a:pt x="186" y="2674"/>
                    <a:pt x="213" y="2687"/>
                    <a:pt x="226" y="2700"/>
                  </a:cubicBezTo>
                  <a:cubicBezTo>
                    <a:pt x="266" y="2713"/>
                    <a:pt x="292" y="2726"/>
                    <a:pt x="319" y="2726"/>
                  </a:cubicBezTo>
                  <a:lnTo>
                    <a:pt x="1099" y="2726"/>
                  </a:lnTo>
                  <a:cubicBezTo>
                    <a:pt x="1139" y="2726"/>
                    <a:pt x="1166" y="2726"/>
                    <a:pt x="1205" y="2740"/>
                  </a:cubicBezTo>
                  <a:lnTo>
                    <a:pt x="1338" y="2740"/>
                  </a:lnTo>
                  <a:cubicBezTo>
                    <a:pt x="1391" y="2740"/>
                    <a:pt x="1444" y="2726"/>
                    <a:pt x="1510" y="2713"/>
                  </a:cubicBezTo>
                  <a:cubicBezTo>
                    <a:pt x="1563" y="2687"/>
                    <a:pt x="1602" y="2647"/>
                    <a:pt x="1602" y="2568"/>
                  </a:cubicBezTo>
                  <a:cubicBezTo>
                    <a:pt x="1602" y="2541"/>
                    <a:pt x="1576" y="2515"/>
                    <a:pt x="1549" y="2475"/>
                  </a:cubicBezTo>
                  <a:cubicBezTo>
                    <a:pt x="1510" y="2435"/>
                    <a:pt x="1430" y="2409"/>
                    <a:pt x="1311" y="2409"/>
                  </a:cubicBezTo>
                  <a:cubicBezTo>
                    <a:pt x="1258" y="2409"/>
                    <a:pt x="1219" y="2409"/>
                    <a:pt x="1205" y="2396"/>
                  </a:cubicBezTo>
                  <a:cubicBezTo>
                    <a:pt x="1205" y="2382"/>
                    <a:pt x="1192" y="2369"/>
                    <a:pt x="1192" y="2356"/>
                  </a:cubicBezTo>
                  <a:cubicBezTo>
                    <a:pt x="1192" y="2329"/>
                    <a:pt x="1205" y="2303"/>
                    <a:pt x="1245" y="2263"/>
                  </a:cubicBezTo>
                  <a:cubicBezTo>
                    <a:pt x="1272" y="2210"/>
                    <a:pt x="1298" y="2184"/>
                    <a:pt x="1324" y="2157"/>
                  </a:cubicBezTo>
                  <a:cubicBezTo>
                    <a:pt x="1364" y="2091"/>
                    <a:pt x="1404" y="2038"/>
                    <a:pt x="1444" y="1985"/>
                  </a:cubicBezTo>
                  <a:cubicBezTo>
                    <a:pt x="1483" y="1932"/>
                    <a:pt x="1536" y="1866"/>
                    <a:pt x="1602" y="1774"/>
                  </a:cubicBezTo>
                  <a:cubicBezTo>
                    <a:pt x="1655" y="1840"/>
                    <a:pt x="1708" y="1919"/>
                    <a:pt x="1761" y="1999"/>
                  </a:cubicBezTo>
                  <a:cubicBezTo>
                    <a:pt x="1827" y="2065"/>
                    <a:pt x="1867" y="2131"/>
                    <a:pt x="1920" y="2197"/>
                  </a:cubicBezTo>
                  <a:cubicBezTo>
                    <a:pt x="1960" y="2263"/>
                    <a:pt x="1999" y="2329"/>
                    <a:pt x="2026" y="2382"/>
                  </a:cubicBezTo>
                  <a:cubicBezTo>
                    <a:pt x="2066" y="2435"/>
                    <a:pt x="2079" y="2462"/>
                    <a:pt x="2079" y="2475"/>
                  </a:cubicBezTo>
                  <a:cubicBezTo>
                    <a:pt x="2079" y="2515"/>
                    <a:pt x="2066" y="2541"/>
                    <a:pt x="2052" y="2554"/>
                  </a:cubicBezTo>
                  <a:lnTo>
                    <a:pt x="1973" y="2568"/>
                  </a:lnTo>
                  <a:cubicBezTo>
                    <a:pt x="1933" y="2581"/>
                    <a:pt x="1907" y="2594"/>
                    <a:pt x="1894" y="2634"/>
                  </a:cubicBezTo>
                  <a:cubicBezTo>
                    <a:pt x="1880" y="2674"/>
                    <a:pt x="1880" y="2700"/>
                    <a:pt x="1880" y="2726"/>
                  </a:cubicBezTo>
                  <a:cubicBezTo>
                    <a:pt x="1880" y="2753"/>
                    <a:pt x="1894" y="2793"/>
                    <a:pt x="1933" y="2832"/>
                  </a:cubicBezTo>
                  <a:cubicBezTo>
                    <a:pt x="1986" y="2885"/>
                    <a:pt x="2052" y="2912"/>
                    <a:pt x="2158" y="2912"/>
                  </a:cubicBezTo>
                  <a:cubicBezTo>
                    <a:pt x="2238" y="2912"/>
                    <a:pt x="2304" y="2899"/>
                    <a:pt x="2357" y="2899"/>
                  </a:cubicBezTo>
                  <a:lnTo>
                    <a:pt x="2807" y="2899"/>
                  </a:lnTo>
                  <a:cubicBezTo>
                    <a:pt x="2873" y="2899"/>
                    <a:pt x="2966" y="2912"/>
                    <a:pt x="3072" y="2912"/>
                  </a:cubicBezTo>
                  <a:cubicBezTo>
                    <a:pt x="3124" y="2912"/>
                    <a:pt x="3191" y="2899"/>
                    <a:pt x="3244" y="2885"/>
                  </a:cubicBezTo>
                  <a:cubicBezTo>
                    <a:pt x="3297" y="2872"/>
                    <a:pt x="3336" y="2819"/>
                    <a:pt x="3336" y="2740"/>
                  </a:cubicBezTo>
                  <a:cubicBezTo>
                    <a:pt x="3336" y="2687"/>
                    <a:pt x="3310" y="2660"/>
                    <a:pt x="3257" y="2634"/>
                  </a:cubicBezTo>
                  <a:cubicBezTo>
                    <a:pt x="3217" y="2607"/>
                    <a:pt x="3151" y="2594"/>
                    <a:pt x="3085" y="2594"/>
                  </a:cubicBezTo>
                  <a:cubicBezTo>
                    <a:pt x="3019" y="2581"/>
                    <a:pt x="2952" y="2581"/>
                    <a:pt x="2899" y="2581"/>
                  </a:cubicBezTo>
                  <a:cubicBezTo>
                    <a:pt x="2847" y="2568"/>
                    <a:pt x="2794" y="2554"/>
                    <a:pt x="2727" y="2541"/>
                  </a:cubicBezTo>
                  <a:cubicBezTo>
                    <a:pt x="2701" y="2528"/>
                    <a:pt x="2674" y="2515"/>
                    <a:pt x="2635" y="2475"/>
                  </a:cubicBezTo>
                  <a:cubicBezTo>
                    <a:pt x="2595" y="2449"/>
                    <a:pt x="2555" y="2396"/>
                    <a:pt x="2489" y="2316"/>
                  </a:cubicBezTo>
                  <a:cubicBezTo>
                    <a:pt x="2423" y="2237"/>
                    <a:pt x="2330" y="2131"/>
                    <a:pt x="2238" y="1999"/>
                  </a:cubicBezTo>
                  <a:cubicBezTo>
                    <a:pt x="2132" y="1853"/>
                    <a:pt x="1999" y="1668"/>
                    <a:pt x="1841" y="1443"/>
                  </a:cubicBezTo>
                  <a:cubicBezTo>
                    <a:pt x="1920" y="1324"/>
                    <a:pt x="1999" y="1218"/>
                    <a:pt x="2066" y="1112"/>
                  </a:cubicBezTo>
                  <a:cubicBezTo>
                    <a:pt x="2145" y="993"/>
                    <a:pt x="2224" y="887"/>
                    <a:pt x="2330" y="768"/>
                  </a:cubicBezTo>
                  <a:cubicBezTo>
                    <a:pt x="2397" y="675"/>
                    <a:pt x="2476" y="622"/>
                    <a:pt x="2542" y="609"/>
                  </a:cubicBezTo>
                  <a:cubicBezTo>
                    <a:pt x="2582" y="582"/>
                    <a:pt x="2661" y="569"/>
                    <a:pt x="2754" y="569"/>
                  </a:cubicBezTo>
                  <a:cubicBezTo>
                    <a:pt x="2860" y="556"/>
                    <a:pt x="2992" y="556"/>
                    <a:pt x="3177" y="556"/>
                  </a:cubicBezTo>
                  <a:cubicBezTo>
                    <a:pt x="3217" y="556"/>
                    <a:pt x="3244" y="543"/>
                    <a:pt x="3270" y="516"/>
                  </a:cubicBezTo>
                  <a:cubicBezTo>
                    <a:pt x="3297" y="477"/>
                    <a:pt x="3310" y="437"/>
                    <a:pt x="3310" y="424"/>
                  </a:cubicBezTo>
                  <a:cubicBezTo>
                    <a:pt x="3310" y="291"/>
                    <a:pt x="3257" y="225"/>
                    <a:pt x="3164" y="225"/>
                  </a:cubicBezTo>
                  <a:lnTo>
                    <a:pt x="2026" y="225"/>
                  </a:lnTo>
                  <a:cubicBezTo>
                    <a:pt x="1947" y="225"/>
                    <a:pt x="1880" y="238"/>
                    <a:pt x="1827" y="265"/>
                  </a:cubicBezTo>
                  <a:cubicBezTo>
                    <a:pt x="1788" y="291"/>
                    <a:pt x="1761" y="331"/>
                    <a:pt x="1761" y="410"/>
                  </a:cubicBezTo>
                  <a:cubicBezTo>
                    <a:pt x="1761" y="450"/>
                    <a:pt x="1774" y="490"/>
                    <a:pt x="1801" y="516"/>
                  </a:cubicBezTo>
                  <a:cubicBezTo>
                    <a:pt x="1841" y="529"/>
                    <a:pt x="1867" y="543"/>
                    <a:pt x="1880" y="556"/>
                  </a:cubicBezTo>
                  <a:cubicBezTo>
                    <a:pt x="1907" y="569"/>
                    <a:pt x="1920" y="582"/>
                    <a:pt x="1920" y="596"/>
                  </a:cubicBezTo>
                  <a:cubicBezTo>
                    <a:pt x="1920" y="609"/>
                    <a:pt x="1907" y="649"/>
                    <a:pt x="1867" y="702"/>
                  </a:cubicBezTo>
                  <a:cubicBezTo>
                    <a:pt x="1841" y="754"/>
                    <a:pt x="1801" y="821"/>
                    <a:pt x="1748" y="900"/>
                  </a:cubicBezTo>
                  <a:lnTo>
                    <a:pt x="1602" y="1125"/>
                  </a:lnTo>
                  <a:cubicBezTo>
                    <a:pt x="1536" y="1032"/>
                    <a:pt x="1470" y="953"/>
                    <a:pt x="1417" y="874"/>
                  </a:cubicBezTo>
                  <a:cubicBezTo>
                    <a:pt x="1364" y="794"/>
                    <a:pt x="1311" y="715"/>
                    <a:pt x="1272" y="662"/>
                  </a:cubicBezTo>
                  <a:cubicBezTo>
                    <a:pt x="1232" y="596"/>
                    <a:pt x="1192" y="543"/>
                    <a:pt x="1166" y="503"/>
                  </a:cubicBezTo>
                  <a:cubicBezTo>
                    <a:pt x="1152" y="463"/>
                    <a:pt x="1139" y="437"/>
                    <a:pt x="1139" y="424"/>
                  </a:cubicBezTo>
                  <a:cubicBezTo>
                    <a:pt x="1139" y="384"/>
                    <a:pt x="1152" y="371"/>
                    <a:pt x="1179" y="371"/>
                  </a:cubicBezTo>
                  <a:cubicBezTo>
                    <a:pt x="1219" y="371"/>
                    <a:pt x="1272" y="357"/>
                    <a:pt x="1324" y="357"/>
                  </a:cubicBezTo>
                  <a:cubicBezTo>
                    <a:pt x="1391" y="357"/>
                    <a:pt x="1444" y="344"/>
                    <a:pt x="1470" y="304"/>
                  </a:cubicBezTo>
                  <a:cubicBezTo>
                    <a:pt x="1510" y="265"/>
                    <a:pt x="1523" y="238"/>
                    <a:pt x="1523" y="199"/>
                  </a:cubicBezTo>
                  <a:cubicBezTo>
                    <a:pt x="1523" y="172"/>
                    <a:pt x="1523" y="146"/>
                    <a:pt x="1523" y="132"/>
                  </a:cubicBezTo>
                  <a:cubicBezTo>
                    <a:pt x="1523" y="106"/>
                    <a:pt x="1510" y="79"/>
                    <a:pt x="1483" y="66"/>
                  </a:cubicBezTo>
                  <a:cubicBezTo>
                    <a:pt x="1457" y="40"/>
                    <a:pt x="1430" y="27"/>
                    <a:pt x="1377" y="13"/>
                  </a:cubicBezTo>
                  <a:cubicBezTo>
                    <a:pt x="1338" y="0"/>
                    <a:pt x="1272" y="0"/>
                    <a:pt x="1179"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5"/>
            <p:cNvSpPr/>
            <p:nvPr/>
          </p:nvSpPr>
          <p:spPr>
            <a:xfrm>
              <a:off x="4962835" y="259761"/>
              <a:ext cx="166860" cy="289725"/>
            </a:xfrm>
            <a:custGeom>
              <a:rect b="b" l="l" r="r" t="t"/>
              <a:pathLst>
                <a:path extrusionOk="0" h="5242" w="3019">
                  <a:moveTo>
                    <a:pt x="2873" y="0"/>
                  </a:moveTo>
                  <a:cubicBezTo>
                    <a:pt x="2767" y="0"/>
                    <a:pt x="2688" y="27"/>
                    <a:pt x="2635" y="80"/>
                  </a:cubicBezTo>
                  <a:cubicBezTo>
                    <a:pt x="2595" y="133"/>
                    <a:pt x="2529" y="225"/>
                    <a:pt x="2476" y="358"/>
                  </a:cubicBezTo>
                  <a:cubicBezTo>
                    <a:pt x="2383" y="530"/>
                    <a:pt x="2317" y="675"/>
                    <a:pt x="2264" y="781"/>
                  </a:cubicBezTo>
                  <a:lnTo>
                    <a:pt x="2119" y="1073"/>
                  </a:lnTo>
                  <a:cubicBezTo>
                    <a:pt x="2079" y="1152"/>
                    <a:pt x="2052" y="1231"/>
                    <a:pt x="2013" y="1298"/>
                  </a:cubicBezTo>
                  <a:cubicBezTo>
                    <a:pt x="1973" y="1377"/>
                    <a:pt x="1933" y="1456"/>
                    <a:pt x="1880" y="1562"/>
                  </a:cubicBezTo>
                  <a:cubicBezTo>
                    <a:pt x="1827" y="1668"/>
                    <a:pt x="1761" y="1787"/>
                    <a:pt x="1682" y="1946"/>
                  </a:cubicBezTo>
                  <a:cubicBezTo>
                    <a:pt x="1589" y="2092"/>
                    <a:pt x="1483" y="2277"/>
                    <a:pt x="1364" y="2515"/>
                  </a:cubicBezTo>
                  <a:cubicBezTo>
                    <a:pt x="1258" y="2700"/>
                    <a:pt x="1179" y="2846"/>
                    <a:pt x="1126" y="2952"/>
                  </a:cubicBezTo>
                  <a:cubicBezTo>
                    <a:pt x="1060" y="3058"/>
                    <a:pt x="1007" y="3150"/>
                    <a:pt x="967" y="3217"/>
                  </a:cubicBezTo>
                  <a:cubicBezTo>
                    <a:pt x="941" y="3283"/>
                    <a:pt x="901" y="3323"/>
                    <a:pt x="874" y="3362"/>
                  </a:cubicBezTo>
                  <a:cubicBezTo>
                    <a:pt x="861" y="3402"/>
                    <a:pt x="835" y="3442"/>
                    <a:pt x="808" y="3481"/>
                  </a:cubicBezTo>
                  <a:cubicBezTo>
                    <a:pt x="782" y="3521"/>
                    <a:pt x="755" y="3574"/>
                    <a:pt x="716" y="3640"/>
                  </a:cubicBezTo>
                  <a:cubicBezTo>
                    <a:pt x="689" y="3693"/>
                    <a:pt x="636" y="3786"/>
                    <a:pt x="583" y="3892"/>
                  </a:cubicBezTo>
                  <a:cubicBezTo>
                    <a:pt x="530" y="4011"/>
                    <a:pt x="451" y="4156"/>
                    <a:pt x="358" y="4328"/>
                  </a:cubicBezTo>
                  <a:cubicBezTo>
                    <a:pt x="266" y="4514"/>
                    <a:pt x="160" y="4739"/>
                    <a:pt x="14" y="5017"/>
                  </a:cubicBezTo>
                  <a:cubicBezTo>
                    <a:pt x="1" y="5030"/>
                    <a:pt x="1" y="5043"/>
                    <a:pt x="1" y="5070"/>
                  </a:cubicBezTo>
                  <a:cubicBezTo>
                    <a:pt x="1" y="5122"/>
                    <a:pt x="27" y="5162"/>
                    <a:pt x="54" y="5189"/>
                  </a:cubicBezTo>
                  <a:cubicBezTo>
                    <a:pt x="94" y="5228"/>
                    <a:pt x="133" y="5242"/>
                    <a:pt x="173" y="5242"/>
                  </a:cubicBezTo>
                  <a:cubicBezTo>
                    <a:pt x="239" y="5242"/>
                    <a:pt x="279" y="5228"/>
                    <a:pt x="332" y="5202"/>
                  </a:cubicBezTo>
                  <a:cubicBezTo>
                    <a:pt x="385" y="5175"/>
                    <a:pt x="411" y="5149"/>
                    <a:pt x="438" y="5096"/>
                  </a:cubicBezTo>
                  <a:lnTo>
                    <a:pt x="2939" y="384"/>
                  </a:lnTo>
                  <a:cubicBezTo>
                    <a:pt x="2952" y="358"/>
                    <a:pt x="2966" y="318"/>
                    <a:pt x="2992" y="265"/>
                  </a:cubicBezTo>
                  <a:cubicBezTo>
                    <a:pt x="3005" y="225"/>
                    <a:pt x="3019" y="186"/>
                    <a:pt x="3019" y="146"/>
                  </a:cubicBezTo>
                  <a:cubicBezTo>
                    <a:pt x="3019" y="120"/>
                    <a:pt x="3019" y="93"/>
                    <a:pt x="2992" y="53"/>
                  </a:cubicBezTo>
                  <a:cubicBezTo>
                    <a:pt x="2979" y="14"/>
                    <a:pt x="2939" y="0"/>
                    <a:pt x="2873"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5"/>
            <p:cNvSpPr/>
            <p:nvPr/>
          </p:nvSpPr>
          <p:spPr>
            <a:xfrm>
              <a:off x="5141357" y="259761"/>
              <a:ext cx="177085" cy="287515"/>
            </a:xfrm>
            <a:custGeom>
              <a:rect b="b" l="l" r="r" t="t"/>
              <a:pathLst>
                <a:path extrusionOk="0" h="5202" w="3204">
                  <a:moveTo>
                    <a:pt x="1668" y="0"/>
                  </a:moveTo>
                  <a:cubicBezTo>
                    <a:pt x="1417" y="0"/>
                    <a:pt x="1192" y="53"/>
                    <a:pt x="993" y="159"/>
                  </a:cubicBezTo>
                  <a:cubicBezTo>
                    <a:pt x="808" y="252"/>
                    <a:pt x="636" y="371"/>
                    <a:pt x="503" y="517"/>
                  </a:cubicBezTo>
                  <a:cubicBezTo>
                    <a:pt x="371" y="662"/>
                    <a:pt x="278" y="808"/>
                    <a:pt x="199" y="953"/>
                  </a:cubicBezTo>
                  <a:cubicBezTo>
                    <a:pt x="133" y="1099"/>
                    <a:pt x="106" y="1231"/>
                    <a:pt x="106" y="1324"/>
                  </a:cubicBezTo>
                  <a:cubicBezTo>
                    <a:pt x="106" y="1337"/>
                    <a:pt x="106" y="1377"/>
                    <a:pt x="106" y="1417"/>
                  </a:cubicBezTo>
                  <a:cubicBezTo>
                    <a:pt x="119" y="1456"/>
                    <a:pt x="133" y="1496"/>
                    <a:pt x="146" y="1549"/>
                  </a:cubicBezTo>
                  <a:cubicBezTo>
                    <a:pt x="159" y="1589"/>
                    <a:pt x="199" y="1615"/>
                    <a:pt x="225" y="1655"/>
                  </a:cubicBezTo>
                  <a:cubicBezTo>
                    <a:pt x="265" y="1681"/>
                    <a:pt x="318" y="1708"/>
                    <a:pt x="384" y="1708"/>
                  </a:cubicBezTo>
                  <a:cubicBezTo>
                    <a:pt x="503" y="1708"/>
                    <a:pt x="583" y="1681"/>
                    <a:pt x="649" y="1628"/>
                  </a:cubicBezTo>
                  <a:cubicBezTo>
                    <a:pt x="702" y="1575"/>
                    <a:pt x="742" y="1496"/>
                    <a:pt x="742" y="1417"/>
                  </a:cubicBezTo>
                  <a:cubicBezTo>
                    <a:pt x="742" y="1377"/>
                    <a:pt x="728" y="1350"/>
                    <a:pt x="715" y="1324"/>
                  </a:cubicBezTo>
                  <a:cubicBezTo>
                    <a:pt x="702" y="1298"/>
                    <a:pt x="689" y="1271"/>
                    <a:pt x="662" y="1245"/>
                  </a:cubicBezTo>
                  <a:lnTo>
                    <a:pt x="609" y="1178"/>
                  </a:lnTo>
                  <a:cubicBezTo>
                    <a:pt x="596" y="1165"/>
                    <a:pt x="596" y="1139"/>
                    <a:pt x="596" y="1099"/>
                  </a:cubicBezTo>
                  <a:cubicBezTo>
                    <a:pt x="596" y="1073"/>
                    <a:pt x="622" y="1020"/>
                    <a:pt x="662" y="940"/>
                  </a:cubicBezTo>
                  <a:cubicBezTo>
                    <a:pt x="715" y="861"/>
                    <a:pt x="781" y="768"/>
                    <a:pt x="861" y="689"/>
                  </a:cubicBezTo>
                  <a:cubicBezTo>
                    <a:pt x="953" y="609"/>
                    <a:pt x="1059" y="530"/>
                    <a:pt x="1178" y="477"/>
                  </a:cubicBezTo>
                  <a:cubicBezTo>
                    <a:pt x="1297" y="411"/>
                    <a:pt x="1443" y="371"/>
                    <a:pt x="1602" y="371"/>
                  </a:cubicBezTo>
                  <a:cubicBezTo>
                    <a:pt x="1761" y="371"/>
                    <a:pt x="1893" y="411"/>
                    <a:pt x="2012" y="464"/>
                  </a:cubicBezTo>
                  <a:cubicBezTo>
                    <a:pt x="2118" y="517"/>
                    <a:pt x="2211" y="583"/>
                    <a:pt x="2277" y="675"/>
                  </a:cubicBezTo>
                  <a:cubicBezTo>
                    <a:pt x="2343" y="755"/>
                    <a:pt x="2396" y="848"/>
                    <a:pt x="2422" y="953"/>
                  </a:cubicBezTo>
                  <a:cubicBezTo>
                    <a:pt x="2462" y="1059"/>
                    <a:pt x="2475" y="1152"/>
                    <a:pt x="2475" y="1258"/>
                  </a:cubicBezTo>
                  <a:cubicBezTo>
                    <a:pt x="2475" y="1456"/>
                    <a:pt x="2436" y="1668"/>
                    <a:pt x="2356" y="1906"/>
                  </a:cubicBezTo>
                  <a:cubicBezTo>
                    <a:pt x="2290" y="2131"/>
                    <a:pt x="2184" y="2356"/>
                    <a:pt x="2052" y="2595"/>
                  </a:cubicBezTo>
                  <a:cubicBezTo>
                    <a:pt x="1933" y="2820"/>
                    <a:pt x="1787" y="3058"/>
                    <a:pt x="1628" y="3283"/>
                  </a:cubicBezTo>
                  <a:cubicBezTo>
                    <a:pt x="1469" y="3508"/>
                    <a:pt x="1297" y="3720"/>
                    <a:pt x="1112" y="3931"/>
                  </a:cubicBezTo>
                  <a:cubicBezTo>
                    <a:pt x="940" y="4117"/>
                    <a:pt x="768" y="4302"/>
                    <a:pt x="596" y="4474"/>
                  </a:cubicBezTo>
                  <a:cubicBezTo>
                    <a:pt x="424" y="4633"/>
                    <a:pt x="265" y="4778"/>
                    <a:pt x="119" y="4884"/>
                  </a:cubicBezTo>
                  <a:cubicBezTo>
                    <a:pt x="93" y="4911"/>
                    <a:pt x="67" y="4937"/>
                    <a:pt x="27" y="4964"/>
                  </a:cubicBezTo>
                  <a:cubicBezTo>
                    <a:pt x="14" y="4977"/>
                    <a:pt x="0" y="5003"/>
                    <a:pt x="0" y="5043"/>
                  </a:cubicBezTo>
                  <a:cubicBezTo>
                    <a:pt x="0" y="5070"/>
                    <a:pt x="14" y="5109"/>
                    <a:pt x="27" y="5136"/>
                  </a:cubicBezTo>
                  <a:cubicBezTo>
                    <a:pt x="67" y="5175"/>
                    <a:pt x="106" y="5202"/>
                    <a:pt x="172" y="5202"/>
                  </a:cubicBezTo>
                  <a:cubicBezTo>
                    <a:pt x="225" y="5202"/>
                    <a:pt x="292" y="5189"/>
                    <a:pt x="331" y="5162"/>
                  </a:cubicBezTo>
                  <a:cubicBezTo>
                    <a:pt x="384" y="5149"/>
                    <a:pt x="411" y="5136"/>
                    <a:pt x="437" y="5109"/>
                  </a:cubicBezTo>
                  <a:lnTo>
                    <a:pt x="1112" y="5109"/>
                  </a:lnTo>
                  <a:cubicBezTo>
                    <a:pt x="1244" y="5109"/>
                    <a:pt x="1377" y="5109"/>
                    <a:pt x="1509" y="5122"/>
                  </a:cubicBezTo>
                  <a:lnTo>
                    <a:pt x="1880" y="5122"/>
                  </a:lnTo>
                  <a:cubicBezTo>
                    <a:pt x="2012" y="5122"/>
                    <a:pt x="2131" y="5122"/>
                    <a:pt x="2264" y="5136"/>
                  </a:cubicBezTo>
                  <a:lnTo>
                    <a:pt x="2674" y="5136"/>
                  </a:lnTo>
                  <a:cubicBezTo>
                    <a:pt x="2687" y="5136"/>
                    <a:pt x="2714" y="5122"/>
                    <a:pt x="2753" y="5096"/>
                  </a:cubicBezTo>
                  <a:cubicBezTo>
                    <a:pt x="2793" y="5083"/>
                    <a:pt x="2833" y="5043"/>
                    <a:pt x="2859" y="4990"/>
                  </a:cubicBezTo>
                  <a:cubicBezTo>
                    <a:pt x="2965" y="4792"/>
                    <a:pt x="3058" y="4646"/>
                    <a:pt x="3111" y="4553"/>
                  </a:cubicBezTo>
                  <a:cubicBezTo>
                    <a:pt x="3177" y="4461"/>
                    <a:pt x="3203" y="4395"/>
                    <a:pt x="3203" y="4355"/>
                  </a:cubicBezTo>
                  <a:cubicBezTo>
                    <a:pt x="3203" y="4302"/>
                    <a:pt x="3190" y="4275"/>
                    <a:pt x="3137" y="4249"/>
                  </a:cubicBezTo>
                  <a:cubicBezTo>
                    <a:pt x="3111" y="4236"/>
                    <a:pt x="3071" y="4222"/>
                    <a:pt x="3018" y="4222"/>
                  </a:cubicBezTo>
                  <a:cubicBezTo>
                    <a:pt x="2965" y="4222"/>
                    <a:pt x="2925" y="4236"/>
                    <a:pt x="2886" y="4275"/>
                  </a:cubicBezTo>
                  <a:cubicBezTo>
                    <a:pt x="2859" y="4302"/>
                    <a:pt x="2833" y="4328"/>
                    <a:pt x="2819" y="4368"/>
                  </a:cubicBezTo>
                  <a:lnTo>
                    <a:pt x="2647" y="4620"/>
                  </a:lnTo>
                  <a:cubicBezTo>
                    <a:pt x="2621" y="4672"/>
                    <a:pt x="2594" y="4699"/>
                    <a:pt x="2568" y="4712"/>
                  </a:cubicBezTo>
                  <a:cubicBezTo>
                    <a:pt x="2542" y="4725"/>
                    <a:pt x="2515" y="4739"/>
                    <a:pt x="2489" y="4739"/>
                  </a:cubicBezTo>
                  <a:lnTo>
                    <a:pt x="1800" y="4739"/>
                  </a:lnTo>
                  <a:cubicBezTo>
                    <a:pt x="1628" y="4725"/>
                    <a:pt x="1456" y="4725"/>
                    <a:pt x="1271" y="4725"/>
                  </a:cubicBezTo>
                  <a:cubicBezTo>
                    <a:pt x="1099" y="4725"/>
                    <a:pt x="940" y="4712"/>
                    <a:pt x="821" y="4712"/>
                  </a:cubicBezTo>
                  <a:cubicBezTo>
                    <a:pt x="940" y="4593"/>
                    <a:pt x="1072" y="4461"/>
                    <a:pt x="1218" y="4302"/>
                  </a:cubicBezTo>
                  <a:cubicBezTo>
                    <a:pt x="1377" y="4143"/>
                    <a:pt x="1536" y="3971"/>
                    <a:pt x="1681" y="3786"/>
                  </a:cubicBezTo>
                  <a:cubicBezTo>
                    <a:pt x="1840" y="3600"/>
                    <a:pt x="1999" y="3402"/>
                    <a:pt x="2144" y="3203"/>
                  </a:cubicBezTo>
                  <a:cubicBezTo>
                    <a:pt x="2290" y="2992"/>
                    <a:pt x="2436" y="2780"/>
                    <a:pt x="2542" y="2555"/>
                  </a:cubicBezTo>
                  <a:cubicBezTo>
                    <a:pt x="2661" y="2343"/>
                    <a:pt x="2753" y="2131"/>
                    <a:pt x="2833" y="1906"/>
                  </a:cubicBezTo>
                  <a:cubicBezTo>
                    <a:pt x="2899" y="1681"/>
                    <a:pt x="2939" y="1470"/>
                    <a:pt x="2939" y="1271"/>
                  </a:cubicBezTo>
                  <a:cubicBezTo>
                    <a:pt x="2939" y="1086"/>
                    <a:pt x="2912" y="927"/>
                    <a:pt x="2872" y="781"/>
                  </a:cubicBezTo>
                  <a:cubicBezTo>
                    <a:pt x="2833" y="623"/>
                    <a:pt x="2753" y="490"/>
                    <a:pt x="2647" y="371"/>
                  </a:cubicBezTo>
                  <a:cubicBezTo>
                    <a:pt x="2542" y="265"/>
                    <a:pt x="2409" y="173"/>
                    <a:pt x="2250" y="106"/>
                  </a:cubicBezTo>
                  <a:cubicBezTo>
                    <a:pt x="2092" y="40"/>
                    <a:pt x="1893" y="0"/>
                    <a:pt x="1668" y="0"/>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5"/>
            <p:cNvSpPr/>
            <p:nvPr/>
          </p:nvSpPr>
          <p:spPr>
            <a:xfrm>
              <a:off x="5320598" y="397272"/>
              <a:ext cx="209971" cy="208534"/>
            </a:xfrm>
            <a:custGeom>
              <a:rect b="b" l="l" r="r" t="t"/>
              <a:pathLst>
                <a:path extrusionOk="0" h="3773" w="3799">
                  <a:moveTo>
                    <a:pt x="384" y="1"/>
                  </a:moveTo>
                  <a:cubicBezTo>
                    <a:pt x="278" y="1"/>
                    <a:pt x="199" y="14"/>
                    <a:pt x="119" y="54"/>
                  </a:cubicBezTo>
                  <a:cubicBezTo>
                    <a:pt x="40" y="80"/>
                    <a:pt x="0" y="133"/>
                    <a:pt x="0" y="199"/>
                  </a:cubicBezTo>
                  <a:cubicBezTo>
                    <a:pt x="0" y="279"/>
                    <a:pt x="53" y="318"/>
                    <a:pt x="132" y="332"/>
                  </a:cubicBezTo>
                  <a:cubicBezTo>
                    <a:pt x="212" y="345"/>
                    <a:pt x="331" y="358"/>
                    <a:pt x="490" y="358"/>
                  </a:cubicBezTo>
                  <a:lnTo>
                    <a:pt x="609" y="358"/>
                  </a:lnTo>
                  <a:cubicBezTo>
                    <a:pt x="649" y="371"/>
                    <a:pt x="675" y="371"/>
                    <a:pt x="701" y="385"/>
                  </a:cubicBezTo>
                  <a:cubicBezTo>
                    <a:pt x="728" y="398"/>
                    <a:pt x="741" y="411"/>
                    <a:pt x="754" y="437"/>
                  </a:cubicBezTo>
                  <a:cubicBezTo>
                    <a:pt x="781" y="464"/>
                    <a:pt x="794" y="490"/>
                    <a:pt x="821" y="530"/>
                  </a:cubicBezTo>
                  <a:lnTo>
                    <a:pt x="2025" y="2714"/>
                  </a:lnTo>
                  <a:cubicBezTo>
                    <a:pt x="1972" y="2833"/>
                    <a:pt x="1919" y="2939"/>
                    <a:pt x="1866" y="3032"/>
                  </a:cubicBezTo>
                  <a:cubicBezTo>
                    <a:pt x="1813" y="3124"/>
                    <a:pt x="1760" y="3190"/>
                    <a:pt x="1694" y="3257"/>
                  </a:cubicBezTo>
                  <a:cubicBezTo>
                    <a:pt x="1641" y="3296"/>
                    <a:pt x="1575" y="3349"/>
                    <a:pt x="1509" y="3376"/>
                  </a:cubicBezTo>
                  <a:cubicBezTo>
                    <a:pt x="1429" y="3415"/>
                    <a:pt x="1363" y="3429"/>
                    <a:pt x="1297" y="3429"/>
                  </a:cubicBezTo>
                  <a:cubicBezTo>
                    <a:pt x="1178" y="3429"/>
                    <a:pt x="1072" y="3402"/>
                    <a:pt x="993" y="3349"/>
                  </a:cubicBezTo>
                  <a:cubicBezTo>
                    <a:pt x="926" y="3296"/>
                    <a:pt x="887" y="3230"/>
                    <a:pt x="887" y="3164"/>
                  </a:cubicBezTo>
                  <a:cubicBezTo>
                    <a:pt x="887" y="3137"/>
                    <a:pt x="900" y="3098"/>
                    <a:pt x="913" y="3071"/>
                  </a:cubicBezTo>
                  <a:cubicBezTo>
                    <a:pt x="940" y="3045"/>
                    <a:pt x="966" y="3018"/>
                    <a:pt x="993" y="3018"/>
                  </a:cubicBezTo>
                  <a:cubicBezTo>
                    <a:pt x="1019" y="3018"/>
                    <a:pt x="1046" y="3018"/>
                    <a:pt x="1072" y="3005"/>
                  </a:cubicBezTo>
                  <a:cubicBezTo>
                    <a:pt x="1099" y="3005"/>
                    <a:pt x="1125" y="2992"/>
                    <a:pt x="1151" y="2979"/>
                  </a:cubicBezTo>
                  <a:cubicBezTo>
                    <a:pt x="1178" y="2965"/>
                    <a:pt x="1204" y="2939"/>
                    <a:pt x="1218" y="2912"/>
                  </a:cubicBezTo>
                  <a:cubicBezTo>
                    <a:pt x="1231" y="2899"/>
                    <a:pt x="1244" y="2859"/>
                    <a:pt x="1244" y="2820"/>
                  </a:cubicBezTo>
                  <a:cubicBezTo>
                    <a:pt x="1244" y="2754"/>
                    <a:pt x="1218" y="2701"/>
                    <a:pt x="1165" y="2674"/>
                  </a:cubicBezTo>
                  <a:cubicBezTo>
                    <a:pt x="1125" y="2648"/>
                    <a:pt x="1072" y="2634"/>
                    <a:pt x="1019" y="2634"/>
                  </a:cubicBezTo>
                  <a:cubicBezTo>
                    <a:pt x="966" y="2634"/>
                    <a:pt x="913" y="2634"/>
                    <a:pt x="847" y="2661"/>
                  </a:cubicBezTo>
                  <a:cubicBezTo>
                    <a:pt x="794" y="2687"/>
                    <a:pt x="754" y="2714"/>
                    <a:pt x="701" y="2754"/>
                  </a:cubicBezTo>
                  <a:cubicBezTo>
                    <a:pt x="662" y="2807"/>
                    <a:pt x="622" y="2859"/>
                    <a:pt x="596" y="2926"/>
                  </a:cubicBezTo>
                  <a:cubicBezTo>
                    <a:pt x="569" y="2992"/>
                    <a:pt x="556" y="3071"/>
                    <a:pt x="556" y="3164"/>
                  </a:cubicBezTo>
                  <a:cubicBezTo>
                    <a:pt x="556" y="3257"/>
                    <a:pt x="582" y="3349"/>
                    <a:pt x="622" y="3415"/>
                  </a:cubicBezTo>
                  <a:cubicBezTo>
                    <a:pt x="649" y="3495"/>
                    <a:pt x="701" y="3561"/>
                    <a:pt x="768" y="3614"/>
                  </a:cubicBezTo>
                  <a:cubicBezTo>
                    <a:pt x="821" y="3667"/>
                    <a:pt x="900" y="3707"/>
                    <a:pt x="979" y="3733"/>
                  </a:cubicBezTo>
                  <a:cubicBezTo>
                    <a:pt x="1059" y="3759"/>
                    <a:pt x="1138" y="3773"/>
                    <a:pt x="1231" y="3773"/>
                  </a:cubicBezTo>
                  <a:cubicBezTo>
                    <a:pt x="1390" y="3773"/>
                    <a:pt x="1535" y="3733"/>
                    <a:pt x="1668" y="3667"/>
                  </a:cubicBezTo>
                  <a:cubicBezTo>
                    <a:pt x="1800" y="3614"/>
                    <a:pt x="1932" y="3508"/>
                    <a:pt x="2051" y="3376"/>
                  </a:cubicBezTo>
                  <a:cubicBezTo>
                    <a:pt x="2144" y="3257"/>
                    <a:pt x="2237" y="3111"/>
                    <a:pt x="2303" y="2952"/>
                  </a:cubicBezTo>
                  <a:cubicBezTo>
                    <a:pt x="2382" y="2780"/>
                    <a:pt x="2462" y="2595"/>
                    <a:pt x="2541" y="2370"/>
                  </a:cubicBezTo>
                  <a:lnTo>
                    <a:pt x="3176" y="596"/>
                  </a:lnTo>
                  <a:cubicBezTo>
                    <a:pt x="3203" y="530"/>
                    <a:pt x="3229" y="490"/>
                    <a:pt x="3256" y="477"/>
                  </a:cubicBezTo>
                  <a:cubicBezTo>
                    <a:pt x="3296" y="464"/>
                    <a:pt x="3362" y="451"/>
                    <a:pt x="3454" y="451"/>
                  </a:cubicBezTo>
                  <a:cubicBezTo>
                    <a:pt x="3534" y="451"/>
                    <a:pt x="3613" y="437"/>
                    <a:pt x="3679" y="411"/>
                  </a:cubicBezTo>
                  <a:cubicBezTo>
                    <a:pt x="3759" y="398"/>
                    <a:pt x="3799" y="345"/>
                    <a:pt x="3799" y="279"/>
                  </a:cubicBezTo>
                  <a:cubicBezTo>
                    <a:pt x="3799" y="212"/>
                    <a:pt x="3759" y="160"/>
                    <a:pt x="3693" y="146"/>
                  </a:cubicBezTo>
                  <a:cubicBezTo>
                    <a:pt x="3626" y="120"/>
                    <a:pt x="3547" y="107"/>
                    <a:pt x="3454" y="107"/>
                  </a:cubicBezTo>
                  <a:lnTo>
                    <a:pt x="2422" y="107"/>
                  </a:lnTo>
                  <a:cubicBezTo>
                    <a:pt x="2329" y="107"/>
                    <a:pt x="2263" y="120"/>
                    <a:pt x="2237" y="146"/>
                  </a:cubicBezTo>
                  <a:cubicBezTo>
                    <a:pt x="2210" y="160"/>
                    <a:pt x="2197" y="212"/>
                    <a:pt x="2197" y="279"/>
                  </a:cubicBezTo>
                  <a:cubicBezTo>
                    <a:pt x="2197" y="318"/>
                    <a:pt x="2224" y="358"/>
                    <a:pt x="2263" y="398"/>
                  </a:cubicBezTo>
                  <a:cubicBezTo>
                    <a:pt x="2303" y="437"/>
                    <a:pt x="2382" y="451"/>
                    <a:pt x="2475" y="451"/>
                  </a:cubicBezTo>
                  <a:cubicBezTo>
                    <a:pt x="2568" y="451"/>
                    <a:pt x="2634" y="464"/>
                    <a:pt x="2660" y="477"/>
                  </a:cubicBezTo>
                  <a:cubicBezTo>
                    <a:pt x="2687" y="504"/>
                    <a:pt x="2700" y="517"/>
                    <a:pt x="2700" y="557"/>
                  </a:cubicBezTo>
                  <a:cubicBezTo>
                    <a:pt x="2700" y="623"/>
                    <a:pt x="2687" y="689"/>
                    <a:pt x="2647" y="795"/>
                  </a:cubicBezTo>
                  <a:lnTo>
                    <a:pt x="2197" y="2224"/>
                  </a:lnTo>
                  <a:lnTo>
                    <a:pt x="1337" y="623"/>
                  </a:lnTo>
                  <a:cubicBezTo>
                    <a:pt x="1324" y="583"/>
                    <a:pt x="1310" y="543"/>
                    <a:pt x="1297" y="504"/>
                  </a:cubicBezTo>
                  <a:cubicBezTo>
                    <a:pt x="1284" y="464"/>
                    <a:pt x="1284" y="437"/>
                    <a:pt x="1284" y="424"/>
                  </a:cubicBezTo>
                  <a:cubicBezTo>
                    <a:pt x="1284" y="385"/>
                    <a:pt x="1284" y="358"/>
                    <a:pt x="1297" y="358"/>
                  </a:cubicBezTo>
                  <a:cubicBezTo>
                    <a:pt x="1324" y="345"/>
                    <a:pt x="1337" y="345"/>
                    <a:pt x="1363" y="345"/>
                  </a:cubicBezTo>
                  <a:cubicBezTo>
                    <a:pt x="1443" y="345"/>
                    <a:pt x="1496" y="332"/>
                    <a:pt x="1522" y="292"/>
                  </a:cubicBezTo>
                  <a:cubicBezTo>
                    <a:pt x="1549" y="252"/>
                    <a:pt x="1562" y="212"/>
                    <a:pt x="1562" y="160"/>
                  </a:cubicBezTo>
                  <a:cubicBezTo>
                    <a:pt x="1562" y="120"/>
                    <a:pt x="1549" y="80"/>
                    <a:pt x="1522" y="54"/>
                  </a:cubicBezTo>
                  <a:cubicBezTo>
                    <a:pt x="1496" y="14"/>
                    <a:pt x="1416" y="1"/>
                    <a:pt x="1310" y="1"/>
                  </a:cubicBezTo>
                  <a:close/>
                </a:path>
              </a:pathLst>
            </a:custGeom>
            <a:solidFill>
              <a:srgbClr val="3F79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8" name="Google Shape;1308;p35"/>
          <p:cNvSpPr/>
          <p:nvPr/>
        </p:nvSpPr>
        <p:spPr>
          <a:xfrm>
            <a:off x="832580" y="3630902"/>
            <a:ext cx="84950" cy="18350"/>
          </a:xfrm>
          <a:custGeom>
            <a:rect b="b" l="l" r="r" t="t"/>
            <a:pathLst>
              <a:path extrusionOk="0" h="332" w="1537">
                <a:moveTo>
                  <a:pt x="1" y="1"/>
                </a:moveTo>
                <a:lnTo>
                  <a:pt x="1" y="332"/>
                </a:lnTo>
                <a:lnTo>
                  <a:pt x="1536" y="332"/>
                </a:lnTo>
                <a:lnTo>
                  <a:pt x="15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5"/>
          <p:cNvSpPr txBox="1"/>
          <p:nvPr/>
        </p:nvSpPr>
        <p:spPr>
          <a:xfrm>
            <a:off x="4307775" y="2378000"/>
            <a:ext cx="3000000" cy="175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rgbClr val="D2D2D2"/>
                </a:solidFill>
              </a:rPr>
              <a:t>En mathématiques, l’écart type est une mesure de la dispersion des valeurs d'un échantillon statistique ou d'une distribution de probabilité.</a:t>
            </a:r>
            <a:endParaRPr b="1" sz="1700">
              <a:solidFill>
                <a:srgbClr val="D2D2D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36"/>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Interpretation</a:t>
            </a:r>
            <a:endParaRPr/>
          </a:p>
        </p:txBody>
      </p:sp>
      <p:sp>
        <p:nvSpPr>
          <p:cNvPr id="1315" name="Google Shape;1315;p36"/>
          <p:cNvSpPr txBox="1"/>
          <p:nvPr/>
        </p:nvSpPr>
        <p:spPr>
          <a:xfrm>
            <a:off x="2048774" y="-97975"/>
            <a:ext cx="5632200" cy="405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accent1"/>
                </a:solidFill>
                <a:latin typeface="Life Savers"/>
                <a:ea typeface="Life Savers"/>
                <a:cs typeface="Life Savers"/>
                <a:sym typeface="Life Savers"/>
              </a:rPr>
              <a:t>Une valeur d'écart type élevée indique que les données sont dispersées. L'écart type peut également servir à établir une référence pour estimer la variation globale d'un procédé.</a:t>
            </a:r>
            <a:endParaRPr b="1" sz="2200">
              <a:solidFill>
                <a:schemeClr val="accent1"/>
              </a:solidFill>
              <a:latin typeface="Life Savers"/>
              <a:ea typeface="Life Savers"/>
              <a:cs typeface="Life Savers"/>
              <a:sym typeface="Life Savers"/>
            </a:endParaRPr>
          </a:p>
        </p:txBody>
      </p:sp>
      <p:sp>
        <p:nvSpPr>
          <p:cNvPr id="1316" name="Google Shape;1316;p36"/>
          <p:cNvSpPr txBox="1"/>
          <p:nvPr/>
        </p:nvSpPr>
        <p:spPr>
          <a:xfrm>
            <a:off x="2302050" y="2856650"/>
            <a:ext cx="4431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rgbClr val="D2D2D2"/>
              </a:solidFill>
            </a:endParaRPr>
          </a:p>
          <a:p>
            <a:pPr indent="0" lvl="0" marL="0" rtl="0" algn="l">
              <a:spcBef>
                <a:spcPts val="0"/>
              </a:spcBef>
              <a:spcAft>
                <a:spcPts val="0"/>
              </a:spcAft>
              <a:buNone/>
            </a:pPr>
            <a:r>
              <a:rPr b="1" lang="en" sz="1800">
                <a:solidFill>
                  <a:srgbClr val="D2D2D2"/>
                </a:solidFill>
              </a:rPr>
              <a:t>L'écart-type sert à mesurer la dispersion, ou l'étalement, d'un ensemble de valeurs autour de leur moyenne. Plus l'écart-type est faible, plus la population est homogène.</a:t>
            </a:r>
            <a:endParaRPr b="1" sz="1800">
              <a:solidFill>
                <a:srgbClr val="D2D2D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7485A"/>
        </a:solidFill>
      </p:bgPr>
    </p:bg>
    <p:spTree>
      <p:nvGrpSpPr>
        <p:cNvPr id="1320" name="Shape 1320"/>
        <p:cNvGrpSpPr/>
        <p:nvPr/>
      </p:nvGrpSpPr>
      <p:grpSpPr>
        <a:xfrm>
          <a:off x="0" y="0"/>
          <a:ext cx="0" cy="0"/>
          <a:chOff x="0" y="0"/>
          <a:chExt cx="0" cy="0"/>
        </a:xfrm>
      </p:grpSpPr>
      <p:grpSp>
        <p:nvGrpSpPr>
          <p:cNvPr id="1321" name="Google Shape;1321;p37"/>
          <p:cNvGrpSpPr/>
          <p:nvPr/>
        </p:nvGrpSpPr>
        <p:grpSpPr>
          <a:xfrm>
            <a:off x="3576638" y="1890351"/>
            <a:ext cx="1990725" cy="2258949"/>
            <a:chOff x="3576638" y="1737951"/>
            <a:chExt cx="1990725" cy="2258949"/>
          </a:xfrm>
        </p:grpSpPr>
        <p:sp>
          <p:nvSpPr>
            <p:cNvPr id="1322" name="Google Shape;1322;p37"/>
            <p:cNvSpPr/>
            <p:nvPr/>
          </p:nvSpPr>
          <p:spPr>
            <a:xfrm>
              <a:off x="3692435" y="2211113"/>
              <a:ext cx="1735760" cy="36804"/>
            </a:xfrm>
            <a:custGeom>
              <a:rect b="b" l="l" r="r" t="t"/>
              <a:pathLst>
                <a:path extrusionOk="0" h="465" w="21930">
                  <a:moveTo>
                    <a:pt x="0" y="1"/>
                  </a:moveTo>
                  <a:lnTo>
                    <a:pt x="0" y="465"/>
                  </a:lnTo>
                  <a:lnTo>
                    <a:pt x="21929" y="465"/>
                  </a:lnTo>
                  <a:lnTo>
                    <a:pt x="219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7"/>
            <p:cNvSpPr/>
            <p:nvPr/>
          </p:nvSpPr>
          <p:spPr>
            <a:xfrm>
              <a:off x="3576638" y="1737951"/>
              <a:ext cx="203811" cy="2258949"/>
            </a:xfrm>
            <a:custGeom>
              <a:rect b="b" l="l" r="r" t="t"/>
              <a:pathLst>
                <a:path extrusionOk="0" h="28541" w="2575">
                  <a:moveTo>
                    <a:pt x="1" y="1"/>
                  </a:moveTo>
                  <a:lnTo>
                    <a:pt x="1" y="28540"/>
                  </a:lnTo>
                  <a:lnTo>
                    <a:pt x="2575" y="28540"/>
                  </a:lnTo>
                  <a:lnTo>
                    <a:pt x="257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7"/>
            <p:cNvSpPr/>
            <p:nvPr/>
          </p:nvSpPr>
          <p:spPr>
            <a:xfrm>
              <a:off x="3595555" y="1755760"/>
              <a:ext cx="69098" cy="2074139"/>
            </a:xfrm>
            <a:custGeom>
              <a:rect b="b" l="l" r="r" t="t"/>
              <a:pathLst>
                <a:path extrusionOk="0" h="26206" w="873">
                  <a:moveTo>
                    <a:pt x="352" y="1"/>
                  </a:moveTo>
                  <a:lnTo>
                    <a:pt x="1" y="26206"/>
                  </a:lnTo>
                  <a:lnTo>
                    <a:pt x="873" y="26206"/>
                  </a:lnTo>
                  <a:lnTo>
                    <a:pt x="35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7"/>
            <p:cNvSpPr/>
            <p:nvPr/>
          </p:nvSpPr>
          <p:spPr>
            <a:xfrm>
              <a:off x="5366876" y="1737951"/>
              <a:ext cx="200487" cy="2258949"/>
            </a:xfrm>
            <a:custGeom>
              <a:rect b="b" l="l" r="r" t="t"/>
              <a:pathLst>
                <a:path extrusionOk="0" h="28541" w="2533">
                  <a:moveTo>
                    <a:pt x="1" y="1"/>
                  </a:moveTo>
                  <a:lnTo>
                    <a:pt x="1" y="28540"/>
                  </a:lnTo>
                  <a:lnTo>
                    <a:pt x="2533" y="28540"/>
                  </a:lnTo>
                  <a:lnTo>
                    <a:pt x="253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7"/>
            <p:cNvSpPr/>
            <p:nvPr/>
          </p:nvSpPr>
          <p:spPr>
            <a:xfrm>
              <a:off x="5483782" y="1755760"/>
              <a:ext cx="64666" cy="2074139"/>
            </a:xfrm>
            <a:custGeom>
              <a:rect b="b" l="l" r="r" t="t"/>
              <a:pathLst>
                <a:path extrusionOk="0" h="26206" w="817">
                  <a:moveTo>
                    <a:pt x="465" y="1"/>
                  </a:moveTo>
                  <a:lnTo>
                    <a:pt x="1" y="26206"/>
                  </a:lnTo>
                  <a:lnTo>
                    <a:pt x="816" y="26206"/>
                  </a:lnTo>
                  <a:lnTo>
                    <a:pt x="46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7"/>
            <p:cNvSpPr/>
            <p:nvPr/>
          </p:nvSpPr>
          <p:spPr>
            <a:xfrm>
              <a:off x="3692435" y="2521778"/>
              <a:ext cx="1735760" cy="36804"/>
            </a:xfrm>
            <a:custGeom>
              <a:rect b="b" l="l" r="r" t="t"/>
              <a:pathLst>
                <a:path extrusionOk="0" h="465" w="21930">
                  <a:moveTo>
                    <a:pt x="0" y="0"/>
                  </a:moveTo>
                  <a:lnTo>
                    <a:pt x="0" y="464"/>
                  </a:lnTo>
                  <a:lnTo>
                    <a:pt x="21929" y="464"/>
                  </a:lnTo>
                  <a:lnTo>
                    <a:pt x="219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7"/>
            <p:cNvSpPr/>
            <p:nvPr/>
          </p:nvSpPr>
          <p:spPr>
            <a:xfrm>
              <a:off x="3692435" y="2836797"/>
              <a:ext cx="1735760" cy="36804"/>
            </a:xfrm>
            <a:custGeom>
              <a:rect b="b" l="l" r="r" t="t"/>
              <a:pathLst>
                <a:path extrusionOk="0" h="465" w="21930">
                  <a:moveTo>
                    <a:pt x="0" y="1"/>
                  </a:moveTo>
                  <a:lnTo>
                    <a:pt x="0" y="465"/>
                  </a:lnTo>
                  <a:lnTo>
                    <a:pt x="21929" y="465"/>
                  </a:lnTo>
                  <a:lnTo>
                    <a:pt x="2192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7"/>
            <p:cNvSpPr/>
            <p:nvPr/>
          </p:nvSpPr>
          <p:spPr>
            <a:xfrm>
              <a:off x="3692435" y="3147463"/>
              <a:ext cx="1735760" cy="37912"/>
            </a:xfrm>
            <a:custGeom>
              <a:rect b="b" l="l" r="r" t="t"/>
              <a:pathLst>
                <a:path extrusionOk="0" h="479" w="21930">
                  <a:moveTo>
                    <a:pt x="0" y="0"/>
                  </a:moveTo>
                  <a:lnTo>
                    <a:pt x="0" y="478"/>
                  </a:lnTo>
                  <a:lnTo>
                    <a:pt x="21929" y="478"/>
                  </a:lnTo>
                  <a:lnTo>
                    <a:pt x="219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0" name="Google Shape;1330;p37"/>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Les Quartiles</a:t>
            </a:r>
            <a:endParaRPr/>
          </a:p>
        </p:txBody>
      </p:sp>
      <p:sp>
        <p:nvSpPr>
          <p:cNvPr id="1331" name="Google Shape;1331;p37"/>
          <p:cNvSpPr/>
          <p:nvPr/>
        </p:nvSpPr>
        <p:spPr>
          <a:xfrm>
            <a:off x="3850500" y="2293385"/>
            <a:ext cx="180462" cy="181564"/>
          </a:xfrm>
          <a:custGeom>
            <a:rect b="b" l="l" r="r" t="t"/>
            <a:pathLst>
              <a:path extrusionOk="0" h="2294" w="2280">
                <a:moveTo>
                  <a:pt x="1168" y="1"/>
                </a:moveTo>
                <a:cubicBezTo>
                  <a:pt x="521" y="1"/>
                  <a:pt x="1" y="535"/>
                  <a:pt x="1" y="1168"/>
                </a:cubicBezTo>
                <a:cubicBezTo>
                  <a:pt x="1" y="1759"/>
                  <a:pt x="521" y="2293"/>
                  <a:pt x="1168" y="2293"/>
                </a:cubicBezTo>
                <a:cubicBezTo>
                  <a:pt x="1815" y="2293"/>
                  <a:pt x="2279" y="1759"/>
                  <a:pt x="2279" y="1168"/>
                </a:cubicBezTo>
                <a:cubicBezTo>
                  <a:pt x="2279" y="535"/>
                  <a:pt x="1815" y="1"/>
                  <a:pt x="1168"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7"/>
          <p:cNvSpPr/>
          <p:nvPr/>
        </p:nvSpPr>
        <p:spPr>
          <a:xfrm>
            <a:off x="4058746" y="2293385"/>
            <a:ext cx="181491" cy="181564"/>
          </a:xfrm>
          <a:custGeom>
            <a:rect b="b" l="l" r="r" t="t"/>
            <a:pathLst>
              <a:path extrusionOk="0" h="2294" w="2293">
                <a:moveTo>
                  <a:pt x="1182" y="1"/>
                </a:moveTo>
                <a:cubicBezTo>
                  <a:pt x="535" y="1"/>
                  <a:pt x="0" y="535"/>
                  <a:pt x="0" y="1168"/>
                </a:cubicBezTo>
                <a:cubicBezTo>
                  <a:pt x="0" y="1759"/>
                  <a:pt x="535" y="2293"/>
                  <a:pt x="1182" y="2293"/>
                </a:cubicBezTo>
                <a:cubicBezTo>
                  <a:pt x="1758" y="2293"/>
                  <a:pt x="2293" y="1759"/>
                  <a:pt x="2293" y="1168"/>
                </a:cubicBezTo>
                <a:cubicBezTo>
                  <a:pt x="2293" y="535"/>
                  <a:pt x="1758" y="1"/>
                  <a:pt x="1182"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7"/>
          <p:cNvSpPr/>
          <p:nvPr/>
        </p:nvSpPr>
        <p:spPr>
          <a:xfrm>
            <a:off x="4268022" y="2293385"/>
            <a:ext cx="180462" cy="181564"/>
          </a:xfrm>
          <a:custGeom>
            <a:rect b="b" l="l" r="r" t="t"/>
            <a:pathLst>
              <a:path extrusionOk="0" h="2294" w="2280">
                <a:moveTo>
                  <a:pt x="1168" y="1"/>
                </a:moveTo>
                <a:cubicBezTo>
                  <a:pt x="521" y="1"/>
                  <a:pt x="1" y="535"/>
                  <a:pt x="1" y="1168"/>
                </a:cubicBezTo>
                <a:cubicBezTo>
                  <a:pt x="1" y="1759"/>
                  <a:pt x="521" y="2293"/>
                  <a:pt x="1168" y="2293"/>
                </a:cubicBezTo>
                <a:cubicBezTo>
                  <a:pt x="1759" y="2293"/>
                  <a:pt x="2279" y="1759"/>
                  <a:pt x="2279" y="1168"/>
                </a:cubicBezTo>
                <a:cubicBezTo>
                  <a:pt x="2279" y="535"/>
                  <a:pt x="1759" y="1"/>
                  <a:pt x="1168" y="1"/>
                </a:cubicBezTo>
                <a:close/>
              </a:path>
            </a:pathLst>
          </a:custGeom>
          <a:solidFill>
            <a:srgbClr val="BDB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7"/>
          <p:cNvSpPr/>
          <p:nvPr/>
        </p:nvSpPr>
        <p:spPr>
          <a:xfrm>
            <a:off x="3850500" y="2603972"/>
            <a:ext cx="180462" cy="185997"/>
          </a:xfrm>
          <a:custGeom>
            <a:rect b="b" l="l" r="r" t="t"/>
            <a:pathLst>
              <a:path extrusionOk="0" h="2350" w="2280">
                <a:moveTo>
                  <a:pt x="1168" y="1"/>
                </a:moveTo>
                <a:cubicBezTo>
                  <a:pt x="521" y="1"/>
                  <a:pt x="1" y="535"/>
                  <a:pt x="1" y="1183"/>
                </a:cubicBezTo>
                <a:cubicBezTo>
                  <a:pt x="1" y="1815"/>
                  <a:pt x="521" y="2350"/>
                  <a:pt x="1168" y="2350"/>
                </a:cubicBezTo>
                <a:cubicBezTo>
                  <a:pt x="1815" y="2350"/>
                  <a:pt x="2279" y="1815"/>
                  <a:pt x="2279" y="1183"/>
                </a:cubicBezTo>
                <a:cubicBezTo>
                  <a:pt x="2279" y="535"/>
                  <a:pt x="1815" y="1"/>
                  <a:pt x="11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7"/>
          <p:cNvSpPr/>
          <p:nvPr/>
        </p:nvSpPr>
        <p:spPr>
          <a:xfrm>
            <a:off x="4058746" y="2603972"/>
            <a:ext cx="181491" cy="185997"/>
          </a:xfrm>
          <a:custGeom>
            <a:rect b="b" l="l" r="r" t="t"/>
            <a:pathLst>
              <a:path extrusionOk="0" h="2350" w="2293">
                <a:moveTo>
                  <a:pt x="1182" y="1"/>
                </a:moveTo>
                <a:cubicBezTo>
                  <a:pt x="535" y="1"/>
                  <a:pt x="0" y="535"/>
                  <a:pt x="0" y="1183"/>
                </a:cubicBezTo>
                <a:cubicBezTo>
                  <a:pt x="0" y="1815"/>
                  <a:pt x="535" y="2350"/>
                  <a:pt x="1182" y="2350"/>
                </a:cubicBezTo>
                <a:cubicBezTo>
                  <a:pt x="1758" y="2350"/>
                  <a:pt x="2293" y="1815"/>
                  <a:pt x="2293" y="1183"/>
                </a:cubicBezTo>
                <a:cubicBezTo>
                  <a:pt x="2293" y="535"/>
                  <a:pt x="1758" y="1"/>
                  <a:pt x="11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7"/>
          <p:cNvSpPr/>
          <p:nvPr/>
        </p:nvSpPr>
        <p:spPr>
          <a:xfrm>
            <a:off x="4268022" y="2603972"/>
            <a:ext cx="180462" cy="185997"/>
          </a:xfrm>
          <a:custGeom>
            <a:rect b="b" l="l" r="r" t="t"/>
            <a:pathLst>
              <a:path extrusionOk="0" h="2350" w="2280">
                <a:moveTo>
                  <a:pt x="1168" y="1"/>
                </a:moveTo>
                <a:cubicBezTo>
                  <a:pt x="521" y="1"/>
                  <a:pt x="1" y="535"/>
                  <a:pt x="1" y="1183"/>
                </a:cubicBezTo>
                <a:cubicBezTo>
                  <a:pt x="1" y="1815"/>
                  <a:pt x="521" y="2350"/>
                  <a:pt x="1168" y="2350"/>
                </a:cubicBezTo>
                <a:cubicBezTo>
                  <a:pt x="1759" y="2350"/>
                  <a:pt x="2279" y="1815"/>
                  <a:pt x="2279" y="1183"/>
                </a:cubicBezTo>
                <a:cubicBezTo>
                  <a:pt x="2279" y="535"/>
                  <a:pt x="1759" y="1"/>
                  <a:pt x="11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7"/>
          <p:cNvSpPr/>
          <p:nvPr/>
        </p:nvSpPr>
        <p:spPr>
          <a:xfrm>
            <a:off x="4495106" y="2603972"/>
            <a:ext cx="181570" cy="185997"/>
          </a:xfrm>
          <a:custGeom>
            <a:rect b="b" l="l" r="r" t="t"/>
            <a:pathLst>
              <a:path extrusionOk="0" h="2350" w="2294">
                <a:moveTo>
                  <a:pt x="1112" y="1"/>
                </a:moveTo>
                <a:cubicBezTo>
                  <a:pt x="465" y="1"/>
                  <a:pt x="1" y="535"/>
                  <a:pt x="1" y="1183"/>
                </a:cubicBezTo>
                <a:cubicBezTo>
                  <a:pt x="1" y="1815"/>
                  <a:pt x="465" y="2350"/>
                  <a:pt x="1112" y="2350"/>
                </a:cubicBezTo>
                <a:cubicBezTo>
                  <a:pt x="1759" y="2350"/>
                  <a:pt x="2294" y="1815"/>
                  <a:pt x="2294" y="1183"/>
                </a:cubicBezTo>
                <a:cubicBezTo>
                  <a:pt x="2294" y="535"/>
                  <a:pt x="1759" y="1"/>
                  <a:pt x="11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7"/>
          <p:cNvSpPr/>
          <p:nvPr/>
        </p:nvSpPr>
        <p:spPr>
          <a:xfrm>
            <a:off x="4704461" y="2603972"/>
            <a:ext cx="180462" cy="185997"/>
          </a:xfrm>
          <a:custGeom>
            <a:rect b="b" l="l" r="r" t="t"/>
            <a:pathLst>
              <a:path extrusionOk="0" h="2350" w="2280">
                <a:moveTo>
                  <a:pt x="1112" y="1"/>
                </a:moveTo>
                <a:cubicBezTo>
                  <a:pt x="465" y="1"/>
                  <a:pt x="0" y="535"/>
                  <a:pt x="0" y="1183"/>
                </a:cubicBezTo>
                <a:cubicBezTo>
                  <a:pt x="0" y="1815"/>
                  <a:pt x="465" y="2350"/>
                  <a:pt x="1112" y="2350"/>
                </a:cubicBezTo>
                <a:cubicBezTo>
                  <a:pt x="1759" y="2350"/>
                  <a:pt x="2279" y="1815"/>
                  <a:pt x="2279" y="1183"/>
                </a:cubicBezTo>
                <a:cubicBezTo>
                  <a:pt x="2279" y="535"/>
                  <a:pt x="1759" y="1"/>
                  <a:pt x="11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7"/>
          <p:cNvSpPr/>
          <p:nvPr/>
        </p:nvSpPr>
        <p:spPr>
          <a:xfrm>
            <a:off x="4908195" y="2603972"/>
            <a:ext cx="186003" cy="185997"/>
          </a:xfrm>
          <a:custGeom>
            <a:rect b="b" l="l" r="r" t="t"/>
            <a:pathLst>
              <a:path extrusionOk="0" h="2350" w="2350">
                <a:moveTo>
                  <a:pt x="1168" y="1"/>
                </a:moveTo>
                <a:cubicBezTo>
                  <a:pt x="521" y="1"/>
                  <a:pt x="0" y="535"/>
                  <a:pt x="0" y="1183"/>
                </a:cubicBezTo>
                <a:cubicBezTo>
                  <a:pt x="0" y="1815"/>
                  <a:pt x="521" y="2350"/>
                  <a:pt x="1168" y="2350"/>
                </a:cubicBezTo>
                <a:cubicBezTo>
                  <a:pt x="1815" y="2350"/>
                  <a:pt x="2349" y="1815"/>
                  <a:pt x="2349" y="1183"/>
                </a:cubicBezTo>
                <a:cubicBezTo>
                  <a:pt x="2349" y="535"/>
                  <a:pt x="1815" y="1"/>
                  <a:pt x="11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7"/>
          <p:cNvSpPr/>
          <p:nvPr/>
        </p:nvSpPr>
        <p:spPr>
          <a:xfrm>
            <a:off x="4634333" y="2920178"/>
            <a:ext cx="181491" cy="180456"/>
          </a:xfrm>
          <a:custGeom>
            <a:rect b="b" l="l" r="r" t="t"/>
            <a:pathLst>
              <a:path extrusionOk="0" h="2280" w="2293">
                <a:moveTo>
                  <a:pt x="1168" y="1"/>
                </a:moveTo>
                <a:cubicBezTo>
                  <a:pt x="535" y="1"/>
                  <a:pt x="0" y="521"/>
                  <a:pt x="0" y="1112"/>
                </a:cubicBezTo>
                <a:cubicBezTo>
                  <a:pt x="0" y="1759"/>
                  <a:pt x="535" y="2279"/>
                  <a:pt x="1168" y="2279"/>
                </a:cubicBezTo>
                <a:cubicBezTo>
                  <a:pt x="1758" y="2279"/>
                  <a:pt x="2293" y="1759"/>
                  <a:pt x="2293" y="1112"/>
                </a:cubicBezTo>
                <a:cubicBezTo>
                  <a:pt x="2293" y="521"/>
                  <a:pt x="1758" y="1"/>
                  <a:pt x="1168" y="1"/>
                </a:cubicBezTo>
                <a:close/>
              </a:path>
            </a:pathLst>
          </a:custGeom>
          <a:solidFill>
            <a:srgbClr val="74E2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7"/>
          <p:cNvSpPr/>
          <p:nvPr/>
        </p:nvSpPr>
        <p:spPr>
          <a:xfrm>
            <a:off x="4843608" y="2920178"/>
            <a:ext cx="180462" cy="180456"/>
          </a:xfrm>
          <a:custGeom>
            <a:rect b="b" l="l" r="r" t="t"/>
            <a:pathLst>
              <a:path extrusionOk="0" h="2280" w="2280">
                <a:moveTo>
                  <a:pt x="1168" y="1"/>
                </a:moveTo>
                <a:cubicBezTo>
                  <a:pt x="521" y="1"/>
                  <a:pt x="1" y="521"/>
                  <a:pt x="1" y="1112"/>
                </a:cubicBezTo>
                <a:cubicBezTo>
                  <a:pt x="1" y="1759"/>
                  <a:pt x="521" y="2279"/>
                  <a:pt x="1168" y="2279"/>
                </a:cubicBezTo>
                <a:cubicBezTo>
                  <a:pt x="1759" y="2279"/>
                  <a:pt x="2279" y="1759"/>
                  <a:pt x="2279" y="1112"/>
                </a:cubicBezTo>
                <a:cubicBezTo>
                  <a:pt x="2279" y="521"/>
                  <a:pt x="1759" y="1"/>
                  <a:pt x="11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7"/>
          <p:cNvSpPr/>
          <p:nvPr/>
        </p:nvSpPr>
        <p:spPr>
          <a:xfrm>
            <a:off x="5051775" y="2920178"/>
            <a:ext cx="181570" cy="180456"/>
          </a:xfrm>
          <a:custGeom>
            <a:rect b="b" l="l" r="r" t="t"/>
            <a:pathLst>
              <a:path extrusionOk="0" h="2280" w="2294">
                <a:moveTo>
                  <a:pt x="1112" y="1"/>
                </a:moveTo>
                <a:cubicBezTo>
                  <a:pt x="535" y="1"/>
                  <a:pt x="1" y="521"/>
                  <a:pt x="1" y="1112"/>
                </a:cubicBezTo>
                <a:cubicBezTo>
                  <a:pt x="1" y="1759"/>
                  <a:pt x="535" y="2279"/>
                  <a:pt x="1112" y="2279"/>
                </a:cubicBezTo>
                <a:cubicBezTo>
                  <a:pt x="1759" y="2279"/>
                  <a:pt x="2294" y="1759"/>
                  <a:pt x="2294" y="1112"/>
                </a:cubicBezTo>
                <a:cubicBezTo>
                  <a:pt x="2294" y="521"/>
                  <a:pt x="1759" y="1"/>
                  <a:pt x="111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7"/>
          <p:cNvSpPr/>
          <p:nvPr/>
        </p:nvSpPr>
        <p:spPr>
          <a:xfrm>
            <a:off x="3850500" y="3230843"/>
            <a:ext cx="180462" cy="180377"/>
          </a:xfrm>
          <a:custGeom>
            <a:rect b="b" l="l" r="r" t="t"/>
            <a:pathLst>
              <a:path extrusionOk="0" h="2279" w="2280">
                <a:moveTo>
                  <a:pt x="1168" y="0"/>
                </a:moveTo>
                <a:cubicBezTo>
                  <a:pt x="521" y="0"/>
                  <a:pt x="1" y="521"/>
                  <a:pt x="1" y="1168"/>
                </a:cubicBezTo>
                <a:cubicBezTo>
                  <a:pt x="1" y="1815"/>
                  <a:pt x="521" y="2279"/>
                  <a:pt x="1168" y="2279"/>
                </a:cubicBezTo>
                <a:cubicBezTo>
                  <a:pt x="1815" y="2279"/>
                  <a:pt x="2279" y="1815"/>
                  <a:pt x="2279" y="1168"/>
                </a:cubicBezTo>
                <a:cubicBezTo>
                  <a:pt x="2279" y="521"/>
                  <a:pt x="1815" y="0"/>
                  <a:pt x="1168" y="0"/>
                </a:cubicBezTo>
                <a:close/>
              </a:path>
            </a:pathLst>
          </a:custGeom>
          <a:solidFill>
            <a:srgbClr val="FA51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7"/>
          <p:cNvSpPr/>
          <p:nvPr/>
        </p:nvSpPr>
        <p:spPr>
          <a:xfrm>
            <a:off x="4058746" y="3230843"/>
            <a:ext cx="181491" cy="180377"/>
          </a:xfrm>
          <a:custGeom>
            <a:rect b="b" l="l" r="r" t="t"/>
            <a:pathLst>
              <a:path extrusionOk="0" h="2279" w="2293">
                <a:moveTo>
                  <a:pt x="1182" y="0"/>
                </a:moveTo>
                <a:cubicBezTo>
                  <a:pt x="535" y="0"/>
                  <a:pt x="0" y="521"/>
                  <a:pt x="0" y="1168"/>
                </a:cubicBezTo>
                <a:cubicBezTo>
                  <a:pt x="0" y="1815"/>
                  <a:pt x="535" y="2279"/>
                  <a:pt x="1182" y="2279"/>
                </a:cubicBezTo>
                <a:cubicBezTo>
                  <a:pt x="1758" y="2279"/>
                  <a:pt x="2293" y="1815"/>
                  <a:pt x="2293" y="1168"/>
                </a:cubicBezTo>
                <a:cubicBezTo>
                  <a:pt x="2293" y="521"/>
                  <a:pt x="1758" y="0"/>
                  <a:pt x="11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7"/>
          <p:cNvSpPr/>
          <p:nvPr/>
        </p:nvSpPr>
        <p:spPr>
          <a:xfrm>
            <a:off x="4268022" y="3230843"/>
            <a:ext cx="180462" cy="180377"/>
          </a:xfrm>
          <a:custGeom>
            <a:rect b="b" l="l" r="r" t="t"/>
            <a:pathLst>
              <a:path extrusionOk="0" h="2279" w="2280">
                <a:moveTo>
                  <a:pt x="1168" y="0"/>
                </a:moveTo>
                <a:cubicBezTo>
                  <a:pt x="521" y="0"/>
                  <a:pt x="1" y="521"/>
                  <a:pt x="1" y="1168"/>
                </a:cubicBezTo>
                <a:cubicBezTo>
                  <a:pt x="1" y="1815"/>
                  <a:pt x="521" y="2279"/>
                  <a:pt x="1168" y="2279"/>
                </a:cubicBezTo>
                <a:cubicBezTo>
                  <a:pt x="1759" y="2279"/>
                  <a:pt x="2279" y="1815"/>
                  <a:pt x="2279" y="1168"/>
                </a:cubicBezTo>
                <a:cubicBezTo>
                  <a:pt x="2279" y="521"/>
                  <a:pt x="1759" y="0"/>
                  <a:pt x="11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7"/>
          <p:cNvSpPr txBox="1"/>
          <p:nvPr/>
        </p:nvSpPr>
        <p:spPr>
          <a:xfrm>
            <a:off x="113950" y="1647100"/>
            <a:ext cx="3638100" cy="317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chemeClr val="accent4"/>
                </a:solidFill>
                <a:latin typeface="Life Savers"/>
                <a:ea typeface="Life Savers"/>
                <a:cs typeface="Life Savers"/>
                <a:sym typeface="Life Savers"/>
              </a:rPr>
              <a:t>En statistique descriptive, un quartile est chacune des trois valeurs qui divisent les données triées en quatre parts égales, de sorte que chaque partie représente 1/4 de l'échantillon de population.</a:t>
            </a:r>
            <a:endParaRPr b="1" sz="1800">
              <a:solidFill>
                <a:schemeClr val="accent4"/>
              </a:solidFill>
              <a:latin typeface="Life Savers"/>
              <a:ea typeface="Life Savers"/>
              <a:cs typeface="Life Savers"/>
              <a:sym typeface="Life Savers"/>
            </a:endParaRPr>
          </a:p>
        </p:txBody>
      </p:sp>
      <p:sp>
        <p:nvSpPr>
          <p:cNvPr id="1347" name="Google Shape;1347;p37"/>
          <p:cNvSpPr txBox="1"/>
          <p:nvPr/>
        </p:nvSpPr>
        <p:spPr>
          <a:xfrm>
            <a:off x="5762175" y="1366799"/>
            <a:ext cx="3154200" cy="2409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2200">
                <a:solidFill>
                  <a:schemeClr val="accent2"/>
                </a:solidFill>
                <a:latin typeface="Life Savers"/>
                <a:ea typeface="Life Savers"/>
                <a:cs typeface="Life Savers"/>
                <a:sym typeface="Life Savers"/>
              </a:rPr>
              <a:t>l'étendue des quarts permet de juger de la dispersion des données, mais seulement sur un sous-ensemble de la distribution au lieu de la considérer dans son entité. ​</a:t>
            </a:r>
            <a:endParaRPr b="1" sz="2200">
              <a:solidFill>
                <a:schemeClr val="accent2"/>
              </a:solidFill>
              <a:latin typeface="Life Savers"/>
              <a:ea typeface="Life Savers"/>
              <a:cs typeface="Life Savers"/>
              <a:sym typeface="Life Savers"/>
            </a:endParaRPr>
          </a:p>
        </p:txBody>
      </p:sp>
      <p:sp>
        <p:nvSpPr>
          <p:cNvPr id="1348" name="Google Shape;1348;p37"/>
          <p:cNvSpPr txBox="1"/>
          <p:nvPr/>
        </p:nvSpPr>
        <p:spPr>
          <a:xfrm>
            <a:off x="5954625" y="3551944"/>
            <a:ext cx="1711500" cy="534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solidFill>
                <a:schemeClr val="lt1"/>
              </a:solidFill>
              <a:latin typeface="Mukta Light"/>
              <a:ea typeface="Mukta Light"/>
              <a:cs typeface="Mukta Light"/>
              <a:sym typeface="Mukta Light"/>
            </a:endParaRPr>
          </a:p>
        </p:txBody>
      </p:sp>
      <p:sp>
        <p:nvSpPr>
          <p:cNvPr id="1349" name="Google Shape;1349;p37"/>
          <p:cNvSpPr txBox="1"/>
          <p:nvPr/>
        </p:nvSpPr>
        <p:spPr>
          <a:xfrm>
            <a:off x="733421" y="1833208"/>
            <a:ext cx="714300" cy="42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300">
                <a:solidFill>
                  <a:schemeClr val="accent4"/>
                </a:solidFill>
                <a:latin typeface="Life Savers"/>
                <a:ea typeface="Life Savers"/>
                <a:cs typeface="Life Savers"/>
                <a:sym typeface="Life Savers"/>
              </a:rPr>
              <a:t>25%</a:t>
            </a:r>
            <a:endParaRPr b="1" sz="2300">
              <a:solidFill>
                <a:schemeClr val="accent4"/>
              </a:solidFill>
              <a:latin typeface="Life Savers"/>
              <a:ea typeface="Life Savers"/>
              <a:cs typeface="Life Savers"/>
              <a:sym typeface="Life Savers"/>
            </a:endParaRPr>
          </a:p>
        </p:txBody>
      </p:sp>
      <p:sp>
        <p:nvSpPr>
          <p:cNvPr id="1350" name="Google Shape;1350;p37"/>
          <p:cNvSpPr/>
          <p:nvPr/>
        </p:nvSpPr>
        <p:spPr>
          <a:xfrm>
            <a:off x="4484716" y="3230843"/>
            <a:ext cx="180462" cy="180377"/>
          </a:xfrm>
          <a:custGeom>
            <a:rect b="b" l="l" r="r" t="t"/>
            <a:pathLst>
              <a:path extrusionOk="0" h="2279" w="2280">
                <a:moveTo>
                  <a:pt x="1168" y="0"/>
                </a:moveTo>
                <a:cubicBezTo>
                  <a:pt x="521" y="0"/>
                  <a:pt x="1" y="521"/>
                  <a:pt x="1" y="1168"/>
                </a:cubicBezTo>
                <a:cubicBezTo>
                  <a:pt x="1" y="1815"/>
                  <a:pt x="521" y="2279"/>
                  <a:pt x="1168" y="2279"/>
                </a:cubicBezTo>
                <a:cubicBezTo>
                  <a:pt x="1759" y="2279"/>
                  <a:pt x="2279" y="1815"/>
                  <a:pt x="2279" y="1168"/>
                </a:cubicBezTo>
                <a:cubicBezTo>
                  <a:pt x="2279" y="521"/>
                  <a:pt x="1759" y="0"/>
                  <a:pt x="116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38"/>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La Variance</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1356" name="Google Shape;1356;p38"/>
          <p:cNvSpPr txBox="1"/>
          <p:nvPr/>
        </p:nvSpPr>
        <p:spPr>
          <a:xfrm>
            <a:off x="774950" y="1215600"/>
            <a:ext cx="20970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E599"/>
                </a:solidFill>
                <a:latin typeface="Mukta"/>
                <a:ea typeface="Mukta"/>
                <a:cs typeface="Mukta"/>
                <a:sym typeface="Mukta"/>
              </a:rPr>
              <a:t>La variance mesure le degré de dispersion des données autour de leur moyenne. Elle est égale à l'écart type au carré.</a:t>
            </a:r>
            <a:endParaRPr b="1" sz="1600">
              <a:solidFill>
                <a:srgbClr val="FFE599"/>
              </a:solidFill>
              <a:latin typeface="Mukta"/>
              <a:ea typeface="Mukta"/>
              <a:cs typeface="Mukta"/>
              <a:sym typeface="Mukta"/>
            </a:endParaRPr>
          </a:p>
          <a:p>
            <a:pPr indent="0" lvl="0" marL="0" rtl="0" algn="l">
              <a:spcBef>
                <a:spcPts val="0"/>
              </a:spcBef>
              <a:spcAft>
                <a:spcPts val="0"/>
              </a:spcAft>
              <a:buNone/>
            </a:pPr>
            <a:r>
              <a:t/>
            </a:r>
            <a:endParaRPr b="1" sz="1600">
              <a:solidFill>
                <a:srgbClr val="FFE599"/>
              </a:solidFill>
              <a:latin typeface="Mukta"/>
              <a:ea typeface="Mukta"/>
              <a:cs typeface="Mukta"/>
              <a:sym typeface="Mukta"/>
            </a:endParaRPr>
          </a:p>
          <a:p>
            <a:pPr indent="0" lvl="0" marL="0" rtl="0" algn="l">
              <a:spcBef>
                <a:spcPts val="0"/>
              </a:spcBef>
              <a:spcAft>
                <a:spcPts val="0"/>
              </a:spcAft>
              <a:buNone/>
            </a:pPr>
            <a:r>
              <a:t/>
            </a:r>
            <a:endParaRPr b="1" sz="1600">
              <a:solidFill>
                <a:srgbClr val="FFE599"/>
              </a:solidFill>
              <a:latin typeface="Mukta"/>
              <a:ea typeface="Mukta"/>
              <a:cs typeface="Mukta"/>
              <a:sym typeface="Mukta"/>
            </a:endParaRPr>
          </a:p>
        </p:txBody>
      </p:sp>
      <p:sp>
        <p:nvSpPr>
          <p:cNvPr id="1357" name="Google Shape;1357;p38"/>
          <p:cNvSpPr txBox="1"/>
          <p:nvPr/>
        </p:nvSpPr>
        <p:spPr>
          <a:xfrm>
            <a:off x="5956425" y="3669575"/>
            <a:ext cx="300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E599"/>
                </a:solidFill>
                <a:latin typeface="Mukta"/>
                <a:ea typeface="Mukta"/>
                <a:cs typeface="Mukta"/>
                <a:sym typeface="Mukta"/>
              </a:rPr>
              <a:t>Interprétation</a:t>
            </a:r>
            <a:endParaRPr b="1" sz="1600">
              <a:solidFill>
                <a:srgbClr val="FFE599"/>
              </a:solidFill>
              <a:latin typeface="Mukta"/>
              <a:ea typeface="Mukta"/>
              <a:cs typeface="Mukta"/>
              <a:sym typeface="Mukta"/>
            </a:endParaRPr>
          </a:p>
          <a:p>
            <a:pPr indent="0" lvl="0" marL="0" rtl="0" algn="l">
              <a:spcBef>
                <a:spcPts val="0"/>
              </a:spcBef>
              <a:spcAft>
                <a:spcPts val="0"/>
              </a:spcAft>
              <a:buNone/>
            </a:pPr>
            <a:r>
              <a:rPr b="1" lang="en" sz="1600">
                <a:solidFill>
                  <a:srgbClr val="FFE599"/>
                </a:solidFill>
                <a:latin typeface="Mukta"/>
                <a:ea typeface="Mukta"/>
                <a:cs typeface="Mukta"/>
                <a:sym typeface="Mukta"/>
              </a:rPr>
              <a:t>Plus la variance est élevée, plus les données sont dispersées.</a:t>
            </a:r>
            <a:endParaRPr b="1" sz="1600">
              <a:solidFill>
                <a:srgbClr val="FFE599"/>
              </a:solidFill>
              <a:latin typeface="Mukta"/>
              <a:ea typeface="Mukta"/>
              <a:cs typeface="Mukta"/>
              <a:sym typeface="Mukta"/>
            </a:endParaRPr>
          </a:p>
          <a:p>
            <a:pPr indent="0" lvl="0" marL="0" rtl="0" algn="l">
              <a:spcBef>
                <a:spcPts val="0"/>
              </a:spcBef>
              <a:spcAft>
                <a:spcPts val="0"/>
              </a:spcAft>
              <a:buNone/>
            </a:pPr>
            <a:r>
              <a:t/>
            </a:r>
            <a:endParaRPr b="1" sz="1600">
              <a:solidFill>
                <a:srgbClr val="FFE599"/>
              </a:solidFill>
              <a:latin typeface="Mukta"/>
              <a:ea typeface="Mukta"/>
              <a:cs typeface="Mukta"/>
              <a:sym typeface="Mukta"/>
            </a:endParaRPr>
          </a:p>
        </p:txBody>
      </p:sp>
      <p:pic>
        <p:nvPicPr>
          <p:cNvPr id="1358" name="Google Shape;1358;p38"/>
          <p:cNvPicPr preferRelativeResize="0"/>
          <p:nvPr/>
        </p:nvPicPr>
        <p:blipFill>
          <a:blip r:embed="rId3">
            <a:alphaModFix/>
          </a:blip>
          <a:stretch>
            <a:fillRect/>
          </a:stretch>
        </p:blipFill>
        <p:spPr>
          <a:xfrm>
            <a:off x="3200700" y="1899179"/>
            <a:ext cx="3000001" cy="179294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39"/>
          <p:cNvSpPr/>
          <p:nvPr/>
        </p:nvSpPr>
        <p:spPr>
          <a:xfrm>
            <a:off x="1839854" y="-160396"/>
            <a:ext cx="5464293" cy="5464293"/>
          </a:xfrm>
          <a:custGeom>
            <a:rect b="b" l="l" r="r" t="t"/>
            <a:pathLst>
              <a:path extrusionOk="0" h="79637" w="79637">
                <a:moveTo>
                  <a:pt x="39825" y="0"/>
                </a:moveTo>
                <a:cubicBezTo>
                  <a:pt x="17815" y="0"/>
                  <a:pt x="0" y="17815"/>
                  <a:pt x="0" y="39812"/>
                </a:cubicBezTo>
                <a:cubicBezTo>
                  <a:pt x="0" y="61822"/>
                  <a:pt x="17815" y="79636"/>
                  <a:pt x="39825" y="79636"/>
                </a:cubicBezTo>
                <a:cubicBezTo>
                  <a:pt x="61822" y="79636"/>
                  <a:pt x="79637" y="61822"/>
                  <a:pt x="79637" y="39812"/>
                </a:cubicBezTo>
                <a:cubicBezTo>
                  <a:pt x="79637" y="17815"/>
                  <a:pt x="61822" y="0"/>
                  <a:pt x="398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9"/>
          <p:cNvSpPr txBox="1"/>
          <p:nvPr>
            <p:ph type="title"/>
          </p:nvPr>
        </p:nvSpPr>
        <p:spPr>
          <a:xfrm>
            <a:off x="1284000" y="462625"/>
            <a:ext cx="6576000" cy="3702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La covariance</a:t>
            </a:r>
            <a:endParaRPr/>
          </a:p>
        </p:txBody>
      </p:sp>
      <p:sp>
        <p:nvSpPr>
          <p:cNvPr id="1365" name="Google Shape;1365;p39"/>
          <p:cNvSpPr/>
          <p:nvPr/>
        </p:nvSpPr>
        <p:spPr>
          <a:xfrm>
            <a:off x="7109250" y="4314475"/>
            <a:ext cx="25" cy="3400"/>
          </a:xfrm>
          <a:custGeom>
            <a:rect b="b" l="l" r="r" t="t"/>
            <a:pathLst>
              <a:path extrusionOk="0" h="136" w="1">
                <a:moveTo>
                  <a:pt x="0" y="1"/>
                </a:moveTo>
                <a:lnTo>
                  <a:pt x="0" y="135"/>
                </a:lnTo>
                <a:close/>
              </a:path>
            </a:pathLst>
          </a:custGeom>
          <a:solidFill>
            <a:srgbClr val="BD57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9"/>
          <p:cNvSpPr/>
          <p:nvPr/>
        </p:nvSpPr>
        <p:spPr>
          <a:xfrm>
            <a:off x="7109250" y="4317850"/>
            <a:ext cx="25" cy="25"/>
          </a:xfrm>
          <a:custGeom>
            <a:rect b="b" l="l" r="r" t="t"/>
            <a:pathLst>
              <a:path extrusionOk="0" h="1" w="1">
                <a:moveTo>
                  <a:pt x="0" y="0"/>
                </a:moveTo>
                <a:lnTo>
                  <a:pt x="0" y="0"/>
                </a:lnTo>
                <a:close/>
              </a:path>
            </a:pathLst>
          </a:custGeom>
          <a:solidFill>
            <a:srgbClr val="BD57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9"/>
          <p:cNvSpPr/>
          <p:nvPr/>
        </p:nvSpPr>
        <p:spPr>
          <a:xfrm>
            <a:off x="7109250" y="4317850"/>
            <a:ext cx="25" cy="25"/>
          </a:xfrm>
          <a:custGeom>
            <a:rect b="b" l="l" r="r" t="t"/>
            <a:pathLst>
              <a:path extrusionOk="0" h="1" w="1">
                <a:moveTo>
                  <a:pt x="0" y="0"/>
                </a:moveTo>
                <a:lnTo>
                  <a:pt x="0" y="0"/>
                </a:lnTo>
                <a:close/>
              </a:path>
            </a:pathLst>
          </a:custGeom>
          <a:solidFill>
            <a:srgbClr val="BD57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9"/>
          <p:cNvSpPr/>
          <p:nvPr/>
        </p:nvSpPr>
        <p:spPr>
          <a:xfrm>
            <a:off x="7105875" y="4317850"/>
            <a:ext cx="3400" cy="28575"/>
          </a:xfrm>
          <a:custGeom>
            <a:rect b="b" l="l" r="r" t="t"/>
            <a:pathLst>
              <a:path extrusionOk="0" h="1143" w="136">
                <a:moveTo>
                  <a:pt x="135" y="0"/>
                </a:moveTo>
                <a:cubicBezTo>
                  <a:pt x="135" y="303"/>
                  <a:pt x="1" y="571"/>
                  <a:pt x="1" y="840"/>
                </a:cubicBezTo>
                <a:lnTo>
                  <a:pt x="1" y="1143"/>
                </a:lnTo>
                <a:lnTo>
                  <a:pt x="1" y="1143"/>
                </a:lnTo>
                <a:lnTo>
                  <a:pt x="1" y="1143"/>
                </a:lnTo>
                <a:lnTo>
                  <a:pt x="1" y="840"/>
                </a:lnTo>
                <a:cubicBezTo>
                  <a:pt x="1" y="571"/>
                  <a:pt x="135" y="303"/>
                  <a:pt x="135" y="0"/>
                </a:cubicBezTo>
                <a:close/>
              </a:path>
            </a:pathLst>
          </a:custGeom>
          <a:solidFill>
            <a:srgbClr val="BD57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9"/>
          <p:cNvSpPr/>
          <p:nvPr/>
        </p:nvSpPr>
        <p:spPr>
          <a:xfrm>
            <a:off x="6682425" y="3338150"/>
            <a:ext cx="1099025" cy="430200"/>
          </a:xfrm>
          <a:custGeom>
            <a:rect b="b" l="l" r="r" t="t"/>
            <a:pathLst>
              <a:path extrusionOk="0" h="17208" w="43961">
                <a:moveTo>
                  <a:pt x="5176" y="17074"/>
                </a:moveTo>
                <a:cubicBezTo>
                  <a:pt x="5176" y="17208"/>
                  <a:pt x="5041" y="17208"/>
                  <a:pt x="4907" y="17208"/>
                </a:cubicBezTo>
                <a:lnTo>
                  <a:pt x="4470" y="17208"/>
                </a:lnTo>
                <a:lnTo>
                  <a:pt x="4470" y="17208"/>
                </a:lnTo>
                <a:lnTo>
                  <a:pt x="4907" y="17208"/>
                </a:lnTo>
                <a:cubicBezTo>
                  <a:pt x="5041" y="17208"/>
                  <a:pt x="5176" y="17208"/>
                  <a:pt x="5176" y="17074"/>
                </a:cubicBezTo>
                <a:close/>
                <a:moveTo>
                  <a:pt x="7293" y="16233"/>
                </a:moveTo>
                <a:cubicBezTo>
                  <a:pt x="7293" y="16233"/>
                  <a:pt x="7159" y="16368"/>
                  <a:pt x="6991" y="16368"/>
                </a:cubicBezTo>
                <a:cubicBezTo>
                  <a:pt x="7159" y="16368"/>
                  <a:pt x="7293" y="16233"/>
                  <a:pt x="7293" y="16233"/>
                </a:cubicBezTo>
                <a:lnTo>
                  <a:pt x="7293" y="16233"/>
                </a:lnTo>
                <a:close/>
                <a:moveTo>
                  <a:pt x="135" y="12436"/>
                </a:moveTo>
                <a:cubicBezTo>
                  <a:pt x="0" y="12604"/>
                  <a:pt x="0" y="12872"/>
                  <a:pt x="135" y="13141"/>
                </a:cubicBezTo>
                <a:cubicBezTo>
                  <a:pt x="135" y="13578"/>
                  <a:pt x="269" y="14116"/>
                  <a:pt x="437" y="14553"/>
                </a:cubicBezTo>
                <a:cubicBezTo>
                  <a:pt x="269" y="14116"/>
                  <a:pt x="135" y="13578"/>
                  <a:pt x="135" y="13141"/>
                </a:cubicBezTo>
                <a:cubicBezTo>
                  <a:pt x="0" y="12872"/>
                  <a:pt x="0" y="12604"/>
                  <a:pt x="135" y="12436"/>
                </a:cubicBezTo>
                <a:close/>
                <a:moveTo>
                  <a:pt x="975" y="10083"/>
                </a:moveTo>
                <a:cubicBezTo>
                  <a:pt x="706" y="10352"/>
                  <a:pt x="571" y="10755"/>
                  <a:pt x="437" y="11058"/>
                </a:cubicBezTo>
                <a:cubicBezTo>
                  <a:pt x="571" y="10755"/>
                  <a:pt x="706" y="10352"/>
                  <a:pt x="975" y="10083"/>
                </a:cubicBezTo>
                <a:lnTo>
                  <a:pt x="975" y="10083"/>
                </a:lnTo>
                <a:close/>
                <a:moveTo>
                  <a:pt x="39490" y="8537"/>
                </a:moveTo>
                <a:lnTo>
                  <a:pt x="39490" y="8537"/>
                </a:lnTo>
                <a:lnTo>
                  <a:pt x="39490" y="8537"/>
                </a:lnTo>
                <a:lnTo>
                  <a:pt x="39490" y="8537"/>
                </a:lnTo>
                <a:close/>
                <a:moveTo>
                  <a:pt x="40599" y="8537"/>
                </a:moveTo>
                <a:lnTo>
                  <a:pt x="40062" y="8537"/>
                </a:lnTo>
                <a:lnTo>
                  <a:pt x="40062" y="8537"/>
                </a:lnTo>
                <a:lnTo>
                  <a:pt x="40062" y="8537"/>
                </a:lnTo>
                <a:lnTo>
                  <a:pt x="40599" y="8537"/>
                </a:lnTo>
                <a:close/>
                <a:moveTo>
                  <a:pt x="41608" y="0"/>
                </a:moveTo>
                <a:lnTo>
                  <a:pt x="41608" y="0"/>
                </a:lnTo>
                <a:cubicBezTo>
                  <a:pt x="42717" y="538"/>
                  <a:pt x="43557" y="1378"/>
                  <a:pt x="43960" y="2521"/>
                </a:cubicBezTo>
                <a:cubicBezTo>
                  <a:pt x="43557" y="1378"/>
                  <a:pt x="42717" y="538"/>
                  <a:pt x="41608" y="0"/>
                </a:cubicBezTo>
                <a:close/>
              </a:path>
            </a:pathLst>
          </a:custGeom>
          <a:solidFill>
            <a:srgbClr val="F9EA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9"/>
          <p:cNvSpPr/>
          <p:nvPr/>
        </p:nvSpPr>
        <p:spPr>
          <a:xfrm>
            <a:off x="6574025" y="3099525"/>
            <a:ext cx="45400" cy="119325"/>
          </a:xfrm>
          <a:custGeom>
            <a:rect b="b" l="l" r="r" t="t"/>
            <a:pathLst>
              <a:path extrusionOk="0" h="4773" w="1816">
                <a:moveTo>
                  <a:pt x="1815" y="1"/>
                </a:moveTo>
                <a:cubicBezTo>
                  <a:pt x="841" y="1278"/>
                  <a:pt x="135" y="3093"/>
                  <a:pt x="1" y="4773"/>
                </a:cubicBezTo>
                <a:cubicBezTo>
                  <a:pt x="135" y="3093"/>
                  <a:pt x="841" y="1412"/>
                  <a:pt x="1815" y="1"/>
                </a:cubicBez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9"/>
          <p:cNvSpPr/>
          <p:nvPr/>
        </p:nvSpPr>
        <p:spPr>
          <a:xfrm>
            <a:off x="7613375" y="3246575"/>
            <a:ext cx="7575" cy="73950"/>
          </a:xfrm>
          <a:custGeom>
            <a:rect b="b" l="l" r="r" t="t"/>
            <a:pathLst>
              <a:path extrusionOk="0" h="2958" w="303">
                <a:moveTo>
                  <a:pt x="303" y="0"/>
                </a:moveTo>
                <a:cubicBezTo>
                  <a:pt x="303" y="975"/>
                  <a:pt x="0" y="1983"/>
                  <a:pt x="0" y="2958"/>
                </a:cubicBezTo>
                <a:cubicBezTo>
                  <a:pt x="0" y="1983"/>
                  <a:pt x="303" y="975"/>
                  <a:pt x="303" y="0"/>
                </a:cubicBezTo>
                <a:close/>
              </a:path>
            </a:pathLst>
          </a:custGeom>
          <a:solidFill>
            <a:srgbClr val="BE8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9"/>
          <p:cNvSpPr/>
          <p:nvPr/>
        </p:nvSpPr>
        <p:spPr>
          <a:xfrm>
            <a:off x="6612675" y="3288600"/>
            <a:ext cx="27750" cy="119300"/>
          </a:xfrm>
          <a:custGeom>
            <a:rect b="b" l="l" r="r" t="t"/>
            <a:pathLst>
              <a:path extrusionOk="0" h="4772" w="1110">
                <a:moveTo>
                  <a:pt x="1109" y="0"/>
                </a:moveTo>
                <a:lnTo>
                  <a:pt x="1109" y="0"/>
                </a:lnTo>
                <a:cubicBezTo>
                  <a:pt x="404" y="1412"/>
                  <a:pt x="1" y="3092"/>
                  <a:pt x="1" y="4772"/>
                </a:cubicBezTo>
                <a:cubicBezTo>
                  <a:pt x="1" y="3226"/>
                  <a:pt x="404" y="1412"/>
                  <a:pt x="1109" y="0"/>
                </a:cubicBezTo>
                <a:close/>
              </a:path>
            </a:pathLst>
          </a:custGeom>
          <a:solidFill>
            <a:srgbClr val="D2BD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9"/>
          <p:cNvSpPr/>
          <p:nvPr/>
        </p:nvSpPr>
        <p:spPr>
          <a:xfrm>
            <a:off x="7210900" y="3302850"/>
            <a:ext cx="25" cy="38675"/>
          </a:xfrm>
          <a:custGeom>
            <a:rect b="b" l="l" r="r" t="t"/>
            <a:pathLst>
              <a:path extrusionOk="0" h="1547" w="1">
                <a:moveTo>
                  <a:pt x="1" y="1"/>
                </a:moveTo>
                <a:lnTo>
                  <a:pt x="1" y="1547"/>
                </a:lnTo>
                <a:close/>
              </a:path>
            </a:pathLst>
          </a:custGeom>
          <a:solidFill>
            <a:srgbClr val="C28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9"/>
          <p:cNvSpPr/>
          <p:nvPr/>
        </p:nvSpPr>
        <p:spPr>
          <a:xfrm>
            <a:off x="6759725" y="3474250"/>
            <a:ext cx="13450" cy="80700"/>
          </a:xfrm>
          <a:custGeom>
            <a:rect b="b" l="l" r="r" t="t"/>
            <a:pathLst>
              <a:path extrusionOk="0" h="3228" w="538">
                <a:moveTo>
                  <a:pt x="0" y="1"/>
                </a:moveTo>
                <a:cubicBezTo>
                  <a:pt x="0" y="438"/>
                  <a:pt x="0" y="707"/>
                  <a:pt x="134" y="976"/>
                </a:cubicBezTo>
                <a:cubicBezTo>
                  <a:pt x="269" y="1681"/>
                  <a:pt x="538" y="2522"/>
                  <a:pt x="538" y="3227"/>
                </a:cubicBezTo>
                <a:cubicBezTo>
                  <a:pt x="538" y="2522"/>
                  <a:pt x="269" y="1681"/>
                  <a:pt x="134" y="976"/>
                </a:cubicBezTo>
                <a:cubicBezTo>
                  <a:pt x="0" y="707"/>
                  <a:pt x="0" y="438"/>
                  <a:pt x="0" y="1"/>
                </a:cubicBezTo>
                <a:close/>
              </a:path>
            </a:pathLst>
          </a:custGeom>
          <a:solidFill>
            <a:srgbClr val="BE8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9"/>
          <p:cNvSpPr/>
          <p:nvPr/>
        </p:nvSpPr>
        <p:spPr>
          <a:xfrm>
            <a:off x="7336950" y="3340400"/>
            <a:ext cx="182350" cy="170100"/>
          </a:xfrm>
          <a:custGeom>
            <a:rect b="b" l="l" r="r" t="t"/>
            <a:pathLst>
              <a:path extrusionOk="0" h="6804" w="7294">
                <a:moveTo>
                  <a:pt x="3630" y="0"/>
                </a:moveTo>
                <a:cubicBezTo>
                  <a:pt x="3451" y="0"/>
                  <a:pt x="3272" y="15"/>
                  <a:pt x="3092" y="45"/>
                </a:cubicBezTo>
                <a:cubicBezTo>
                  <a:pt x="1277" y="448"/>
                  <a:pt x="0" y="2129"/>
                  <a:pt x="303" y="3943"/>
                </a:cubicBezTo>
                <a:cubicBezTo>
                  <a:pt x="547" y="5623"/>
                  <a:pt x="2068" y="6803"/>
                  <a:pt x="3705" y="6803"/>
                </a:cubicBezTo>
                <a:cubicBezTo>
                  <a:pt x="3870" y="6803"/>
                  <a:pt x="4035" y="6791"/>
                  <a:pt x="4201" y="6767"/>
                </a:cubicBezTo>
                <a:cubicBezTo>
                  <a:pt x="6016" y="6464"/>
                  <a:pt x="7293" y="4649"/>
                  <a:pt x="7024" y="2834"/>
                </a:cubicBezTo>
                <a:cubicBezTo>
                  <a:pt x="6752" y="1199"/>
                  <a:pt x="5251" y="0"/>
                  <a:pt x="36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9"/>
          <p:cNvSpPr/>
          <p:nvPr/>
        </p:nvSpPr>
        <p:spPr>
          <a:xfrm>
            <a:off x="6941200" y="3761625"/>
            <a:ext cx="112625" cy="82975"/>
          </a:xfrm>
          <a:custGeom>
            <a:rect b="b" l="l" r="r" t="t"/>
            <a:pathLst>
              <a:path extrusionOk="0" h="3319" w="4505">
                <a:moveTo>
                  <a:pt x="3798" y="0"/>
                </a:moveTo>
                <a:cubicBezTo>
                  <a:pt x="2824" y="0"/>
                  <a:pt x="1983" y="269"/>
                  <a:pt x="1278" y="840"/>
                </a:cubicBezTo>
                <a:cubicBezTo>
                  <a:pt x="706" y="1378"/>
                  <a:pt x="169" y="1949"/>
                  <a:pt x="1" y="2790"/>
                </a:cubicBezTo>
                <a:cubicBezTo>
                  <a:pt x="1" y="3143"/>
                  <a:pt x="286" y="3319"/>
                  <a:pt x="572" y="3319"/>
                </a:cubicBezTo>
                <a:cubicBezTo>
                  <a:pt x="858" y="3319"/>
                  <a:pt x="1143" y="3143"/>
                  <a:pt x="1143" y="2790"/>
                </a:cubicBezTo>
                <a:cubicBezTo>
                  <a:pt x="1278" y="2386"/>
                  <a:pt x="1849" y="1949"/>
                  <a:pt x="2118" y="1681"/>
                </a:cubicBezTo>
                <a:cubicBezTo>
                  <a:pt x="2521" y="1244"/>
                  <a:pt x="3227" y="1109"/>
                  <a:pt x="3798" y="1109"/>
                </a:cubicBezTo>
                <a:cubicBezTo>
                  <a:pt x="4504" y="1109"/>
                  <a:pt x="4504" y="0"/>
                  <a:pt x="37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9"/>
          <p:cNvSpPr/>
          <p:nvPr/>
        </p:nvSpPr>
        <p:spPr>
          <a:xfrm>
            <a:off x="7141175" y="3957425"/>
            <a:ext cx="10100" cy="17625"/>
          </a:xfrm>
          <a:custGeom>
            <a:rect b="b" l="l" r="r" t="t"/>
            <a:pathLst>
              <a:path extrusionOk="0" h="705" w="404">
                <a:moveTo>
                  <a:pt x="404" y="1"/>
                </a:moveTo>
                <a:cubicBezTo>
                  <a:pt x="403" y="269"/>
                  <a:pt x="135" y="571"/>
                  <a:pt x="0" y="705"/>
                </a:cubicBezTo>
                <a:cubicBezTo>
                  <a:pt x="135" y="705"/>
                  <a:pt x="403" y="270"/>
                  <a:pt x="404" y="1"/>
                </a:cubicBezTo>
                <a:close/>
              </a:path>
            </a:pathLst>
          </a:custGeom>
          <a:solidFill>
            <a:srgbClr val="C96B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9"/>
          <p:cNvSpPr/>
          <p:nvPr/>
        </p:nvSpPr>
        <p:spPr>
          <a:xfrm>
            <a:off x="7092450" y="3750700"/>
            <a:ext cx="66375" cy="98075"/>
          </a:xfrm>
          <a:custGeom>
            <a:rect b="b" l="l" r="r" t="t"/>
            <a:pathLst>
              <a:path extrusionOk="0" h="3923" w="2655">
                <a:moveTo>
                  <a:pt x="0" y="0"/>
                </a:moveTo>
                <a:lnTo>
                  <a:pt x="0" y="135"/>
                </a:lnTo>
                <a:cubicBezTo>
                  <a:pt x="1509" y="839"/>
                  <a:pt x="2517" y="2246"/>
                  <a:pt x="2654" y="3922"/>
                </a:cubicBezTo>
                <a:lnTo>
                  <a:pt x="2654" y="3922"/>
                </a:lnTo>
                <a:cubicBezTo>
                  <a:pt x="2517" y="2246"/>
                  <a:pt x="1509" y="839"/>
                  <a:pt x="0" y="0"/>
                </a:cubicBezTo>
                <a:close/>
              </a:path>
            </a:pathLst>
          </a:custGeom>
          <a:solidFill>
            <a:srgbClr val="E3A8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9"/>
          <p:cNvSpPr/>
          <p:nvPr/>
        </p:nvSpPr>
        <p:spPr>
          <a:xfrm>
            <a:off x="6976500" y="3964100"/>
            <a:ext cx="56300" cy="42050"/>
          </a:xfrm>
          <a:custGeom>
            <a:rect b="b" l="l" r="r" t="t"/>
            <a:pathLst>
              <a:path extrusionOk="0" h="1682" w="2252">
                <a:moveTo>
                  <a:pt x="0" y="1"/>
                </a:moveTo>
                <a:cubicBezTo>
                  <a:pt x="0" y="1"/>
                  <a:pt x="0" y="169"/>
                  <a:pt x="135" y="169"/>
                </a:cubicBezTo>
                <a:lnTo>
                  <a:pt x="0" y="1"/>
                </a:lnTo>
                <a:close/>
                <a:moveTo>
                  <a:pt x="2252" y="707"/>
                </a:moveTo>
                <a:lnTo>
                  <a:pt x="2252" y="707"/>
                </a:lnTo>
                <a:cubicBezTo>
                  <a:pt x="1949" y="1009"/>
                  <a:pt x="2117" y="1547"/>
                  <a:pt x="1681" y="1681"/>
                </a:cubicBezTo>
                <a:cubicBezTo>
                  <a:pt x="2117" y="1547"/>
                  <a:pt x="2117" y="1009"/>
                  <a:pt x="2252" y="707"/>
                </a:cubicBezTo>
                <a:close/>
              </a:path>
            </a:pathLst>
          </a:custGeom>
          <a:solidFill>
            <a:srgbClr val="8453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9"/>
          <p:cNvSpPr/>
          <p:nvPr/>
        </p:nvSpPr>
        <p:spPr>
          <a:xfrm>
            <a:off x="7246200" y="4825325"/>
            <a:ext cx="3375" cy="7600"/>
          </a:xfrm>
          <a:custGeom>
            <a:rect b="b" l="l" r="r" t="t"/>
            <a:pathLst>
              <a:path extrusionOk="0" h="304" w="135">
                <a:moveTo>
                  <a:pt x="0" y="303"/>
                </a:moveTo>
                <a:cubicBezTo>
                  <a:pt x="135" y="169"/>
                  <a:pt x="135" y="169"/>
                  <a:pt x="135" y="1"/>
                </a:cubicBezTo>
                <a:cubicBezTo>
                  <a:pt x="135" y="169"/>
                  <a:pt x="135" y="169"/>
                  <a:pt x="0" y="303"/>
                </a:cubicBezTo>
                <a:close/>
              </a:path>
            </a:pathLst>
          </a:custGeom>
          <a:solidFill>
            <a:srgbClr val="D077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40"/>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En théorie des probabilités et en statistique, la covariance entre deux variables aléatoires est un nombre permettant de quantifier leurs écarts conjoints par rapport à leurs espérances respectives. Elle s’utilise également pour deux séries de données numériques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41"/>
          <p:cNvSpPr txBox="1"/>
          <p:nvPr>
            <p:ph type="title"/>
          </p:nvPr>
        </p:nvSpPr>
        <p:spPr>
          <a:xfrm>
            <a:off x="720000" y="406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MERCI </a:t>
            </a:r>
            <a:br>
              <a:rPr lang="en"/>
            </a:br>
            <a:r>
              <a:rPr lang="en"/>
              <a:t>DE </a:t>
            </a:r>
            <a:br>
              <a:rPr lang="en"/>
            </a:br>
            <a:r>
              <a:rPr lang="en"/>
              <a:t>VOTRE  AIMABLE ATTENTION</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Et </a:t>
            </a:r>
            <a:endParaRPr/>
          </a:p>
          <a:p>
            <a:pPr indent="0" lvl="0" marL="0" rtl="0" algn="ctr">
              <a:spcBef>
                <a:spcPts val="0"/>
              </a:spcBef>
              <a:spcAft>
                <a:spcPts val="0"/>
              </a:spcAft>
              <a:buNone/>
            </a:pPr>
            <a:r>
              <a:rPr lang="en"/>
              <a:t>N’oubliez Pas,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AMY NDARé</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h Workshop for Kids by Slidesgo">
  <a:themeElements>
    <a:clrScheme name="Simple Light">
      <a:dk1>
        <a:srgbClr val="27485A"/>
      </a:dk1>
      <a:lt1>
        <a:srgbClr val="FFFFFF"/>
      </a:lt1>
      <a:dk2>
        <a:srgbClr val="3F798D"/>
      </a:dk2>
      <a:lt2>
        <a:srgbClr val="FFEC9D"/>
      </a:lt2>
      <a:accent1>
        <a:srgbClr val="EDD56E"/>
      </a:accent1>
      <a:accent2>
        <a:srgbClr val="74E2ED"/>
      </a:accent2>
      <a:accent3>
        <a:srgbClr val="8D7DFF"/>
      </a:accent3>
      <a:accent4>
        <a:srgbClr val="BDB8FF"/>
      </a:accent4>
      <a:accent5>
        <a:srgbClr val="FA518F"/>
      </a:accent5>
      <a:accent6>
        <a:srgbClr val="D4145A"/>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