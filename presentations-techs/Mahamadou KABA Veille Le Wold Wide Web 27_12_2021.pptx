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jalla One"/>
      <p:regular r:id="rId23"/>
    </p:embeddedFont>
    <p:embeddedFont>
      <p:font typeface="Barlow Semi Condensed Medium"/>
      <p:regular r:id="rId24"/>
      <p:bold r:id="rId25"/>
      <p:italic r:id="rId26"/>
      <p:boldItalic r:id="rId27"/>
    </p:embeddedFont>
    <p:embeddedFont>
      <p:font typeface="Abel"/>
      <p:regular r:id="rId28"/>
    </p:embeddedFont>
    <p:embeddedFont>
      <p:font typeface="Barlow Semi Condense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E8EA9B-2920-4236-9272-5F5024C4B6AF}">
  <a:tblStyle styleId="{D8E8EA9B-2920-4236-9272-5F5024C4B6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BarlowSemiCondensedMedium-regular.fntdata"/><Relationship Id="rId23" Type="http://schemas.openxmlformats.org/officeDocument/2006/relationships/font" Target="fonts/FjallaOn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SemiCondensedMedium-italic.fntdata"/><Relationship Id="rId25" Type="http://schemas.openxmlformats.org/officeDocument/2006/relationships/font" Target="fonts/BarlowSemiCondensedMedium-bold.fntdata"/><Relationship Id="rId28" Type="http://schemas.openxmlformats.org/officeDocument/2006/relationships/font" Target="fonts/Abel-regular.fntdata"/><Relationship Id="rId27" Type="http://schemas.openxmlformats.org/officeDocument/2006/relationships/font" Target="fonts/BarlowSemi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SemiCondense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SemiCondensed-italic.fntdata"/><Relationship Id="rId30" Type="http://schemas.openxmlformats.org/officeDocument/2006/relationships/font" Target="fonts/BarlowSemiCondense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BarlowSemiCondense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86fa6133bc_4_2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86fa6133bc_4_2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109d7ca36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109d7ca36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g109d7ca36f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9" name="Google Shape;2209;g109d7ca36f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g8728718f4e_1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6" name="Google Shape;2496;g8728718f4e_1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8728718f4e_1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8728718f4e_1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881d70bc0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1" name="Google Shape;2531;g881d70bc0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g8714a43093_3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4" name="Google Shape;2554;g8714a43093_3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g86fa6133bc_4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8" name="Google Shape;2798;g86fa6133bc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8714a43093_5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4" name="Google Shape;2804;g8714a43093_5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8714a43093_3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8714a43093_3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8714a43093_5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8714a43093_5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263306" y="1675649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WEB</a:t>
            </a:r>
            <a:endParaRPr sz="5000">
              <a:solidFill>
                <a:schemeClr val="dk2"/>
              </a:solidFill>
            </a:endParaRPr>
          </a:p>
        </p:txBody>
      </p:sp>
      <p:pic>
        <p:nvPicPr>
          <p:cNvPr id="1881" name="Google Shape;1881;p33"/>
          <p:cNvPicPr preferRelativeResize="0"/>
          <p:nvPr/>
        </p:nvPicPr>
        <p:blipFill rotWithShape="1">
          <a:blip r:embed="rId3">
            <a:alphaModFix/>
          </a:blip>
          <a:srcRect b="-6309" l="-9510" r="9510" t="6310"/>
          <a:stretch/>
        </p:blipFill>
        <p:spPr>
          <a:xfrm>
            <a:off x="209075" y="236975"/>
            <a:ext cx="9525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33"/>
          <p:cNvSpPr txBox="1"/>
          <p:nvPr>
            <p:ph idx="1" type="subTitle"/>
          </p:nvPr>
        </p:nvSpPr>
        <p:spPr>
          <a:xfrm>
            <a:off x="6905650" y="3621165"/>
            <a:ext cx="1962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By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Mahamadou KABA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0"/>
                                        <p:tgtEl>
                                          <p:spTgt spid="1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3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Points Essentiels</a:t>
            </a:r>
            <a:endParaRPr/>
          </a:p>
        </p:txBody>
      </p:sp>
      <p:sp>
        <p:nvSpPr>
          <p:cNvPr id="1888" name="Google Shape;1888;p34"/>
          <p:cNvSpPr txBox="1"/>
          <p:nvPr>
            <p:ph idx="1" type="body"/>
          </p:nvPr>
        </p:nvSpPr>
        <p:spPr>
          <a:xfrm>
            <a:off x="719250" y="2971800"/>
            <a:ext cx="77055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6D9EEB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3000"/>
              <a:buChar char="●"/>
            </a:pPr>
            <a:r>
              <a:rPr lang="en" sz="3000">
                <a:solidFill>
                  <a:srgbClr val="6D9EEB"/>
                </a:solidFill>
              </a:rPr>
              <a:t>Evolution du Web</a:t>
            </a:r>
            <a:endParaRPr sz="3000">
              <a:solidFill>
                <a:srgbClr val="6D9EEB"/>
              </a:solidFill>
            </a:endParaRPr>
          </a:p>
        </p:txBody>
      </p:sp>
      <p:sp>
        <p:nvSpPr>
          <p:cNvPr id="1889" name="Google Shape;1889;p34"/>
          <p:cNvSpPr txBox="1"/>
          <p:nvPr/>
        </p:nvSpPr>
        <p:spPr>
          <a:xfrm>
            <a:off x="719250" y="2436075"/>
            <a:ext cx="605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3000"/>
              <a:buFont typeface="Barlow Semi Condensed Medium"/>
              <a:buChar char="●"/>
            </a:pPr>
            <a:r>
              <a:rPr lang="en" sz="3000">
                <a:solidFill>
                  <a:srgbClr val="6D9EE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Différence entre Web et Internet</a:t>
            </a:r>
            <a:endParaRPr sz="3000">
              <a:solidFill>
                <a:srgbClr val="6D9EE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" name="Google Shape;1894;p35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5" name="Google Shape;1895;p35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5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5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5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5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4" name="Google Shape;2104;p35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5" name="Google Shape;2105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6" name="Google Shape;2106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7" name="Google Shape;2107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8" name="Google Shape;2108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09" name="Google Shape;2109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0" name="Google Shape;2110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1" name="Google Shape;2111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2" name="Google Shape;2112;p35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3" name="Google Shape;2113;p3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4" name="Google Shape;2114;p3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3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16" name="Google Shape;2116;p3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7" name="Google Shape;2117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8" name="Google Shape;2118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9" name="Google Shape;2119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0" name="Google Shape;2120;p35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1" name="Google Shape;2121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2" name="Google Shape;2122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4" name="Google Shape;2124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5" name="Google Shape;2125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6" name="Google Shape;2126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7" name="Google Shape;2127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8" name="Google Shape;2128;p35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29" name="Google Shape;2129;p35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0" name="Google Shape;2130;p35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35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2" name="Google Shape;2132;p35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3" name="Google Shape;2133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4" name="Google Shape;2134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5" name="Google Shape;2135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6" name="Google Shape;2136;p35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2137" name="Google Shape;2137;p35"/>
          <p:cNvSpPr txBox="1"/>
          <p:nvPr>
            <p:ph idx="1" type="subTitle"/>
          </p:nvPr>
        </p:nvSpPr>
        <p:spPr>
          <a:xfrm>
            <a:off x="1664208" y="722381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du WEB</a:t>
            </a:r>
            <a:endParaRPr/>
          </a:p>
        </p:txBody>
      </p:sp>
      <p:sp>
        <p:nvSpPr>
          <p:cNvPr id="2138" name="Google Shape;2138;p35"/>
          <p:cNvSpPr txBox="1"/>
          <p:nvPr>
            <p:ph idx="3" type="subTitle"/>
          </p:nvPr>
        </p:nvSpPr>
        <p:spPr>
          <a:xfrm>
            <a:off x="1664208" y="180137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d’INTERNET</a:t>
            </a:r>
            <a:endParaRPr/>
          </a:p>
        </p:txBody>
      </p:sp>
      <p:sp>
        <p:nvSpPr>
          <p:cNvPr id="2139" name="Google Shape;2139;p35"/>
          <p:cNvSpPr txBox="1"/>
          <p:nvPr>
            <p:ph idx="5" type="subTitle"/>
          </p:nvPr>
        </p:nvSpPr>
        <p:spPr>
          <a:xfrm>
            <a:off x="1664208" y="2880365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WEB ET INTERNET</a:t>
            </a:r>
            <a:endParaRPr/>
          </a:p>
        </p:txBody>
      </p:sp>
      <p:sp>
        <p:nvSpPr>
          <p:cNvPr id="2140" name="Google Shape;2140;p35"/>
          <p:cNvSpPr txBox="1"/>
          <p:nvPr>
            <p:ph idx="7" type="subTitle"/>
          </p:nvPr>
        </p:nvSpPr>
        <p:spPr>
          <a:xfrm>
            <a:off x="1664208" y="3959357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du WEB</a:t>
            </a:r>
            <a:endParaRPr/>
          </a:p>
        </p:txBody>
      </p:sp>
      <p:sp>
        <p:nvSpPr>
          <p:cNvPr id="2141" name="Google Shape;2141;p35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2" name="Google Shape;2142;p35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3" name="Google Shape;2143;p35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44" name="Google Shape;2144;p35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1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36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LE WEB</a:t>
            </a:r>
            <a:endParaRPr sz="4700"/>
          </a:p>
        </p:txBody>
      </p:sp>
      <p:sp>
        <p:nvSpPr>
          <p:cNvPr id="2150" name="Google Shape;2150;p36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1" name="Google Shape;2151;p36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QU’EST CE QUE LE WEB ?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6" name="Google Shape;2156;p37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2157" name="Google Shape;2157;p37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9" name="Google Shape;2159;p37"/>
          <p:cNvSpPr txBox="1"/>
          <p:nvPr/>
        </p:nvSpPr>
        <p:spPr>
          <a:xfrm>
            <a:off x="4039175" y="1473608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www</a:t>
            </a:r>
            <a:endParaRPr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160" name="Google Shape;2160;p37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 web est: </a:t>
            </a:r>
            <a:endParaRPr/>
          </a:p>
        </p:txBody>
      </p:sp>
      <p:sp>
        <p:nvSpPr>
          <p:cNvPr id="2161" name="Google Shape;2161;p37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La toile mondiale ou la toile, est un système hypertexte public fonctionnant sur Internet.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 Web permet de consulter, avec un navigateur, des pages accessibles sur des sites.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L’image de la toile d’araignée vient des hyperliens qui lient les pages web entre elles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162" name="Google Shape;216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000" y="1014537"/>
            <a:ext cx="576000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400"/>
                                        <p:tgtEl>
                                          <p:spTgt spid="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2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2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2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7" name="Google Shape;2167;p38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68" name="Google Shape;2168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71" name="Google Shape;2171;p38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72" name="Google Shape;2172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75" name="Google Shape;2175;p38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76" name="Google Shape;2176;p3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7" name="Google Shape;2177;p3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8" name="Google Shape;2178;p3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9" name="Google Shape;2179;p38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Fondements du WEB</a:t>
            </a:r>
            <a:endParaRPr/>
          </a:p>
        </p:txBody>
      </p:sp>
      <p:sp>
        <p:nvSpPr>
          <p:cNvPr id="2180" name="Google Shape;2180;p38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URL : l’adressage logique</a:t>
            </a:r>
            <a:endParaRPr/>
          </a:p>
        </p:txBody>
      </p:sp>
      <p:sp>
        <p:nvSpPr>
          <p:cNvPr id="2181" name="Google Shape;2181;p38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client / serveur</a:t>
            </a:r>
            <a:endParaRPr/>
          </a:p>
        </p:txBody>
      </p:sp>
      <p:sp>
        <p:nvSpPr>
          <p:cNvPr id="2182" name="Google Shape;2182;p38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: le protocole</a:t>
            </a:r>
            <a:endParaRPr/>
          </a:p>
        </p:txBody>
      </p:sp>
      <p:pic>
        <p:nvPicPr>
          <p:cNvPr id="2183" name="Google Shape;21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925" y="996675"/>
            <a:ext cx="1505300" cy="15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3425" y="1164108"/>
            <a:ext cx="1755649" cy="117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5" name="Google Shape;21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4075" y="1142125"/>
            <a:ext cx="1616950" cy="10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0" name="Google Shape;2190;p39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91" name="Google Shape;2191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2" name="Google Shape;2192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4" name="Google Shape;2194;p39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95" name="Google Shape;2195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6" name="Google Shape;2196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7" name="Google Shape;2197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8" name="Google Shape;2198;p39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99" name="Google Shape;2199;p3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00" name="Google Shape;2200;p3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01" name="Google Shape;2201;p3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02" name="Google Shape;2202;p39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Fondements du WEB</a:t>
            </a:r>
            <a:endParaRPr/>
          </a:p>
        </p:txBody>
      </p:sp>
      <p:sp>
        <p:nvSpPr>
          <p:cNvPr id="2203" name="Google Shape;2203;p39"/>
          <p:cNvSpPr txBox="1"/>
          <p:nvPr>
            <p:ph idx="1" type="subTitle"/>
          </p:nvPr>
        </p:nvSpPr>
        <p:spPr>
          <a:xfrm>
            <a:off x="3378050" y="3128240"/>
            <a:ext cx="1962900" cy="8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: le langage</a:t>
            </a:r>
            <a:endParaRPr/>
          </a:p>
        </p:txBody>
      </p:sp>
      <p:sp>
        <p:nvSpPr>
          <p:cNvPr id="2204" name="Google Shape;2204;p39"/>
          <p:cNvSpPr txBox="1"/>
          <p:nvPr/>
        </p:nvSpPr>
        <p:spPr>
          <a:xfrm>
            <a:off x="4649675" y="1899375"/>
            <a:ext cx="43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5" name="Google Shape;22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800" y="849503"/>
            <a:ext cx="3384750" cy="2371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39"/>
          <p:cNvSpPr txBox="1"/>
          <p:nvPr/>
        </p:nvSpPr>
        <p:spPr>
          <a:xfrm>
            <a:off x="-129549" y="849500"/>
            <a:ext cx="3507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MAIS </a:t>
            </a:r>
            <a:endParaRPr b="1" sz="36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</a:rPr>
              <a:t>AUSSI</a:t>
            </a:r>
            <a:endParaRPr b="1"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40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INTERNET</a:t>
            </a:r>
            <a:endParaRPr sz="4700"/>
          </a:p>
        </p:txBody>
      </p:sp>
      <p:sp>
        <p:nvSpPr>
          <p:cNvPr id="2212" name="Google Shape;2212;p40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13" name="Google Shape;2213;p40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C’est quoi l’internet ?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41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L’internet en bref</a:t>
            </a:r>
            <a:endParaRPr/>
          </a:p>
        </p:txBody>
      </p:sp>
      <p:sp>
        <p:nvSpPr>
          <p:cNvPr id="2219" name="Google Shape;2219;p41"/>
          <p:cNvSpPr txBox="1"/>
          <p:nvPr>
            <p:ph idx="1" type="subTitle"/>
          </p:nvPr>
        </p:nvSpPr>
        <p:spPr>
          <a:xfrm>
            <a:off x="1048953" y="1659311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Réseau informatique mondial.</a:t>
            </a:r>
            <a:endParaRPr/>
          </a:p>
        </p:txBody>
      </p:sp>
      <p:pic>
        <p:nvPicPr>
          <p:cNvPr id="2220" name="Google Shape;22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625" y="2882771"/>
            <a:ext cx="1945200" cy="1808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1" name="Google Shape;2221;p41"/>
          <p:cNvGrpSpPr/>
          <p:nvPr/>
        </p:nvGrpSpPr>
        <p:grpSpPr>
          <a:xfrm>
            <a:off x="4023220" y="1652562"/>
            <a:ext cx="4188013" cy="2427688"/>
            <a:chOff x="1397225" y="1410350"/>
            <a:chExt cx="4786300" cy="2774500"/>
          </a:xfrm>
        </p:grpSpPr>
        <p:grpSp>
          <p:nvGrpSpPr>
            <p:cNvPr id="2222" name="Google Shape;2222;p41"/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</p:grpSpPr>
          <p:sp>
            <p:nvSpPr>
              <p:cNvPr id="2223" name="Google Shape;2223;p41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rect b="b" l="l" r="r" t="t"/>
                <a:pathLst>
                  <a:path extrusionOk="0" h="1810" w="2286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24" name="Google Shape;2224;p41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rect b="b" l="l" r="r" t="t"/>
                <a:pathLst>
                  <a:path extrusionOk="0" h="2596" w="3139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5" name="Google Shape;2225;p41"/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</p:grpSpPr>
          <p:sp>
            <p:nvSpPr>
              <p:cNvPr id="2226" name="Google Shape;2226;p41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rect b="b" l="l" r="r" t="t"/>
                <a:pathLst>
                  <a:path extrusionOk="0" h="2607" w="241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2227" name="Google Shape;2227;p41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228" name="Google Shape;2228;p41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rect b="b" l="l" r="r" t="t"/>
                  <a:pathLst>
                    <a:path extrusionOk="0" h="20400" w="61835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2229" name="Google Shape;2229;p41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rect b="b" l="l" r="r" t="t"/>
                  <a:pathLst>
                    <a:path extrusionOk="0" h="2951" w="2324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0" name="Google Shape;2230;p41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rect b="b" l="l" r="r" t="t"/>
                  <a:pathLst>
                    <a:path extrusionOk="0" h="4164" w="4688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1" name="Google Shape;2231;p41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rect b="b" l="l" r="r" t="t"/>
                  <a:pathLst>
                    <a:path extrusionOk="0" h="9856" w="5232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2" name="Google Shape;2232;p41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rect b="b" l="l" r="r" t="t"/>
                  <a:pathLst>
                    <a:path extrusionOk="0" h="40698" w="76079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3" name="Google Shape;2233;p41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rect b="b" l="l" r="r" t="t"/>
                  <a:pathLst>
                    <a:path extrusionOk="0" h="8350" w="3767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234" name="Google Shape;2234;p41"/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</p:grpSpPr>
          <p:sp>
            <p:nvSpPr>
              <p:cNvPr id="2235" name="Google Shape;2235;p41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rect b="b" l="l" r="r" t="t"/>
                <a:pathLst>
                  <a:path extrusionOk="0" h="2048" w="3762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36" name="Google Shape;2236;p41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rect b="b" l="l" r="r" t="t"/>
                <a:pathLst>
                  <a:path extrusionOk="0" h="3809" w="3474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7" name="Google Shape;2237;p41"/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</p:grpSpPr>
          <p:sp>
            <p:nvSpPr>
              <p:cNvPr id="2238" name="Google Shape;2238;p41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rect b="b" l="l" r="r" t="t"/>
                <a:pathLst>
                  <a:path extrusionOk="0" h="2572" w="4358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39" name="Google Shape;2239;p41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rect b="b" l="l" r="r" t="t"/>
                <a:pathLst>
                  <a:path extrusionOk="0" h="148" w="105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41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rect b="b" l="l" r="r" t="t"/>
                <a:pathLst>
                  <a:path extrusionOk="0" h="1675" w="901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41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rect b="b" l="l" r="r" t="t"/>
                <a:pathLst>
                  <a:path extrusionOk="0" h="168" w="252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2" name="Google Shape;2242;p41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rect b="b" l="l" r="r" t="t"/>
                <a:pathLst>
                  <a:path extrusionOk="0" h="64" w="63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41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rect b="b" l="l" r="r" t="t"/>
                <a:pathLst>
                  <a:path extrusionOk="0" h="7304" w="6571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4" name="Google Shape;2244;p41"/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</p:grpSpPr>
          <p:sp>
            <p:nvSpPr>
              <p:cNvPr id="2245" name="Google Shape;2245;p41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rect b="b" l="l" r="r" t="t"/>
                <a:pathLst>
                  <a:path extrusionOk="0" h="1466" w="2596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41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rect b="b" l="l" r="r" t="t"/>
                <a:pathLst>
                  <a:path extrusionOk="0" h="2072" w="3405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247" name="Google Shape;2247;p41"/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</p:grpSpPr>
          <p:sp>
            <p:nvSpPr>
              <p:cNvPr id="2248" name="Google Shape;2248;p41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rect b="b" l="l" r="r" t="t"/>
                <a:pathLst>
                  <a:path extrusionOk="0" h="6278" w="6592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9" name="Google Shape;2249;p41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rect b="b" l="l" r="r" t="t"/>
                <a:pathLst>
                  <a:path extrusionOk="0" h="1762" w="2834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50" name="Google Shape;2250;p41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rect b="b" l="l" r="r" t="t"/>
                <a:pathLst>
                  <a:path extrusionOk="0" h="3596" w="319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251" name="Google Shape;2251;p41"/>
            <p:cNvGrpSpPr/>
            <p:nvPr/>
          </p:nvGrpSpPr>
          <p:grpSpPr>
            <a:xfrm>
              <a:off x="3561536" y="2585450"/>
              <a:ext cx="61539" cy="99045"/>
              <a:chOff x="3561536" y="2585450"/>
              <a:chExt cx="61539" cy="99045"/>
            </a:xfrm>
          </p:grpSpPr>
          <p:sp>
            <p:nvSpPr>
              <p:cNvPr id="2252" name="Google Shape;2252;p41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rect b="b" l="l" r="r" t="t"/>
                <a:pathLst>
                  <a:path extrusionOk="0" h="3579" w="178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41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rect b="b" l="l" r="r" t="t"/>
                <a:pathLst>
                  <a:path extrusionOk="0" h="3738" w="1691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254" name="Google Shape;2254;p41"/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</p:grpSpPr>
          <p:sp>
            <p:nvSpPr>
              <p:cNvPr id="2255" name="Google Shape;2255;p41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rect b="b" l="l" r="r" t="t"/>
                <a:pathLst>
                  <a:path extrusionOk="0" h="4968" w="4033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56" name="Google Shape;2256;p41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rect b="b" l="l" r="r" t="t"/>
                <a:pathLst>
                  <a:path extrusionOk="0" h="10295" w="5713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57" name="Google Shape;2257;p41"/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</p:grpSpPr>
          <p:sp>
            <p:nvSpPr>
              <p:cNvPr id="2258" name="Google Shape;2258;p41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rect b="b" l="l" r="r" t="t"/>
                <a:pathLst>
                  <a:path extrusionOk="0" h="19889" w="29915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2259" name="Google Shape;2259;p41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260" name="Google Shape;2260;p41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rect b="b" l="l" r="r" t="t"/>
                  <a:pathLst>
                    <a:path extrusionOk="0" h="23770" w="27704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1" name="Google Shape;2261;p41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rect b="b" l="l" r="r" t="t"/>
                  <a:pathLst>
                    <a:path extrusionOk="0" h="19251" w="32642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262" name="Google Shape;2262;p41"/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</p:grpSpPr>
          <p:sp>
            <p:nvSpPr>
              <p:cNvPr id="2263" name="Google Shape;2263;p41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rect b="b" l="l" r="r" t="t"/>
                <a:pathLst>
                  <a:path extrusionOk="0" h="24650" w="15193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64" name="Google Shape;2264;p41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rect b="b" l="l" r="r" t="t"/>
                <a:pathLst>
                  <a:path extrusionOk="0" h="23602" w="22682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5" name="Google Shape;2265;p41"/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</p:grpSpPr>
          <p:sp>
            <p:nvSpPr>
              <p:cNvPr id="2266" name="Google Shape;2266;p41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rect b="b" l="l" r="r" t="t"/>
                <a:pathLst>
                  <a:path extrusionOk="0" h="28155" w="6588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67" name="Google Shape;2267;p41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rect b="b" l="l" r="r" t="t"/>
                <a:pathLst>
                  <a:path extrusionOk="0" h="26992" w="5483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8" name="Google Shape;2268;p41"/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</p:grpSpPr>
          <p:sp>
            <p:nvSpPr>
              <p:cNvPr id="2269" name="Google Shape;2269;p41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rect b="b" l="l" r="r" t="t"/>
                <a:pathLst>
                  <a:path extrusionOk="0" h="6800" w="9137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270" name="Google Shape;2270;p41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rect b="b" l="l" r="r" t="t"/>
                <a:pathLst>
                  <a:path extrusionOk="0" h="7973" w="9166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1" name="Google Shape;2271;p41"/>
            <p:cNvSpPr/>
            <p:nvPr/>
          </p:nvSpPr>
          <p:spPr>
            <a:xfrm>
              <a:off x="2736350" y="2969700"/>
              <a:ext cx="39250" cy="12050"/>
            </a:xfrm>
            <a:custGeom>
              <a:rect b="b" l="l" r="r" t="t"/>
              <a:pathLst>
                <a:path extrusionOk="0" h="482" w="157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1"/>
            <p:cNvSpPr/>
            <p:nvPr/>
          </p:nvSpPr>
          <p:spPr>
            <a:xfrm>
              <a:off x="2668350" y="2948250"/>
              <a:ext cx="55475" cy="36625"/>
            </a:xfrm>
            <a:custGeom>
              <a:rect b="b" l="l" r="r" t="t"/>
              <a:pathLst>
                <a:path extrusionOk="0" h="1465" w="2219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1"/>
            <p:cNvSpPr/>
            <p:nvPr/>
          </p:nvSpPr>
          <p:spPr>
            <a:xfrm>
              <a:off x="2980100" y="1451675"/>
              <a:ext cx="608375" cy="778925"/>
            </a:xfrm>
            <a:custGeom>
              <a:rect b="b" l="l" r="r" t="t"/>
              <a:pathLst>
                <a:path extrusionOk="0" h="31157" w="24335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4" name="Google Shape;2274;p41"/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</p:grpSpPr>
          <p:sp>
            <p:nvSpPr>
              <p:cNvPr id="2275" name="Google Shape;2275;p41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rect b="b" l="l" r="r" t="t"/>
                <a:pathLst>
                  <a:path extrusionOk="0" h="2637" w="2093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41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rect b="b" l="l" r="r" t="t"/>
                <a:pathLst>
                  <a:path extrusionOk="0" h="2177" w="922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41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rect b="b" l="l" r="r" t="t"/>
                <a:pathLst>
                  <a:path extrusionOk="0" h="1947" w="1926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41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rect b="b" l="l" r="r" t="t"/>
                <a:pathLst>
                  <a:path extrusionOk="0" h="5357" w="5838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9" name="Google Shape;2279;p41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rect b="b" l="l" r="r" t="t"/>
                <a:pathLst>
                  <a:path extrusionOk="0" h="1507" w="134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0" name="Google Shape;2280;p41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rect b="b" l="l" r="r" t="t"/>
                <a:pathLst>
                  <a:path extrusionOk="0" h="1047" w="1696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1" name="Google Shape;2281;p41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rect b="b" l="l" r="r" t="t"/>
                <a:pathLst>
                  <a:path extrusionOk="0" h="2428" w="4395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2" name="Google Shape;2282;p41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rect b="b" l="l" r="r" t="t"/>
                <a:pathLst>
                  <a:path extrusionOk="0" h="1299" w="1926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3" name="Google Shape;2283;p41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rect b="b" l="l" r="r" t="t"/>
                <a:pathLst>
                  <a:path extrusionOk="0" h="3537" w="5713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4" name="Google Shape;2284;p41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rect b="b" l="l" r="r" t="t"/>
                <a:pathLst>
                  <a:path extrusionOk="0" h="2700" w="2763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5" name="Google Shape;2285;p41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rect b="b" l="l" r="r" t="t"/>
                <a:pathLst>
                  <a:path extrusionOk="0" h="3516" w="2491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6" name="Google Shape;2286;p41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rect b="b" l="l" r="r" t="t"/>
                <a:pathLst>
                  <a:path extrusionOk="0" h="6341" w="3871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7" name="Google Shape;2287;p41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rect b="b" l="l" r="r" t="t"/>
                <a:pathLst>
                  <a:path extrusionOk="0" h="1926" w="1465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8" name="Google Shape;2288;p41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rect b="b" l="l" r="r" t="t"/>
                <a:pathLst>
                  <a:path extrusionOk="0" h="12095" w="15464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9" name="Google Shape;2289;p41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rect b="b" l="l" r="r" t="t"/>
                <a:pathLst>
                  <a:path extrusionOk="0" h="3955" w="3663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0" name="Google Shape;2290;p41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rect b="b" l="l" r="r" t="t"/>
                <a:pathLst>
                  <a:path extrusionOk="0" h="36555" w="42036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1" name="Google Shape;2291;p41"/>
            <p:cNvSpPr/>
            <p:nvPr/>
          </p:nvSpPr>
          <p:spPr>
            <a:xfrm>
              <a:off x="2577325" y="2970225"/>
              <a:ext cx="32450" cy="13100"/>
            </a:xfrm>
            <a:custGeom>
              <a:rect b="b" l="l" r="r" t="t"/>
              <a:pathLst>
                <a:path extrusionOk="0" h="524" w="1298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1"/>
            <p:cNvSpPr/>
            <p:nvPr/>
          </p:nvSpPr>
          <p:spPr>
            <a:xfrm>
              <a:off x="2632250" y="2947725"/>
              <a:ext cx="41350" cy="29325"/>
            </a:xfrm>
            <a:custGeom>
              <a:rect b="b" l="l" r="r" t="t"/>
              <a:pathLst>
                <a:path extrusionOk="0" h="1173" w="1654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1"/>
            <p:cNvSpPr/>
            <p:nvPr/>
          </p:nvSpPr>
          <p:spPr>
            <a:xfrm>
              <a:off x="2485775" y="2895925"/>
              <a:ext cx="153825" cy="54950"/>
            </a:xfrm>
            <a:custGeom>
              <a:rect b="b" l="l" r="r" t="t"/>
              <a:pathLst>
                <a:path extrusionOk="0" h="2198" w="6153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1"/>
            <p:cNvSpPr/>
            <p:nvPr/>
          </p:nvSpPr>
          <p:spPr>
            <a:xfrm>
              <a:off x="2901125" y="4083350"/>
              <a:ext cx="39250" cy="22525"/>
            </a:xfrm>
            <a:custGeom>
              <a:rect b="b" l="l" r="r" t="t"/>
              <a:pathLst>
                <a:path extrusionOk="0" h="901" w="157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1"/>
            <p:cNvSpPr/>
            <p:nvPr/>
          </p:nvSpPr>
          <p:spPr>
            <a:xfrm>
              <a:off x="2506700" y="3102550"/>
              <a:ext cx="80075" cy="36650"/>
            </a:xfrm>
            <a:custGeom>
              <a:rect b="b" l="l" r="r" t="t"/>
              <a:pathLst>
                <a:path extrusionOk="0" h="1466" w="3203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1"/>
            <p:cNvSpPr/>
            <p:nvPr/>
          </p:nvSpPr>
          <p:spPr>
            <a:xfrm>
              <a:off x="2464350" y="3080075"/>
              <a:ext cx="48650" cy="45525"/>
            </a:xfrm>
            <a:custGeom>
              <a:rect b="b" l="l" r="r" t="t"/>
              <a:pathLst>
                <a:path extrusionOk="0" h="1821" w="1946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1"/>
            <p:cNvSpPr/>
            <p:nvPr/>
          </p:nvSpPr>
          <p:spPr>
            <a:xfrm>
              <a:off x="2438700" y="3020425"/>
              <a:ext cx="67500" cy="66975"/>
            </a:xfrm>
            <a:custGeom>
              <a:rect b="b" l="l" r="r" t="t"/>
              <a:pathLst>
                <a:path extrusionOk="0" h="2679" w="270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41"/>
            <p:cNvSpPr/>
            <p:nvPr/>
          </p:nvSpPr>
          <p:spPr>
            <a:xfrm>
              <a:off x="2416725" y="3006825"/>
              <a:ext cx="91575" cy="46050"/>
            </a:xfrm>
            <a:custGeom>
              <a:rect b="b" l="l" r="r" t="t"/>
              <a:pathLst>
                <a:path extrusionOk="0" h="1842" w="3663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41"/>
            <p:cNvSpPr/>
            <p:nvPr/>
          </p:nvSpPr>
          <p:spPr>
            <a:xfrm>
              <a:off x="2404175" y="3031950"/>
              <a:ext cx="36125" cy="20925"/>
            </a:xfrm>
            <a:custGeom>
              <a:rect b="b" l="l" r="r" t="t"/>
              <a:pathLst>
                <a:path extrusionOk="0" h="837" w="1445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1"/>
            <p:cNvSpPr/>
            <p:nvPr/>
          </p:nvSpPr>
          <p:spPr>
            <a:xfrm>
              <a:off x="2420400" y="2972825"/>
              <a:ext cx="16750" cy="36650"/>
            </a:xfrm>
            <a:custGeom>
              <a:rect b="b" l="l" r="r" t="t"/>
              <a:pathLst>
                <a:path extrusionOk="0" h="1466" w="67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1"/>
            <p:cNvSpPr/>
            <p:nvPr/>
          </p:nvSpPr>
          <p:spPr>
            <a:xfrm>
              <a:off x="2374900" y="2981200"/>
              <a:ext cx="59650" cy="62800"/>
            </a:xfrm>
            <a:custGeom>
              <a:rect b="b" l="l" r="r" t="t"/>
              <a:pathLst>
                <a:path extrusionOk="0" h="2512" w="2386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1"/>
            <p:cNvSpPr/>
            <p:nvPr/>
          </p:nvSpPr>
          <p:spPr>
            <a:xfrm>
              <a:off x="2050050" y="2725400"/>
              <a:ext cx="412225" cy="305525"/>
            </a:xfrm>
            <a:custGeom>
              <a:rect b="b" l="l" r="r" t="t"/>
              <a:pathLst>
                <a:path extrusionOk="0" h="12221" w="16489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1"/>
            <p:cNvSpPr/>
            <p:nvPr/>
          </p:nvSpPr>
          <p:spPr>
            <a:xfrm>
              <a:off x="2916800" y="3161675"/>
              <a:ext cx="40825" cy="58600"/>
            </a:xfrm>
            <a:custGeom>
              <a:rect b="b" l="l" r="r" t="t"/>
              <a:pathLst>
                <a:path extrusionOk="0" h="2344" w="1633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41"/>
            <p:cNvSpPr/>
            <p:nvPr/>
          </p:nvSpPr>
          <p:spPr>
            <a:xfrm>
              <a:off x="2866075" y="3155900"/>
              <a:ext cx="58075" cy="63325"/>
            </a:xfrm>
            <a:custGeom>
              <a:rect b="b" l="l" r="r" t="t"/>
              <a:pathLst>
                <a:path extrusionOk="0" h="2533" w="2323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1"/>
            <p:cNvSpPr/>
            <p:nvPr/>
          </p:nvSpPr>
          <p:spPr>
            <a:xfrm>
              <a:off x="2816900" y="3119825"/>
              <a:ext cx="72725" cy="109350"/>
            </a:xfrm>
            <a:custGeom>
              <a:rect b="b" l="l" r="r" t="t"/>
              <a:pathLst>
                <a:path extrusionOk="0" h="4374" w="2909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1"/>
            <p:cNvSpPr/>
            <p:nvPr/>
          </p:nvSpPr>
          <p:spPr>
            <a:xfrm>
              <a:off x="2646900" y="3064375"/>
              <a:ext cx="192000" cy="172650"/>
            </a:xfrm>
            <a:custGeom>
              <a:rect b="b" l="l" r="r" t="t"/>
              <a:pathLst>
                <a:path extrusionOk="0" h="6906" w="768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1"/>
            <p:cNvSpPr/>
            <p:nvPr/>
          </p:nvSpPr>
          <p:spPr>
            <a:xfrm>
              <a:off x="2561625" y="3060700"/>
              <a:ext cx="173700" cy="247450"/>
            </a:xfrm>
            <a:custGeom>
              <a:rect b="b" l="l" r="r" t="t"/>
              <a:pathLst>
                <a:path extrusionOk="0" h="9898" w="6948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1"/>
            <p:cNvSpPr/>
            <p:nvPr/>
          </p:nvSpPr>
          <p:spPr>
            <a:xfrm>
              <a:off x="2531825" y="3224950"/>
              <a:ext cx="85800" cy="94200"/>
            </a:xfrm>
            <a:custGeom>
              <a:rect b="b" l="l" r="r" t="t"/>
              <a:pathLst>
                <a:path extrusionOk="0" h="3768" w="3432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1"/>
            <p:cNvSpPr/>
            <p:nvPr/>
          </p:nvSpPr>
          <p:spPr>
            <a:xfrm>
              <a:off x="2527100" y="3246400"/>
              <a:ext cx="186250" cy="274650"/>
            </a:xfrm>
            <a:custGeom>
              <a:rect b="b" l="l" r="r" t="t"/>
              <a:pathLst>
                <a:path extrusionOk="0" h="10986" w="745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1"/>
            <p:cNvSpPr/>
            <p:nvPr/>
          </p:nvSpPr>
          <p:spPr>
            <a:xfrm>
              <a:off x="2700250" y="3389200"/>
              <a:ext cx="179975" cy="200900"/>
            </a:xfrm>
            <a:custGeom>
              <a:rect b="b" l="l" r="r" t="t"/>
              <a:pathLst>
                <a:path extrusionOk="0" h="8036" w="7199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1"/>
            <p:cNvSpPr/>
            <p:nvPr/>
          </p:nvSpPr>
          <p:spPr>
            <a:xfrm>
              <a:off x="2809050" y="3531500"/>
              <a:ext cx="123475" cy="130275"/>
            </a:xfrm>
            <a:custGeom>
              <a:rect b="b" l="l" r="r" t="t"/>
              <a:pathLst>
                <a:path extrusionOk="0" h="5211" w="4939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1"/>
            <p:cNvSpPr/>
            <p:nvPr/>
          </p:nvSpPr>
          <p:spPr>
            <a:xfrm>
              <a:off x="2884375" y="3700450"/>
              <a:ext cx="73250" cy="83200"/>
            </a:xfrm>
            <a:custGeom>
              <a:rect b="b" l="l" r="r" t="t"/>
              <a:pathLst>
                <a:path extrusionOk="0" h="3328" w="293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3" name="Google Shape;2313;p41"/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</p:grpSpPr>
          <p:sp>
            <p:nvSpPr>
              <p:cNvPr id="2314" name="Google Shape;2314;p41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rect b="b" l="l" r="r" t="t"/>
                <a:pathLst>
                  <a:path extrusionOk="0" h="21552" w="9229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1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rect b="b" l="l" r="r" t="t"/>
                <a:pathLst>
                  <a:path extrusionOk="0" h="1444" w="2072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6" name="Google Shape;2316;p41"/>
            <p:cNvSpPr/>
            <p:nvPr/>
          </p:nvSpPr>
          <p:spPr>
            <a:xfrm>
              <a:off x="5404100" y="2847275"/>
              <a:ext cx="26175" cy="61250"/>
            </a:xfrm>
            <a:custGeom>
              <a:rect b="b" l="l" r="r" t="t"/>
              <a:pathLst>
                <a:path extrusionOk="0" h="2450" w="1047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7" name="Google Shape;2317;p41"/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</p:grpSpPr>
          <p:sp>
            <p:nvSpPr>
              <p:cNvPr id="2318" name="Google Shape;2318;p41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rect b="b" l="l" r="r" t="t"/>
                <a:pathLst>
                  <a:path extrusionOk="0" h="2428" w="3579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1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rect b="b" l="l" r="r" t="t"/>
                <a:pathLst>
                  <a:path extrusionOk="0" h="734" w="859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41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rect b="b" l="l" r="r" t="t"/>
                <a:pathLst>
                  <a:path extrusionOk="0" h="1737" w="1571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41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rect b="b" l="l" r="r" t="t"/>
                <a:pathLst>
                  <a:path extrusionOk="0" h="5651" w="4102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22" name="Google Shape;2322;p41"/>
            <p:cNvSpPr/>
            <p:nvPr/>
          </p:nvSpPr>
          <p:spPr>
            <a:xfrm>
              <a:off x="5511350" y="2436650"/>
              <a:ext cx="175250" cy="307100"/>
            </a:xfrm>
            <a:custGeom>
              <a:rect b="b" l="l" r="r" t="t"/>
              <a:pathLst>
                <a:path extrusionOk="0" h="12284" w="701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1"/>
            <p:cNvSpPr/>
            <p:nvPr/>
          </p:nvSpPr>
          <p:spPr>
            <a:xfrm>
              <a:off x="5440200" y="2597250"/>
              <a:ext cx="60175" cy="83725"/>
            </a:xfrm>
            <a:custGeom>
              <a:rect b="b" l="l" r="r" t="t"/>
              <a:pathLst>
                <a:path extrusionOk="0" h="3349" w="2407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1"/>
            <p:cNvSpPr/>
            <p:nvPr/>
          </p:nvSpPr>
          <p:spPr>
            <a:xfrm>
              <a:off x="5410900" y="2501000"/>
              <a:ext cx="68550" cy="117725"/>
            </a:xfrm>
            <a:custGeom>
              <a:rect b="b" l="l" r="r" t="t"/>
              <a:pathLst>
                <a:path extrusionOk="0" h="4709" w="2742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1"/>
            <p:cNvSpPr/>
            <p:nvPr/>
          </p:nvSpPr>
          <p:spPr>
            <a:xfrm>
              <a:off x="4855375" y="2348250"/>
              <a:ext cx="444650" cy="209800"/>
            </a:xfrm>
            <a:custGeom>
              <a:rect b="b" l="l" r="r" t="t"/>
              <a:pathLst>
                <a:path extrusionOk="0" h="8392" w="17786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1"/>
            <p:cNvSpPr/>
            <p:nvPr/>
          </p:nvSpPr>
          <p:spPr>
            <a:xfrm>
              <a:off x="5730000" y="3287725"/>
              <a:ext cx="141250" cy="120875"/>
            </a:xfrm>
            <a:custGeom>
              <a:rect b="b" l="l" r="r" t="t"/>
              <a:pathLst>
                <a:path extrusionOk="0" h="4835" w="565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1"/>
            <p:cNvSpPr/>
            <p:nvPr/>
          </p:nvSpPr>
          <p:spPr>
            <a:xfrm>
              <a:off x="5413525" y="2961325"/>
              <a:ext cx="115100" cy="200900"/>
            </a:xfrm>
            <a:custGeom>
              <a:rect b="b" l="l" r="r" t="t"/>
              <a:pathLst>
                <a:path extrusionOk="0" h="8036" w="4604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1"/>
            <p:cNvSpPr/>
            <p:nvPr/>
          </p:nvSpPr>
          <p:spPr>
            <a:xfrm>
              <a:off x="5472625" y="3375600"/>
              <a:ext cx="56000" cy="29325"/>
            </a:xfrm>
            <a:custGeom>
              <a:rect b="b" l="l" r="r" t="t"/>
              <a:pathLst>
                <a:path extrusionOk="0" h="1173" w="224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9" name="Google Shape;2329;p41"/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</p:grpSpPr>
          <p:sp>
            <p:nvSpPr>
              <p:cNvPr id="2330" name="Google Shape;2330;p41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rect b="b" l="l" r="r" t="t"/>
                <a:pathLst>
                  <a:path extrusionOk="0" h="4312" w="3871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41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rect b="b" l="l" r="r" t="t"/>
                <a:pathLst>
                  <a:path extrusionOk="0" h="5253" w="5818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41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rect b="b" l="l" r="r" t="t"/>
                <a:pathLst>
                  <a:path extrusionOk="0" h="5190" w="5734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41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rect b="b" l="l" r="r" t="t"/>
                <a:pathLst>
                  <a:path extrusionOk="0" h="8872" w="17242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34" name="Google Shape;2334;p41"/>
            <p:cNvSpPr/>
            <p:nvPr/>
          </p:nvSpPr>
          <p:spPr>
            <a:xfrm>
              <a:off x="5139425" y="3145975"/>
              <a:ext cx="62800" cy="82150"/>
            </a:xfrm>
            <a:custGeom>
              <a:rect b="b" l="l" r="r" t="t"/>
              <a:pathLst>
                <a:path extrusionOk="0" h="3286" w="2512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1"/>
            <p:cNvSpPr/>
            <p:nvPr/>
          </p:nvSpPr>
          <p:spPr>
            <a:xfrm>
              <a:off x="5279075" y="3142825"/>
              <a:ext cx="137075" cy="92625"/>
            </a:xfrm>
            <a:custGeom>
              <a:rect b="b" l="l" r="r" t="t"/>
              <a:pathLst>
                <a:path extrusionOk="0" h="3705" w="5483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1"/>
            <p:cNvSpPr/>
            <p:nvPr/>
          </p:nvSpPr>
          <p:spPr>
            <a:xfrm>
              <a:off x="5150925" y="2887575"/>
              <a:ext cx="119300" cy="230700"/>
            </a:xfrm>
            <a:custGeom>
              <a:rect b="b" l="l" r="r" t="t"/>
              <a:pathLst>
                <a:path extrusionOk="0" h="9228" w="4772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1"/>
            <p:cNvSpPr/>
            <p:nvPr/>
          </p:nvSpPr>
          <p:spPr>
            <a:xfrm>
              <a:off x="5166625" y="3025150"/>
              <a:ext cx="75875" cy="65400"/>
            </a:xfrm>
            <a:custGeom>
              <a:rect b="b" l="l" r="r" t="t"/>
              <a:pathLst>
                <a:path extrusionOk="0" h="2616" w="3035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1"/>
            <p:cNvSpPr/>
            <p:nvPr/>
          </p:nvSpPr>
          <p:spPr>
            <a:xfrm>
              <a:off x="5123725" y="2903250"/>
              <a:ext cx="117200" cy="135525"/>
            </a:xfrm>
            <a:custGeom>
              <a:rect b="b" l="l" r="r" t="t"/>
              <a:pathLst>
                <a:path extrusionOk="0" h="5421" w="4688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1"/>
            <p:cNvSpPr/>
            <p:nvPr/>
          </p:nvSpPr>
          <p:spPr>
            <a:xfrm>
              <a:off x="5089200" y="2934650"/>
              <a:ext cx="121900" cy="227050"/>
            </a:xfrm>
            <a:custGeom>
              <a:rect b="b" l="l" r="r" t="t"/>
              <a:pathLst>
                <a:path extrusionOk="0" h="9082" w="4876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1"/>
            <p:cNvSpPr/>
            <p:nvPr/>
          </p:nvSpPr>
          <p:spPr>
            <a:xfrm>
              <a:off x="5009700" y="2810675"/>
              <a:ext cx="128175" cy="288250"/>
            </a:xfrm>
            <a:custGeom>
              <a:rect b="b" l="l" r="r" t="t"/>
              <a:pathLst>
                <a:path extrusionOk="0" h="11530" w="5127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1"/>
            <p:cNvSpPr/>
            <p:nvPr/>
          </p:nvSpPr>
          <p:spPr>
            <a:xfrm>
              <a:off x="4941700" y="2836825"/>
              <a:ext cx="74300" cy="95750"/>
            </a:xfrm>
            <a:custGeom>
              <a:rect b="b" l="l" r="r" t="t"/>
              <a:pathLst>
                <a:path extrusionOk="0" h="3830" w="2972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1"/>
            <p:cNvSpPr/>
            <p:nvPr/>
          </p:nvSpPr>
          <p:spPr>
            <a:xfrm>
              <a:off x="3787225" y="2293850"/>
              <a:ext cx="55475" cy="68025"/>
            </a:xfrm>
            <a:custGeom>
              <a:rect b="b" l="l" r="r" t="t"/>
              <a:pathLst>
                <a:path extrusionOk="0" h="2721" w="2219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1"/>
            <p:cNvSpPr/>
            <p:nvPr/>
          </p:nvSpPr>
          <p:spPr>
            <a:xfrm>
              <a:off x="3743300" y="1958025"/>
              <a:ext cx="290325" cy="337425"/>
            </a:xfrm>
            <a:custGeom>
              <a:rect b="b" l="l" r="r" t="t"/>
              <a:pathLst>
                <a:path extrusionOk="0" h="13497" w="11613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1"/>
            <p:cNvSpPr/>
            <p:nvPr/>
          </p:nvSpPr>
          <p:spPr>
            <a:xfrm>
              <a:off x="3823325" y="2021850"/>
              <a:ext cx="143875" cy="324875"/>
            </a:xfrm>
            <a:custGeom>
              <a:rect b="b" l="l" r="r" t="t"/>
              <a:pathLst>
                <a:path extrusionOk="0" h="12995" w="5755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1"/>
            <p:cNvSpPr/>
            <p:nvPr/>
          </p:nvSpPr>
          <p:spPr>
            <a:xfrm>
              <a:off x="3976075" y="2250975"/>
              <a:ext cx="57550" cy="52325"/>
            </a:xfrm>
            <a:custGeom>
              <a:rect b="b" l="l" r="r" t="t"/>
              <a:pathLst>
                <a:path extrusionOk="0" h="2093" w="2302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1"/>
            <p:cNvSpPr/>
            <p:nvPr/>
          </p:nvSpPr>
          <p:spPr>
            <a:xfrm>
              <a:off x="3949400" y="2288625"/>
              <a:ext cx="91550" cy="49725"/>
            </a:xfrm>
            <a:custGeom>
              <a:rect b="b" l="l" r="r" t="t"/>
              <a:pathLst>
                <a:path extrusionOk="0" h="1989" w="3662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1"/>
            <p:cNvSpPr/>
            <p:nvPr/>
          </p:nvSpPr>
          <p:spPr>
            <a:xfrm>
              <a:off x="3952525" y="2322625"/>
              <a:ext cx="71175" cy="52325"/>
            </a:xfrm>
            <a:custGeom>
              <a:rect b="b" l="l" r="r" t="t"/>
              <a:pathLst>
                <a:path extrusionOk="0" h="2093" w="2847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1"/>
            <p:cNvSpPr/>
            <p:nvPr/>
          </p:nvSpPr>
          <p:spPr>
            <a:xfrm>
              <a:off x="3986525" y="2326300"/>
              <a:ext cx="120875" cy="93650"/>
            </a:xfrm>
            <a:custGeom>
              <a:rect b="b" l="l" r="r" t="t"/>
              <a:pathLst>
                <a:path extrusionOk="0" h="3746" w="4835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1"/>
            <p:cNvSpPr/>
            <p:nvPr/>
          </p:nvSpPr>
          <p:spPr>
            <a:xfrm>
              <a:off x="3903350" y="2478500"/>
              <a:ext cx="83200" cy="53900"/>
            </a:xfrm>
            <a:custGeom>
              <a:rect b="b" l="l" r="r" t="t"/>
              <a:pathLst>
                <a:path extrusionOk="0" h="2156" w="3328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1"/>
            <p:cNvSpPr/>
            <p:nvPr/>
          </p:nvSpPr>
          <p:spPr>
            <a:xfrm>
              <a:off x="3910150" y="2462825"/>
              <a:ext cx="71700" cy="31400"/>
            </a:xfrm>
            <a:custGeom>
              <a:rect b="b" l="l" r="r" t="t"/>
              <a:pathLst>
                <a:path extrusionOk="0" h="1256" w="2868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1"/>
            <p:cNvSpPr/>
            <p:nvPr/>
          </p:nvSpPr>
          <p:spPr>
            <a:xfrm>
              <a:off x="3947825" y="2585750"/>
              <a:ext cx="27225" cy="52325"/>
            </a:xfrm>
            <a:custGeom>
              <a:rect b="b" l="l" r="r" t="t"/>
              <a:pathLst>
                <a:path extrusionOk="0" h="2093" w="1089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1"/>
            <p:cNvSpPr/>
            <p:nvPr/>
          </p:nvSpPr>
          <p:spPr>
            <a:xfrm>
              <a:off x="3934750" y="2566400"/>
              <a:ext cx="26175" cy="32975"/>
            </a:xfrm>
            <a:custGeom>
              <a:rect b="b" l="l" r="r" t="t"/>
              <a:pathLst>
                <a:path extrusionOk="0" h="1319" w="1047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1"/>
            <p:cNvSpPr/>
            <p:nvPr/>
          </p:nvSpPr>
          <p:spPr>
            <a:xfrm>
              <a:off x="3895525" y="2538675"/>
              <a:ext cx="54425" cy="47625"/>
            </a:xfrm>
            <a:custGeom>
              <a:rect b="b" l="l" r="r" t="t"/>
              <a:pathLst>
                <a:path extrusionOk="0" h="1905" w="2177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1"/>
            <p:cNvSpPr/>
            <p:nvPr/>
          </p:nvSpPr>
          <p:spPr>
            <a:xfrm>
              <a:off x="3865700" y="2510950"/>
              <a:ext cx="42400" cy="26700"/>
            </a:xfrm>
            <a:custGeom>
              <a:rect b="b" l="l" r="r" t="t"/>
              <a:pathLst>
                <a:path extrusionOk="0" h="1068" w="1696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1"/>
            <p:cNvSpPr/>
            <p:nvPr/>
          </p:nvSpPr>
          <p:spPr>
            <a:xfrm>
              <a:off x="3811300" y="2470650"/>
              <a:ext cx="99925" cy="48150"/>
            </a:xfrm>
            <a:custGeom>
              <a:rect b="b" l="l" r="r" t="t"/>
              <a:pathLst>
                <a:path extrusionOk="0" h="1926" w="3997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1"/>
            <p:cNvSpPr/>
            <p:nvPr/>
          </p:nvSpPr>
          <p:spPr>
            <a:xfrm>
              <a:off x="3867800" y="2355575"/>
              <a:ext cx="132350" cy="111450"/>
            </a:xfrm>
            <a:custGeom>
              <a:rect b="b" l="l" r="r" t="t"/>
              <a:pathLst>
                <a:path extrusionOk="0" h="4458" w="5294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1"/>
            <p:cNvSpPr/>
            <p:nvPr/>
          </p:nvSpPr>
          <p:spPr>
            <a:xfrm>
              <a:off x="3841625" y="2432475"/>
              <a:ext cx="105700" cy="46050"/>
            </a:xfrm>
            <a:custGeom>
              <a:rect b="b" l="l" r="r" t="t"/>
              <a:pathLst>
                <a:path extrusionOk="0" h="1842" w="4228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41"/>
            <p:cNvSpPr/>
            <p:nvPr/>
          </p:nvSpPr>
          <p:spPr>
            <a:xfrm>
              <a:off x="3759500" y="2356100"/>
              <a:ext cx="120350" cy="143875"/>
            </a:xfrm>
            <a:custGeom>
              <a:rect b="b" l="l" r="r" t="t"/>
              <a:pathLst>
                <a:path extrusionOk="0" h="5755" w="4814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41"/>
            <p:cNvSpPr/>
            <p:nvPr/>
          </p:nvSpPr>
          <p:spPr>
            <a:xfrm>
              <a:off x="3727600" y="2387500"/>
              <a:ext cx="51800" cy="47100"/>
            </a:xfrm>
            <a:custGeom>
              <a:rect b="b" l="l" r="r" t="t"/>
              <a:pathLst>
                <a:path extrusionOk="0" h="1884" w="2072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1"/>
            <p:cNvSpPr/>
            <p:nvPr/>
          </p:nvSpPr>
          <p:spPr>
            <a:xfrm>
              <a:off x="3722900" y="2426200"/>
              <a:ext cx="40825" cy="35075"/>
            </a:xfrm>
            <a:custGeom>
              <a:rect b="b" l="l" r="r" t="t"/>
              <a:pathLst>
                <a:path extrusionOk="0" h="1403" w="1633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1"/>
            <p:cNvSpPr/>
            <p:nvPr/>
          </p:nvSpPr>
          <p:spPr>
            <a:xfrm>
              <a:off x="3758475" y="2449750"/>
              <a:ext cx="9950" cy="14125"/>
            </a:xfrm>
            <a:custGeom>
              <a:rect b="b" l="l" r="r" t="t"/>
              <a:pathLst>
                <a:path extrusionOk="0" h="565" w="398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1"/>
            <p:cNvSpPr/>
            <p:nvPr/>
          </p:nvSpPr>
          <p:spPr>
            <a:xfrm>
              <a:off x="3552375" y="2346700"/>
              <a:ext cx="58075" cy="76900"/>
            </a:xfrm>
            <a:custGeom>
              <a:rect b="b" l="l" r="r" t="t"/>
              <a:pathLst>
                <a:path extrusionOk="0" h="3076" w="2323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3" name="Google Shape;2363;p41"/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</p:grpSpPr>
          <p:sp>
            <p:nvSpPr>
              <p:cNvPr id="2364" name="Google Shape;2364;p41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rect b="b" l="l" r="r" t="t"/>
                <a:pathLst>
                  <a:path extrusionOk="0" h="7011" w="406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5" name="Google Shape;2365;p41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rect b="b" l="l" r="r" t="t"/>
                <a:pathLst>
                  <a:path extrusionOk="0" h="1005" w="1277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66" name="Google Shape;2366;p41"/>
            <p:cNvSpPr/>
            <p:nvPr/>
          </p:nvSpPr>
          <p:spPr>
            <a:xfrm>
              <a:off x="4300900" y="3419025"/>
              <a:ext cx="109875" cy="205600"/>
            </a:xfrm>
            <a:custGeom>
              <a:rect b="b" l="l" r="r" t="t"/>
              <a:pathLst>
                <a:path extrusionOk="0" h="8224" w="4395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67" name="Google Shape;2367;p41"/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</p:grpSpPr>
          <p:sp>
            <p:nvSpPr>
              <p:cNvPr id="2368" name="Google Shape;2368;p41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rect b="b" l="l" r="r" t="t"/>
                <a:pathLst>
                  <a:path extrusionOk="0" h="20611" w="23058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9" name="Google Shape;2369;p41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rect b="b" l="l" r="r" t="t"/>
                <a:pathLst>
                  <a:path extrusionOk="0" h="2847" w="2198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0" name="Google Shape;2370;p41"/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</p:grpSpPr>
          <p:sp>
            <p:nvSpPr>
              <p:cNvPr id="2371" name="Google Shape;2371;p41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rect b="b" l="l" r="r" t="t"/>
                <a:pathLst>
                  <a:path extrusionOk="0" h="5713" w="5818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41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rect b="b" l="l" r="r" t="t"/>
                <a:pathLst>
                  <a:path extrusionOk="0" h="6843" w="3286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73" name="Google Shape;2373;p41"/>
            <p:cNvSpPr/>
            <p:nvPr/>
          </p:nvSpPr>
          <p:spPr>
            <a:xfrm>
              <a:off x="3399625" y="2088800"/>
              <a:ext cx="127125" cy="77450"/>
            </a:xfrm>
            <a:custGeom>
              <a:rect b="b" l="l" r="r" t="t"/>
              <a:pathLst>
                <a:path extrusionOk="0" h="3098" w="5085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1"/>
            <p:cNvSpPr/>
            <p:nvPr/>
          </p:nvSpPr>
          <p:spPr>
            <a:xfrm>
              <a:off x="4616850" y="2275025"/>
              <a:ext cx="885625" cy="661225"/>
            </a:xfrm>
            <a:custGeom>
              <a:rect b="b" l="l" r="r" t="t"/>
              <a:pathLst>
                <a:path extrusionOk="0" h="26449" w="35425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1"/>
            <p:cNvSpPr/>
            <p:nvPr/>
          </p:nvSpPr>
          <p:spPr>
            <a:xfrm>
              <a:off x="5150925" y="2903250"/>
              <a:ext cx="1600" cy="2125"/>
            </a:xfrm>
            <a:custGeom>
              <a:rect b="b" l="l" r="r" t="t"/>
              <a:pathLst>
                <a:path extrusionOk="0" h="85" w="64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1"/>
            <p:cNvSpPr/>
            <p:nvPr/>
          </p:nvSpPr>
          <p:spPr>
            <a:xfrm>
              <a:off x="5134200" y="2918425"/>
              <a:ext cx="2625" cy="2650"/>
            </a:xfrm>
            <a:custGeom>
              <a:rect b="b" l="l" r="r" t="t"/>
              <a:pathLst>
                <a:path extrusionOk="0" h="106" w="105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1"/>
            <p:cNvSpPr/>
            <p:nvPr/>
          </p:nvSpPr>
          <p:spPr>
            <a:xfrm>
              <a:off x="4608475" y="2660550"/>
              <a:ext cx="5275" cy="1600"/>
            </a:xfrm>
            <a:custGeom>
              <a:rect b="b" l="l" r="r" t="t"/>
              <a:pathLst>
                <a:path extrusionOk="0" h="64" w="211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1"/>
            <p:cNvSpPr/>
            <p:nvPr/>
          </p:nvSpPr>
          <p:spPr>
            <a:xfrm>
              <a:off x="4302475" y="2310075"/>
              <a:ext cx="547700" cy="287725"/>
            </a:xfrm>
            <a:custGeom>
              <a:rect b="b" l="l" r="r" t="t"/>
              <a:pathLst>
                <a:path extrusionOk="0" h="11509" w="21908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1"/>
            <p:cNvSpPr/>
            <p:nvPr/>
          </p:nvSpPr>
          <p:spPr>
            <a:xfrm>
              <a:off x="4443200" y="2520875"/>
              <a:ext cx="231750" cy="144400"/>
            </a:xfrm>
            <a:custGeom>
              <a:rect b="b" l="l" r="r" t="t"/>
              <a:pathLst>
                <a:path extrusionOk="0" h="5776" w="927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1"/>
            <p:cNvSpPr/>
            <p:nvPr/>
          </p:nvSpPr>
          <p:spPr>
            <a:xfrm>
              <a:off x="4401875" y="2571100"/>
              <a:ext cx="207150" cy="130275"/>
            </a:xfrm>
            <a:custGeom>
              <a:rect b="b" l="l" r="r" t="t"/>
              <a:pathLst>
                <a:path extrusionOk="0" h="5211" w="8286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1" name="Google Shape;2381;p41"/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</p:grpSpPr>
          <p:sp>
            <p:nvSpPr>
              <p:cNvPr id="2382" name="Google Shape;2382;p41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rect b="b" l="l" r="r" t="t"/>
                <a:pathLst>
                  <a:path extrusionOk="0" h="273" w="85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41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rect b="b" l="l" r="r" t="t"/>
                <a:pathLst>
                  <a:path extrusionOk="0" h="2135" w="1257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41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rect b="b" l="l" r="r" t="t"/>
                <a:pathLst>
                  <a:path extrusionOk="0" h="189" w="21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41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rect b="b" l="l" r="r" t="t"/>
                <a:pathLst>
                  <a:path extrusionOk="0" h="252" w="315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6" name="Google Shape;2386;p41"/>
            <p:cNvSpPr/>
            <p:nvPr/>
          </p:nvSpPr>
          <p:spPr>
            <a:xfrm>
              <a:off x="4663400" y="2731150"/>
              <a:ext cx="405425" cy="396025"/>
            </a:xfrm>
            <a:custGeom>
              <a:rect b="b" l="l" r="r" t="t"/>
              <a:pathLst>
                <a:path extrusionOk="0" h="15841" w="16217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1"/>
            <p:cNvSpPr/>
            <p:nvPr/>
          </p:nvSpPr>
          <p:spPr>
            <a:xfrm>
              <a:off x="4822425" y="2778250"/>
              <a:ext cx="119300" cy="63825"/>
            </a:xfrm>
            <a:custGeom>
              <a:rect b="b" l="l" r="r" t="t"/>
              <a:pathLst>
                <a:path extrusionOk="0" h="2553" w="4772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1"/>
            <p:cNvSpPr/>
            <p:nvPr/>
          </p:nvSpPr>
          <p:spPr>
            <a:xfrm>
              <a:off x="4547800" y="2671000"/>
              <a:ext cx="200375" cy="220775"/>
            </a:xfrm>
            <a:custGeom>
              <a:rect b="b" l="l" r="r" t="t"/>
              <a:pathLst>
                <a:path extrusionOk="0" h="8831" w="8015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1"/>
            <p:cNvSpPr/>
            <p:nvPr/>
          </p:nvSpPr>
          <p:spPr>
            <a:xfrm>
              <a:off x="4533150" y="2640675"/>
              <a:ext cx="191475" cy="159550"/>
            </a:xfrm>
            <a:custGeom>
              <a:rect b="b" l="l" r="r" t="t"/>
              <a:pathLst>
                <a:path extrusionOk="0" h="6382" w="7659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1"/>
            <p:cNvSpPr/>
            <p:nvPr/>
          </p:nvSpPr>
          <p:spPr>
            <a:xfrm>
              <a:off x="3978150" y="2401100"/>
              <a:ext cx="237525" cy="148050"/>
            </a:xfrm>
            <a:custGeom>
              <a:rect b="b" l="l" r="r" t="t"/>
              <a:pathLst>
                <a:path extrusionOk="0" h="5922" w="9501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1"/>
            <p:cNvSpPr/>
            <p:nvPr/>
          </p:nvSpPr>
          <p:spPr>
            <a:xfrm>
              <a:off x="4036750" y="2474325"/>
              <a:ext cx="49725" cy="55475"/>
            </a:xfrm>
            <a:custGeom>
              <a:rect b="b" l="l" r="r" t="t"/>
              <a:pathLst>
                <a:path extrusionOk="0" h="2219" w="1989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1"/>
            <p:cNvSpPr/>
            <p:nvPr/>
          </p:nvSpPr>
          <p:spPr>
            <a:xfrm>
              <a:off x="3957250" y="2483750"/>
              <a:ext cx="127650" cy="81625"/>
            </a:xfrm>
            <a:custGeom>
              <a:rect b="b" l="l" r="r" t="t"/>
              <a:pathLst>
                <a:path extrusionOk="0" h="3265" w="5106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1"/>
            <p:cNvSpPr/>
            <p:nvPr/>
          </p:nvSpPr>
          <p:spPr>
            <a:xfrm>
              <a:off x="3989150" y="2555400"/>
              <a:ext cx="83725" cy="52850"/>
            </a:xfrm>
            <a:custGeom>
              <a:rect b="b" l="l" r="r" t="t"/>
              <a:pathLst>
                <a:path extrusionOk="0" h="2114" w="3349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4" name="Google Shape;2394;p41"/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</p:grpSpPr>
          <p:sp>
            <p:nvSpPr>
              <p:cNvPr id="2395" name="Google Shape;2395;p41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rect b="b" l="l" r="r" t="t"/>
                <a:pathLst>
                  <a:path extrusionOk="0" h="252" w="189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41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rect b="b" l="l" r="r" t="t"/>
                <a:pathLst>
                  <a:path extrusionOk="0" h="127" w="106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41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rect b="b" l="l" r="r" t="t"/>
                <a:pathLst>
                  <a:path extrusionOk="0" h="2428" w="3139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41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rect b="b" l="l" r="r" t="t"/>
                <a:pathLst>
                  <a:path extrusionOk="0" h="210" w="147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99" name="Google Shape;2399;p41"/>
            <p:cNvSpPr/>
            <p:nvPr/>
          </p:nvSpPr>
          <p:spPr>
            <a:xfrm>
              <a:off x="3799775" y="2577900"/>
              <a:ext cx="14675" cy="29325"/>
            </a:xfrm>
            <a:custGeom>
              <a:rect b="b" l="l" r="r" t="t"/>
              <a:pathLst>
                <a:path extrusionOk="0" h="1173" w="587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1"/>
            <p:cNvSpPr/>
            <p:nvPr/>
          </p:nvSpPr>
          <p:spPr>
            <a:xfrm>
              <a:off x="3567525" y="2564825"/>
              <a:ext cx="160625" cy="134450"/>
            </a:xfrm>
            <a:custGeom>
              <a:rect b="b" l="l" r="r" t="t"/>
              <a:pathLst>
                <a:path extrusionOk="0" h="5378" w="6425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1"/>
            <p:cNvSpPr/>
            <p:nvPr/>
          </p:nvSpPr>
          <p:spPr>
            <a:xfrm>
              <a:off x="4298300" y="2628625"/>
              <a:ext cx="25125" cy="19925"/>
            </a:xfrm>
            <a:custGeom>
              <a:rect b="b" l="l" r="r" t="t"/>
              <a:pathLst>
                <a:path extrusionOk="0" h="797" w="1005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1"/>
            <p:cNvSpPr/>
            <p:nvPr/>
          </p:nvSpPr>
          <p:spPr>
            <a:xfrm>
              <a:off x="4292025" y="2631250"/>
              <a:ext cx="295050" cy="237500"/>
            </a:xfrm>
            <a:custGeom>
              <a:rect b="b" l="l" r="r" t="t"/>
              <a:pathLst>
                <a:path extrusionOk="0" h="9500" w="11802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1"/>
            <p:cNvSpPr/>
            <p:nvPr/>
          </p:nvSpPr>
          <p:spPr>
            <a:xfrm>
              <a:off x="4277375" y="2602475"/>
              <a:ext cx="51800" cy="43975"/>
            </a:xfrm>
            <a:custGeom>
              <a:rect b="b" l="l" r="r" t="t"/>
              <a:pathLst>
                <a:path extrusionOk="0" h="1759" w="2072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1"/>
            <p:cNvSpPr/>
            <p:nvPr/>
          </p:nvSpPr>
          <p:spPr>
            <a:xfrm>
              <a:off x="4044600" y="2592025"/>
              <a:ext cx="260525" cy="107250"/>
            </a:xfrm>
            <a:custGeom>
              <a:rect b="b" l="l" r="r" t="t"/>
              <a:pathLst>
                <a:path extrusionOk="0" h="4290" w="10421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1"/>
            <p:cNvSpPr/>
            <p:nvPr/>
          </p:nvSpPr>
          <p:spPr>
            <a:xfrm>
              <a:off x="4041450" y="2592550"/>
              <a:ext cx="39775" cy="35075"/>
            </a:xfrm>
            <a:custGeom>
              <a:rect b="b" l="l" r="r" t="t"/>
              <a:pathLst>
                <a:path extrusionOk="0" h="1403" w="1591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1"/>
            <p:cNvSpPr/>
            <p:nvPr/>
          </p:nvSpPr>
          <p:spPr>
            <a:xfrm>
              <a:off x="4231325" y="2673625"/>
              <a:ext cx="139700" cy="134450"/>
            </a:xfrm>
            <a:custGeom>
              <a:rect b="b" l="l" r="r" t="t"/>
              <a:pathLst>
                <a:path extrusionOk="0" h="5378" w="5588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1"/>
            <p:cNvSpPr/>
            <p:nvPr/>
          </p:nvSpPr>
          <p:spPr>
            <a:xfrm>
              <a:off x="4345375" y="2791325"/>
              <a:ext cx="25125" cy="25650"/>
            </a:xfrm>
            <a:custGeom>
              <a:rect b="b" l="l" r="r" t="t"/>
              <a:pathLst>
                <a:path extrusionOk="0" h="1026" w="1005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1"/>
            <p:cNvSpPr/>
            <p:nvPr/>
          </p:nvSpPr>
          <p:spPr>
            <a:xfrm>
              <a:off x="4136125" y="2704475"/>
              <a:ext cx="32475" cy="18350"/>
            </a:xfrm>
            <a:custGeom>
              <a:rect b="b" l="l" r="r" t="t"/>
              <a:pathLst>
                <a:path extrusionOk="0" h="734" w="1299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1"/>
            <p:cNvSpPr/>
            <p:nvPr/>
          </p:nvSpPr>
          <p:spPr>
            <a:xfrm>
              <a:off x="4184250" y="2677275"/>
              <a:ext cx="90000" cy="80075"/>
            </a:xfrm>
            <a:custGeom>
              <a:rect b="b" l="l" r="r" t="t"/>
              <a:pathLst>
                <a:path extrusionOk="0" h="3203" w="360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1"/>
            <p:cNvSpPr/>
            <p:nvPr/>
          </p:nvSpPr>
          <p:spPr>
            <a:xfrm>
              <a:off x="4165950" y="2741625"/>
              <a:ext cx="22000" cy="63850"/>
            </a:xfrm>
            <a:custGeom>
              <a:rect b="b" l="l" r="r" t="t"/>
              <a:pathLst>
                <a:path extrusionOk="0" h="2554" w="88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1"/>
            <p:cNvSpPr/>
            <p:nvPr/>
          </p:nvSpPr>
          <p:spPr>
            <a:xfrm>
              <a:off x="4185300" y="2741625"/>
              <a:ext cx="5775" cy="13100"/>
            </a:xfrm>
            <a:custGeom>
              <a:rect b="b" l="l" r="r" t="t"/>
              <a:pathLst>
                <a:path extrusionOk="0" h="524" w="231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1"/>
            <p:cNvSpPr/>
            <p:nvPr/>
          </p:nvSpPr>
          <p:spPr>
            <a:xfrm>
              <a:off x="4179025" y="2755750"/>
              <a:ext cx="7875" cy="18325"/>
            </a:xfrm>
            <a:custGeom>
              <a:rect b="b" l="l" r="r" t="t"/>
              <a:pathLst>
                <a:path extrusionOk="0" h="733" w="315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1"/>
            <p:cNvSpPr/>
            <p:nvPr/>
          </p:nvSpPr>
          <p:spPr>
            <a:xfrm>
              <a:off x="4179025" y="2721750"/>
              <a:ext cx="18850" cy="23550"/>
            </a:xfrm>
            <a:custGeom>
              <a:rect b="b" l="l" r="r" t="t"/>
              <a:pathLst>
                <a:path extrusionOk="0" h="942" w="754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1"/>
            <p:cNvSpPr/>
            <p:nvPr/>
          </p:nvSpPr>
          <p:spPr>
            <a:xfrm>
              <a:off x="4180075" y="2740050"/>
              <a:ext cx="58075" cy="71700"/>
            </a:xfrm>
            <a:custGeom>
              <a:rect b="b" l="l" r="r" t="t"/>
              <a:pathLst>
                <a:path extrusionOk="0" h="2868" w="2323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1"/>
            <p:cNvSpPr/>
            <p:nvPr/>
          </p:nvSpPr>
          <p:spPr>
            <a:xfrm>
              <a:off x="4179025" y="2758875"/>
              <a:ext cx="299225" cy="252175"/>
            </a:xfrm>
            <a:custGeom>
              <a:rect b="b" l="l" r="r" t="t"/>
              <a:pathLst>
                <a:path extrusionOk="0" h="10087" w="11969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1"/>
            <p:cNvSpPr/>
            <p:nvPr/>
          </p:nvSpPr>
          <p:spPr>
            <a:xfrm>
              <a:off x="4409700" y="2852525"/>
              <a:ext cx="11025" cy="24075"/>
            </a:xfrm>
            <a:custGeom>
              <a:rect b="b" l="l" r="r" t="t"/>
              <a:pathLst>
                <a:path extrusionOk="0" h="963" w="441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1"/>
            <p:cNvSpPr/>
            <p:nvPr/>
          </p:nvSpPr>
          <p:spPr>
            <a:xfrm>
              <a:off x="4421225" y="2854100"/>
              <a:ext cx="69075" cy="54425"/>
            </a:xfrm>
            <a:custGeom>
              <a:rect b="b" l="l" r="r" t="t"/>
              <a:pathLst>
                <a:path extrusionOk="0" h="2177" w="2763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1"/>
            <p:cNvSpPr/>
            <p:nvPr/>
          </p:nvSpPr>
          <p:spPr>
            <a:xfrm>
              <a:off x="4434300" y="2866125"/>
              <a:ext cx="108300" cy="133400"/>
            </a:xfrm>
            <a:custGeom>
              <a:rect b="b" l="l" r="r" t="t"/>
              <a:pathLst>
                <a:path extrusionOk="0" h="5336" w="4332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1"/>
            <p:cNvSpPr/>
            <p:nvPr/>
          </p:nvSpPr>
          <p:spPr>
            <a:xfrm>
              <a:off x="4483475" y="2847275"/>
              <a:ext cx="5775" cy="13125"/>
            </a:xfrm>
            <a:custGeom>
              <a:rect b="b" l="l" r="r" t="t"/>
              <a:pathLst>
                <a:path extrusionOk="0" h="525" w="231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41"/>
            <p:cNvSpPr/>
            <p:nvPr/>
          </p:nvSpPr>
          <p:spPr>
            <a:xfrm>
              <a:off x="4300375" y="2959750"/>
              <a:ext cx="153825" cy="99925"/>
            </a:xfrm>
            <a:custGeom>
              <a:rect b="b" l="l" r="r" t="t"/>
              <a:pathLst>
                <a:path extrusionOk="0" h="3997" w="6153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41"/>
            <p:cNvSpPr/>
            <p:nvPr/>
          </p:nvSpPr>
          <p:spPr>
            <a:xfrm>
              <a:off x="4035700" y="2769350"/>
              <a:ext cx="180500" cy="151725"/>
            </a:xfrm>
            <a:custGeom>
              <a:rect b="b" l="l" r="r" t="t"/>
              <a:pathLst>
                <a:path extrusionOk="0" h="6069" w="722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41"/>
            <p:cNvSpPr/>
            <p:nvPr/>
          </p:nvSpPr>
          <p:spPr>
            <a:xfrm>
              <a:off x="4003800" y="2919475"/>
              <a:ext cx="238550" cy="273600"/>
            </a:xfrm>
            <a:custGeom>
              <a:rect b="b" l="l" r="r" t="t"/>
              <a:pathLst>
                <a:path extrusionOk="0" h="10944" w="9542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41"/>
            <p:cNvSpPr/>
            <p:nvPr/>
          </p:nvSpPr>
          <p:spPr>
            <a:xfrm>
              <a:off x="4166475" y="3025650"/>
              <a:ext cx="219725" cy="166900"/>
            </a:xfrm>
            <a:custGeom>
              <a:rect b="b" l="l" r="r" t="t"/>
              <a:pathLst>
                <a:path extrusionOk="0" h="6676" w="8789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1"/>
            <p:cNvSpPr/>
            <p:nvPr/>
          </p:nvSpPr>
          <p:spPr>
            <a:xfrm>
              <a:off x="4213550" y="2979100"/>
              <a:ext cx="96800" cy="85825"/>
            </a:xfrm>
            <a:custGeom>
              <a:rect b="b" l="l" r="r" t="t"/>
              <a:pathLst>
                <a:path extrusionOk="0" h="3433" w="3872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1"/>
            <p:cNvSpPr/>
            <p:nvPr/>
          </p:nvSpPr>
          <p:spPr>
            <a:xfrm>
              <a:off x="4292025" y="3059150"/>
              <a:ext cx="21975" cy="26175"/>
            </a:xfrm>
            <a:custGeom>
              <a:rect b="b" l="l" r="r" t="t"/>
              <a:pathLst>
                <a:path extrusionOk="0" h="1047" w="879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1"/>
            <p:cNvSpPr/>
            <p:nvPr/>
          </p:nvSpPr>
          <p:spPr>
            <a:xfrm>
              <a:off x="4282600" y="3069600"/>
              <a:ext cx="148050" cy="196175"/>
            </a:xfrm>
            <a:custGeom>
              <a:rect b="b" l="l" r="r" t="t"/>
              <a:pathLst>
                <a:path extrusionOk="0" h="7847" w="5922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1"/>
            <p:cNvSpPr/>
            <p:nvPr/>
          </p:nvSpPr>
          <p:spPr>
            <a:xfrm>
              <a:off x="4175375" y="3163750"/>
              <a:ext cx="121375" cy="147025"/>
            </a:xfrm>
            <a:custGeom>
              <a:rect b="b" l="l" r="r" t="t"/>
              <a:pathLst>
                <a:path extrusionOk="0" h="5881" w="4855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1"/>
            <p:cNvSpPr/>
            <p:nvPr/>
          </p:nvSpPr>
          <p:spPr>
            <a:xfrm>
              <a:off x="4145025" y="3258950"/>
              <a:ext cx="11000" cy="25"/>
            </a:xfrm>
            <a:custGeom>
              <a:rect b="b" l="l" r="r" t="t"/>
              <a:pathLst>
                <a:path extrusionOk="0" h="1" w="44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1"/>
            <p:cNvSpPr/>
            <p:nvPr/>
          </p:nvSpPr>
          <p:spPr>
            <a:xfrm>
              <a:off x="4115200" y="3182075"/>
              <a:ext cx="83725" cy="82675"/>
            </a:xfrm>
            <a:custGeom>
              <a:rect b="b" l="l" r="r" t="t"/>
              <a:pathLst>
                <a:path extrusionOk="0" h="3307" w="3349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1"/>
            <p:cNvSpPr/>
            <p:nvPr/>
          </p:nvSpPr>
          <p:spPr>
            <a:xfrm>
              <a:off x="3898125" y="3081625"/>
              <a:ext cx="188350" cy="127150"/>
            </a:xfrm>
            <a:custGeom>
              <a:rect b="b" l="l" r="r" t="t"/>
              <a:pathLst>
                <a:path extrusionOk="0" h="5086" w="7534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1"/>
            <p:cNvSpPr/>
            <p:nvPr/>
          </p:nvSpPr>
          <p:spPr>
            <a:xfrm>
              <a:off x="3821225" y="2747900"/>
              <a:ext cx="223400" cy="207700"/>
            </a:xfrm>
            <a:custGeom>
              <a:rect b="b" l="l" r="r" t="t"/>
              <a:pathLst>
                <a:path extrusionOk="0" h="8308" w="8936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1"/>
            <p:cNvSpPr/>
            <p:nvPr/>
          </p:nvSpPr>
          <p:spPr>
            <a:xfrm>
              <a:off x="3792975" y="2679900"/>
              <a:ext cx="57050" cy="111450"/>
            </a:xfrm>
            <a:custGeom>
              <a:rect b="b" l="l" r="r" t="t"/>
              <a:pathLst>
                <a:path extrusionOk="0" h="4458" w="2282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41"/>
            <p:cNvSpPr/>
            <p:nvPr/>
          </p:nvSpPr>
          <p:spPr>
            <a:xfrm>
              <a:off x="3568575" y="2683550"/>
              <a:ext cx="289825" cy="280400"/>
            </a:xfrm>
            <a:custGeom>
              <a:rect b="b" l="l" r="r" t="t"/>
              <a:pathLst>
                <a:path extrusionOk="0" h="11216" w="11593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41"/>
            <p:cNvSpPr/>
            <p:nvPr/>
          </p:nvSpPr>
          <p:spPr>
            <a:xfrm>
              <a:off x="3511050" y="2702400"/>
              <a:ext cx="167400" cy="132350"/>
            </a:xfrm>
            <a:custGeom>
              <a:rect b="b" l="l" r="r" t="t"/>
              <a:pathLst>
                <a:path extrusionOk="0" h="5294" w="6696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1"/>
            <p:cNvSpPr/>
            <p:nvPr/>
          </p:nvSpPr>
          <p:spPr>
            <a:xfrm>
              <a:off x="3450875" y="2834200"/>
              <a:ext cx="118775" cy="95225"/>
            </a:xfrm>
            <a:custGeom>
              <a:rect b="b" l="l" r="r" t="t"/>
              <a:pathLst>
                <a:path extrusionOk="0" h="3809" w="4751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1"/>
            <p:cNvSpPr/>
            <p:nvPr/>
          </p:nvSpPr>
          <p:spPr>
            <a:xfrm>
              <a:off x="3450375" y="2838400"/>
              <a:ext cx="170550" cy="187800"/>
            </a:xfrm>
            <a:custGeom>
              <a:rect b="b" l="l" r="r" t="t"/>
              <a:pathLst>
                <a:path extrusionOk="0" h="7512" w="6822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1"/>
            <p:cNvSpPr/>
            <p:nvPr/>
          </p:nvSpPr>
          <p:spPr>
            <a:xfrm>
              <a:off x="3518375" y="2873975"/>
              <a:ext cx="235400" cy="218150"/>
            </a:xfrm>
            <a:custGeom>
              <a:rect b="b" l="l" r="r" t="t"/>
              <a:pathLst>
                <a:path extrusionOk="0" h="8726" w="9416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1"/>
            <p:cNvSpPr/>
            <p:nvPr/>
          </p:nvSpPr>
          <p:spPr>
            <a:xfrm>
              <a:off x="3617750" y="3020950"/>
              <a:ext cx="108825" cy="79025"/>
            </a:xfrm>
            <a:custGeom>
              <a:rect b="b" l="l" r="r" t="t"/>
              <a:pathLst>
                <a:path extrusionOk="0" h="3161" w="4353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1"/>
            <p:cNvSpPr/>
            <p:nvPr/>
          </p:nvSpPr>
          <p:spPr>
            <a:xfrm>
              <a:off x="3442525" y="2997925"/>
              <a:ext cx="93125" cy="68050"/>
            </a:xfrm>
            <a:custGeom>
              <a:rect b="b" l="l" r="r" t="t"/>
              <a:pathLst>
                <a:path extrusionOk="0" h="2722" w="3725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1"/>
            <p:cNvSpPr/>
            <p:nvPr/>
          </p:nvSpPr>
          <p:spPr>
            <a:xfrm>
              <a:off x="3452975" y="3056525"/>
              <a:ext cx="44500" cy="26700"/>
            </a:xfrm>
            <a:custGeom>
              <a:rect b="b" l="l" r="r" t="t"/>
              <a:pathLst>
                <a:path extrusionOk="0" h="1068" w="178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1" name="Google Shape;2441;p41"/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</p:grpSpPr>
          <p:sp>
            <p:nvSpPr>
              <p:cNvPr id="2442" name="Google Shape;2442;p41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rect b="b" l="l" r="r" t="t"/>
                <a:pathLst>
                  <a:path extrusionOk="0" h="545" w="1842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41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rect b="b" l="l" r="r" t="t"/>
                <a:pathLst>
                  <a:path extrusionOk="0" h="3244" w="4081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44" name="Google Shape;2444;p41"/>
            <p:cNvSpPr/>
            <p:nvPr/>
          </p:nvSpPr>
          <p:spPr>
            <a:xfrm>
              <a:off x="3503200" y="3095750"/>
              <a:ext cx="40300" cy="48150"/>
            </a:xfrm>
            <a:custGeom>
              <a:rect b="b" l="l" r="r" t="t"/>
              <a:pathLst>
                <a:path extrusionOk="0" h="1926" w="1612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1"/>
            <p:cNvSpPr/>
            <p:nvPr/>
          </p:nvSpPr>
          <p:spPr>
            <a:xfrm>
              <a:off x="3529350" y="3117725"/>
              <a:ext cx="58600" cy="62800"/>
            </a:xfrm>
            <a:custGeom>
              <a:rect b="b" l="l" r="r" t="t"/>
              <a:pathLst>
                <a:path extrusionOk="0" h="2512" w="2344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1"/>
            <p:cNvSpPr/>
            <p:nvPr/>
          </p:nvSpPr>
          <p:spPr>
            <a:xfrm>
              <a:off x="3570150" y="3086875"/>
              <a:ext cx="89475" cy="94175"/>
            </a:xfrm>
            <a:custGeom>
              <a:rect b="b" l="l" r="r" t="t"/>
              <a:pathLst>
                <a:path extrusionOk="0" h="3767" w="3579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1"/>
            <p:cNvSpPr/>
            <p:nvPr/>
          </p:nvSpPr>
          <p:spPr>
            <a:xfrm>
              <a:off x="3647050" y="3079025"/>
              <a:ext cx="61225" cy="95750"/>
            </a:xfrm>
            <a:custGeom>
              <a:rect b="b" l="l" r="r" t="t"/>
              <a:pathLst>
                <a:path extrusionOk="0" h="3830" w="2449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1"/>
            <p:cNvSpPr/>
            <p:nvPr/>
          </p:nvSpPr>
          <p:spPr>
            <a:xfrm>
              <a:off x="3689950" y="3079025"/>
              <a:ext cx="29300" cy="77950"/>
            </a:xfrm>
            <a:custGeom>
              <a:rect b="b" l="l" r="r" t="t"/>
              <a:pathLst>
                <a:path extrusionOk="0" h="3118" w="1172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41"/>
            <p:cNvSpPr/>
            <p:nvPr/>
          </p:nvSpPr>
          <p:spPr>
            <a:xfrm>
              <a:off x="3705625" y="3059150"/>
              <a:ext cx="45025" cy="94175"/>
            </a:xfrm>
            <a:custGeom>
              <a:rect b="b" l="l" r="r" t="t"/>
              <a:pathLst>
                <a:path extrusionOk="0" h="3767" w="1801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41"/>
            <p:cNvSpPr/>
            <p:nvPr/>
          </p:nvSpPr>
          <p:spPr>
            <a:xfrm>
              <a:off x="3881925" y="2896975"/>
              <a:ext cx="150650" cy="239600"/>
            </a:xfrm>
            <a:custGeom>
              <a:rect b="b" l="l" r="r" t="t"/>
              <a:pathLst>
                <a:path extrusionOk="0" h="9584" w="6026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1"/>
            <p:cNvSpPr/>
            <p:nvPr/>
          </p:nvSpPr>
          <p:spPr>
            <a:xfrm>
              <a:off x="3863600" y="3051825"/>
              <a:ext cx="4725" cy="2625"/>
            </a:xfrm>
            <a:custGeom>
              <a:rect b="b" l="l" r="r" t="t"/>
              <a:pathLst>
                <a:path extrusionOk="0" h="105" w="189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1"/>
            <p:cNvSpPr/>
            <p:nvPr/>
          </p:nvSpPr>
          <p:spPr>
            <a:xfrm>
              <a:off x="3695700" y="2900125"/>
              <a:ext cx="220250" cy="171075"/>
            </a:xfrm>
            <a:custGeom>
              <a:rect b="b" l="l" r="r" t="t"/>
              <a:pathLst>
                <a:path extrusionOk="0" h="6843" w="881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1"/>
            <p:cNvSpPr/>
            <p:nvPr/>
          </p:nvSpPr>
          <p:spPr>
            <a:xfrm>
              <a:off x="3732825" y="3041350"/>
              <a:ext cx="165325" cy="141775"/>
            </a:xfrm>
            <a:custGeom>
              <a:rect b="b" l="l" r="r" t="t"/>
              <a:pathLst>
                <a:path extrusionOk="0" h="5671" w="6613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1"/>
            <p:cNvSpPr/>
            <p:nvPr/>
          </p:nvSpPr>
          <p:spPr>
            <a:xfrm>
              <a:off x="3813400" y="3053900"/>
              <a:ext cx="109850" cy="164800"/>
            </a:xfrm>
            <a:custGeom>
              <a:rect b="b" l="l" r="r" t="t"/>
              <a:pathLst>
                <a:path extrusionOk="0" h="6592" w="4394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41"/>
            <p:cNvSpPr/>
            <p:nvPr/>
          </p:nvSpPr>
          <p:spPr>
            <a:xfrm>
              <a:off x="3813900" y="3211875"/>
              <a:ext cx="82675" cy="89475"/>
            </a:xfrm>
            <a:custGeom>
              <a:rect b="b" l="l" r="r" t="t"/>
              <a:pathLst>
                <a:path extrusionOk="0" h="3579" w="3307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1"/>
            <p:cNvSpPr/>
            <p:nvPr/>
          </p:nvSpPr>
          <p:spPr>
            <a:xfrm>
              <a:off x="3821750" y="3213450"/>
              <a:ext cx="29325" cy="18850"/>
            </a:xfrm>
            <a:custGeom>
              <a:rect b="b" l="l" r="r" t="t"/>
              <a:pathLst>
                <a:path extrusionOk="0" h="754" w="1173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41"/>
            <p:cNvSpPr/>
            <p:nvPr/>
          </p:nvSpPr>
          <p:spPr>
            <a:xfrm>
              <a:off x="3848425" y="3188875"/>
              <a:ext cx="110925" cy="129750"/>
            </a:xfrm>
            <a:custGeom>
              <a:rect b="b" l="l" r="r" t="t"/>
              <a:pathLst>
                <a:path extrusionOk="0" h="5190" w="4437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41"/>
            <p:cNvSpPr/>
            <p:nvPr/>
          </p:nvSpPr>
          <p:spPr>
            <a:xfrm>
              <a:off x="3860475" y="3308125"/>
              <a:ext cx="15700" cy="21475"/>
            </a:xfrm>
            <a:custGeom>
              <a:rect b="b" l="l" r="r" t="t"/>
              <a:pathLst>
                <a:path extrusionOk="0" h="859" w="628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41"/>
            <p:cNvSpPr/>
            <p:nvPr/>
          </p:nvSpPr>
          <p:spPr>
            <a:xfrm>
              <a:off x="4111550" y="3257925"/>
              <a:ext cx="161650" cy="164775"/>
            </a:xfrm>
            <a:custGeom>
              <a:rect b="b" l="l" r="r" t="t"/>
              <a:pathLst>
                <a:path extrusionOk="0" h="6591" w="6466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41"/>
            <p:cNvSpPr/>
            <p:nvPr/>
          </p:nvSpPr>
          <p:spPr>
            <a:xfrm>
              <a:off x="4106850" y="3261050"/>
              <a:ext cx="29300" cy="24100"/>
            </a:xfrm>
            <a:custGeom>
              <a:rect b="b" l="l" r="r" t="t"/>
              <a:pathLst>
                <a:path extrusionOk="0" h="964" w="1172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41"/>
            <p:cNvSpPr/>
            <p:nvPr/>
          </p:nvSpPr>
          <p:spPr>
            <a:xfrm>
              <a:off x="4106850" y="3275175"/>
              <a:ext cx="28775" cy="35075"/>
            </a:xfrm>
            <a:custGeom>
              <a:rect b="b" l="l" r="r" t="t"/>
              <a:pathLst>
                <a:path extrusionOk="0" h="1403" w="1151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41"/>
            <p:cNvSpPr/>
            <p:nvPr/>
          </p:nvSpPr>
          <p:spPr>
            <a:xfrm>
              <a:off x="3862550" y="3166900"/>
              <a:ext cx="275700" cy="273075"/>
            </a:xfrm>
            <a:custGeom>
              <a:rect b="b" l="l" r="r" t="t"/>
              <a:pathLst>
                <a:path extrusionOk="0" h="10923" w="11028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41"/>
            <p:cNvSpPr/>
            <p:nvPr/>
          </p:nvSpPr>
          <p:spPr>
            <a:xfrm>
              <a:off x="4159150" y="3380850"/>
              <a:ext cx="46050" cy="116150"/>
            </a:xfrm>
            <a:custGeom>
              <a:rect b="b" l="l" r="r" t="t"/>
              <a:pathLst>
                <a:path extrusionOk="0" h="4646" w="1842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41"/>
            <p:cNvSpPr/>
            <p:nvPr/>
          </p:nvSpPr>
          <p:spPr>
            <a:xfrm>
              <a:off x="4001175" y="3363575"/>
              <a:ext cx="170550" cy="145450"/>
            </a:xfrm>
            <a:custGeom>
              <a:rect b="b" l="l" r="r" t="t"/>
              <a:pathLst>
                <a:path extrusionOk="0" h="5818" w="6822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41"/>
            <p:cNvSpPr/>
            <p:nvPr/>
          </p:nvSpPr>
          <p:spPr>
            <a:xfrm>
              <a:off x="3852625" y="3330100"/>
              <a:ext cx="181000" cy="178925"/>
            </a:xfrm>
            <a:custGeom>
              <a:rect b="b" l="l" r="r" t="t"/>
              <a:pathLst>
                <a:path extrusionOk="0" h="7157" w="724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41"/>
            <p:cNvSpPr/>
            <p:nvPr/>
          </p:nvSpPr>
          <p:spPr>
            <a:xfrm>
              <a:off x="4046675" y="3472375"/>
              <a:ext cx="113025" cy="103075"/>
            </a:xfrm>
            <a:custGeom>
              <a:rect b="b" l="l" r="r" t="t"/>
              <a:pathLst>
                <a:path extrusionOk="0" h="4123" w="4521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41"/>
            <p:cNvSpPr/>
            <p:nvPr/>
          </p:nvSpPr>
          <p:spPr>
            <a:xfrm>
              <a:off x="3968750" y="3504300"/>
              <a:ext cx="135500" cy="135500"/>
            </a:xfrm>
            <a:custGeom>
              <a:rect b="b" l="l" r="r" t="t"/>
              <a:pathLst>
                <a:path extrusionOk="0" h="5420" w="542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41"/>
            <p:cNvSpPr/>
            <p:nvPr/>
          </p:nvSpPr>
          <p:spPr>
            <a:xfrm>
              <a:off x="3853150" y="3491725"/>
              <a:ext cx="193550" cy="182075"/>
            </a:xfrm>
            <a:custGeom>
              <a:rect b="b" l="l" r="r" t="t"/>
              <a:pathLst>
                <a:path extrusionOk="0" h="7283" w="7742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1"/>
            <p:cNvSpPr/>
            <p:nvPr/>
          </p:nvSpPr>
          <p:spPr>
            <a:xfrm>
              <a:off x="4123050" y="3397575"/>
              <a:ext cx="150675" cy="242750"/>
            </a:xfrm>
            <a:custGeom>
              <a:rect b="b" l="l" r="r" t="t"/>
              <a:pathLst>
                <a:path extrusionOk="0" h="9710" w="6027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1"/>
            <p:cNvSpPr/>
            <p:nvPr/>
          </p:nvSpPr>
          <p:spPr>
            <a:xfrm>
              <a:off x="4120450" y="3622500"/>
              <a:ext cx="20950" cy="23575"/>
            </a:xfrm>
            <a:custGeom>
              <a:rect b="b" l="l" r="r" t="t"/>
              <a:pathLst>
                <a:path extrusionOk="0" h="943" w="838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1"/>
            <p:cNvSpPr/>
            <p:nvPr/>
          </p:nvSpPr>
          <p:spPr>
            <a:xfrm>
              <a:off x="4064475" y="3669050"/>
              <a:ext cx="33500" cy="31425"/>
            </a:xfrm>
            <a:custGeom>
              <a:rect b="b" l="l" r="r" t="t"/>
              <a:pathLst>
                <a:path extrusionOk="0" h="1257" w="134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41"/>
            <p:cNvSpPr/>
            <p:nvPr/>
          </p:nvSpPr>
          <p:spPr>
            <a:xfrm>
              <a:off x="4697400" y="2660025"/>
              <a:ext cx="105175" cy="86850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41"/>
            <p:cNvSpPr/>
            <p:nvPr/>
          </p:nvSpPr>
          <p:spPr>
            <a:xfrm>
              <a:off x="4697400" y="2660025"/>
              <a:ext cx="105175" cy="86850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41"/>
            <p:cNvSpPr/>
            <p:nvPr/>
          </p:nvSpPr>
          <p:spPr>
            <a:xfrm>
              <a:off x="4252775" y="2586800"/>
              <a:ext cx="70650" cy="19900"/>
            </a:xfrm>
            <a:custGeom>
              <a:rect b="b" l="l" r="r" t="t"/>
              <a:pathLst>
                <a:path extrusionOk="0" h="796" w="2826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41"/>
            <p:cNvSpPr/>
            <p:nvPr/>
          </p:nvSpPr>
          <p:spPr>
            <a:xfrm>
              <a:off x="4298825" y="2603000"/>
              <a:ext cx="2625" cy="2650"/>
            </a:xfrm>
            <a:custGeom>
              <a:rect b="b" l="l" r="r" t="t"/>
              <a:pathLst>
                <a:path extrusionOk="0" fill="none" h="106" w="105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1"/>
            <p:cNvSpPr/>
            <p:nvPr/>
          </p:nvSpPr>
          <p:spPr>
            <a:xfrm>
              <a:off x="4949025" y="2811200"/>
              <a:ext cx="44475" cy="26175"/>
            </a:xfrm>
            <a:custGeom>
              <a:rect b="b" l="l" r="r" t="t"/>
              <a:pathLst>
                <a:path extrusionOk="0" h="1047" w="1779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1"/>
            <p:cNvSpPr/>
            <p:nvPr/>
          </p:nvSpPr>
          <p:spPr>
            <a:xfrm>
              <a:off x="3967175" y="2589925"/>
              <a:ext cx="35075" cy="29850"/>
            </a:xfrm>
            <a:custGeom>
              <a:rect b="b" l="l" r="r" t="t"/>
              <a:pathLst>
                <a:path extrusionOk="0" h="1194" w="1403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1"/>
            <p:cNvSpPr/>
            <p:nvPr/>
          </p:nvSpPr>
          <p:spPr>
            <a:xfrm>
              <a:off x="3938400" y="2522975"/>
              <a:ext cx="58625" cy="76925"/>
            </a:xfrm>
            <a:custGeom>
              <a:rect b="b" l="l" r="r" t="t"/>
              <a:pathLst>
                <a:path extrusionOk="0" h="3077" w="2345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9" name="Google Shape;2479;p41"/>
          <p:cNvSpPr/>
          <p:nvPr/>
        </p:nvSpPr>
        <p:spPr>
          <a:xfrm>
            <a:off x="4716775" y="2409321"/>
            <a:ext cx="152100" cy="15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0" name="Google Shape;2480;p41"/>
          <p:cNvGrpSpPr/>
          <p:nvPr/>
        </p:nvGrpSpPr>
        <p:grpSpPr>
          <a:xfrm>
            <a:off x="4311075" y="1967421"/>
            <a:ext cx="441900" cy="441900"/>
            <a:chOff x="876575" y="1934250"/>
            <a:chExt cx="441900" cy="441900"/>
          </a:xfrm>
        </p:grpSpPr>
        <p:sp>
          <p:nvSpPr>
            <p:cNvPr id="2481" name="Google Shape;2481;p41"/>
            <p:cNvSpPr/>
            <p:nvPr/>
          </p:nvSpPr>
          <p:spPr>
            <a:xfrm>
              <a:off x="876575" y="1934250"/>
              <a:ext cx="441900" cy="4419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1"/>
            <p:cNvSpPr/>
            <p:nvPr/>
          </p:nvSpPr>
          <p:spPr>
            <a:xfrm>
              <a:off x="970750" y="2028425"/>
              <a:ext cx="253500" cy="253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3" name="Google Shape;2483;p41"/>
          <p:cNvSpPr/>
          <p:nvPr/>
        </p:nvSpPr>
        <p:spPr>
          <a:xfrm>
            <a:off x="6209125" y="2315096"/>
            <a:ext cx="94200" cy="94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41"/>
          <p:cNvSpPr/>
          <p:nvPr/>
        </p:nvSpPr>
        <p:spPr>
          <a:xfrm>
            <a:off x="6075738" y="2467221"/>
            <a:ext cx="94200" cy="94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41"/>
          <p:cNvSpPr/>
          <p:nvPr/>
        </p:nvSpPr>
        <p:spPr>
          <a:xfrm>
            <a:off x="6358282" y="2528871"/>
            <a:ext cx="152100" cy="15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6" name="Google Shape;2486;p41"/>
          <p:cNvGrpSpPr/>
          <p:nvPr/>
        </p:nvGrpSpPr>
        <p:grpSpPr>
          <a:xfrm>
            <a:off x="6358275" y="2122521"/>
            <a:ext cx="344700" cy="344700"/>
            <a:chOff x="2923775" y="2089350"/>
            <a:chExt cx="344700" cy="344700"/>
          </a:xfrm>
        </p:grpSpPr>
        <p:sp>
          <p:nvSpPr>
            <p:cNvPr id="2487" name="Google Shape;2487;p41"/>
            <p:cNvSpPr/>
            <p:nvPr/>
          </p:nvSpPr>
          <p:spPr>
            <a:xfrm>
              <a:off x="2923775" y="2089350"/>
              <a:ext cx="344700" cy="3447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41"/>
            <p:cNvSpPr/>
            <p:nvPr/>
          </p:nvSpPr>
          <p:spPr>
            <a:xfrm>
              <a:off x="2997241" y="2162816"/>
              <a:ext cx="197700" cy="1977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9" name="Google Shape;2489;p41"/>
          <p:cNvSpPr/>
          <p:nvPr/>
        </p:nvSpPr>
        <p:spPr>
          <a:xfrm>
            <a:off x="7510113" y="3665096"/>
            <a:ext cx="94200" cy="94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41"/>
          <p:cNvSpPr/>
          <p:nvPr/>
        </p:nvSpPr>
        <p:spPr>
          <a:xfrm>
            <a:off x="7575335" y="3512996"/>
            <a:ext cx="152100" cy="15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41"/>
          <p:cNvSpPr txBox="1"/>
          <p:nvPr/>
        </p:nvSpPr>
        <p:spPr>
          <a:xfrm>
            <a:off x="4543972" y="1005840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492" name="Google Shape;2492;p41"/>
          <p:cNvSpPr/>
          <p:nvPr/>
        </p:nvSpPr>
        <p:spPr>
          <a:xfrm>
            <a:off x="5856400" y="2963921"/>
            <a:ext cx="152100" cy="15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41"/>
          <p:cNvSpPr/>
          <p:nvPr/>
        </p:nvSpPr>
        <p:spPr>
          <a:xfrm>
            <a:off x="5211057" y="3562146"/>
            <a:ext cx="152100" cy="152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42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services d’internet, on peut citer:</a:t>
            </a:r>
            <a:endParaRPr/>
          </a:p>
        </p:txBody>
      </p:sp>
      <p:grpSp>
        <p:nvGrpSpPr>
          <p:cNvPr id="2499" name="Google Shape;2499;p42"/>
          <p:cNvGrpSpPr/>
          <p:nvPr/>
        </p:nvGrpSpPr>
        <p:grpSpPr>
          <a:xfrm>
            <a:off x="3167946" y="1549451"/>
            <a:ext cx="2808102" cy="2816821"/>
            <a:chOff x="4820425" y="1329900"/>
            <a:chExt cx="70175" cy="70350"/>
          </a:xfrm>
        </p:grpSpPr>
        <p:sp>
          <p:nvSpPr>
            <p:cNvPr id="2500" name="Google Shape;2500;p42"/>
            <p:cNvSpPr/>
            <p:nvPr/>
          </p:nvSpPr>
          <p:spPr>
            <a:xfrm>
              <a:off x="4862975" y="1335475"/>
              <a:ext cx="27625" cy="34650"/>
            </a:xfrm>
            <a:custGeom>
              <a:rect b="b" l="l" r="r" t="t"/>
              <a:pathLst>
                <a:path extrusionOk="0" h="1386" w="1105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2"/>
            <p:cNvSpPr/>
            <p:nvPr/>
          </p:nvSpPr>
          <p:spPr>
            <a:xfrm>
              <a:off x="4820425" y="1360000"/>
              <a:ext cx="27625" cy="34650"/>
            </a:xfrm>
            <a:custGeom>
              <a:rect b="b" l="l" r="r" t="t"/>
              <a:pathLst>
                <a:path extrusionOk="0" h="1386" w="1105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2"/>
            <p:cNvSpPr/>
            <p:nvPr/>
          </p:nvSpPr>
          <p:spPr>
            <a:xfrm>
              <a:off x="4850375" y="1372800"/>
              <a:ext cx="34625" cy="27450"/>
            </a:xfrm>
            <a:custGeom>
              <a:rect b="b" l="l" r="r" t="t"/>
              <a:pathLst>
                <a:path extrusionOk="0" h="1098" w="1385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2"/>
            <p:cNvSpPr/>
            <p:nvPr/>
          </p:nvSpPr>
          <p:spPr>
            <a:xfrm>
              <a:off x="4825850" y="1329900"/>
              <a:ext cx="34625" cy="27975"/>
            </a:xfrm>
            <a:custGeom>
              <a:rect b="b" l="l" r="r" t="t"/>
              <a:pathLst>
                <a:path extrusionOk="0" h="1119" w="1385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4" name="Google Shape;2504;p42"/>
          <p:cNvSpPr txBox="1"/>
          <p:nvPr>
            <p:ph idx="1" type="subTitle"/>
          </p:nvPr>
        </p:nvSpPr>
        <p:spPr>
          <a:xfrm>
            <a:off x="1104901" y="1835975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Courrier électronique.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505" name="Google Shape;2505;p42"/>
          <p:cNvSpPr txBox="1"/>
          <p:nvPr>
            <p:ph idx="4294967295" type="subTitle"/>
          </p:nvPr>
        </p:nvSpPr>
        <p:spPr>
          <a:xfrm>
            <a:off x="1104901" y="2920737"/>
            <a:ext cx="2004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Accès à des systèmes distants (telnet)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506" name="Google Shape;2506;p42"/>
          <p:cNvSpPr txBox="1"/>
          <p:nvPr>
            <p:ph idx="2" type="subTitle"/>
          </p:nvPr>
        </p:nvSpPr>
        <p:spPr>
          <a:xfrm>
            <a:off x="6128827" y="1835975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Transfert de fichiers (FTP) 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507" name="Google Shape;2507;p42"/>
          <p:cNvSpPr txBox="1"/>
          <p:nvPr>
            <p:ph idx="3" type="subTitle"/>
          </p:nvPr>
        </p:nvSpPr>
        <p:spPr>
          <a:xfrm>
            <a:off x="6128827" y="2920737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Hypertexte et World Wide Web (WWW)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grpSp>
        <p:nvGrpSpPr>
          <p:cNvPr id="2508" name="Google Shape;2508;p42"/>
          <p:cNvGrpSpPr/>
          <p:nvPr/>
        </p:nvGrpSpPr>
        <p:grpSpPr>
          <a:xfrm>
            <a:off x="4632514" y="3824343"/>
            <a:ext cx="210227" cy="236413"/>
            <a:chOff x="2523000" y="1954875"/>
            <a:chExt cx="262325" cy="295000"/>
          </a:xfrm>
        </p:grpSpPr>
        <p:sp>
          <p:nvSpPr>
            <p:cNvPr id="2509" name="Google Shape;2509;p42"/>
            <p:cNvSpPr/>
            <p:nvPr/>
          </p:nvSpPr>
          <p:spPr>
            <a:xfrm>
              <a:off x="2523000" y="1954875"/>
              <a:ext cx="262325" cy="295000"/>
            </a:xfrm>
            <a:custGeom>
              <a:rect b="b" l="l" r="r" t="t"/>
              <a:pathLst>
                <a:path extrusionOk="0" h="11800" w="10493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10" name="Google Shape;2510;p42"/>
            <p:cNvSpPr/>
            <p:nvPr/>
          </p:nvSpPr>
          <p:spPr>
            <a:xfrm>
              <a:off x="2595475" y="2024575"/>
              <a:ext cx="122100" cy="138650"/>
            </a:xfrm>
            <a:custGeom>
              <a:rect b="b" l="l" r="r" t="t"/>
              <a:pathLst>
                <a:path extrusionOk="0" h="5546" w="4884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511" name="Google Shape;2511;p42"/>
          <p:cNvGrpSpPr/>
          <p:nvPr/>
        </p:nvGrpSpPr>
        <p:grpSpPr>
          <a:xfrm>
            <a:off x="5426990" y="2705685"/>
            <a:ext cx="238617" cy="238437"/>
            <a:chOff x="1413250" y="2680675"/>
            <a:chExt cx="297750" cy="297525"/>
          </a:xfrm>
        </p:grpSpPr>
        <p:sp>
          <p:nvSpPr>
            <p:cNvPr id="2512" name="Google Shape;2512;p42"/>
            <p:cNvSpPr/>
            <p:nvPr/>
          </p:nvSpPr>
          <p:spPr>
            <a:xfrm>
              <a:off x="1413250" y="2680675"/>
              <a:ext cx="297750" cy="297525"/>
            </a:xfrm>
            <a:custGeom>
              <a:rect b="b" l="l" r="r" t="t"/>
              <a:pathLst>
                <a:path extrusionOk="0" h="11901" w="11910">
                  <a:moveTo>
                    <a:pt x="10460" y="1418"/>
                  </a:moveTo>
                  <a:lnTo>
                    <a:pt x="10460" y="7719"/>
                  </a:lnTo>
                  <a:lnTo>
                    <a:pt x="1387" y="7719"/>
                  </a:lnTo>
                  <a:lnTo>
                    <a:pt x="1387" y="1418"/>
                  </a:lnTo>
                  <a:close/>
                  <a:moveTo>
                    <a:pt x="5577" y="8380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380"/>
                  </a:lnTo>
                  <a:close/>
                  <a:moveTo>
                    <a:pt x="6396" y="8380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380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25"/>
                  </a:lnTo>
                  <a:lnTo>
                    <a:pt x="378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78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89" y="7719"/>
                    <a:pt x="32" y="7876"/>
                    <a:pt x="32" y="8097"/>
                  </a:cubicBezTo>
                  <a:cubicBezTo>
                    <a:pt x="32" y="8286"/>
                    <a:pt x="189" y="8443"/>
                    <a:pt x="378" y="8443"/>
                  </a:cubicBezTo>
                  <a:lnTo>
                    <a:pt x="4758" y="8443"/>
                  </a:lnTo>
                  <a:lnTo>
                    <a:pt x="3560" y="11436"/>
                  </a:lnTo>
                  <a:cubicBezTo>
                    <a:pt x="3497" y="11625"/>
                    <a:pt x="3560" y="11814"/>
                    <a:pt x="3749" y="11877"/>
                  </a:cubicBezTo>
                  <a:cubicBezTo>
                    <a:pt x="3803" y="11893"/>
                    <a:pt x="3855" y="11901"/>
                    <a:pt x="3903" y="11901"/>
                  </a:cubicBezTo>
                  <a:cubicBezTo>
                    <a:pt x="4052" y="11901"/>
                    <a:pt x="4167" y="11824"/>
                    <a:pt x="4191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75" y="11184"/>
                    <a:pt x="6333" y="11027"/>
                    <a:pt x="6333" y="10838"/>
                  </a:cubicBezTo>
                  <a:lnTo>
                    <a:pt x="6333" y="9830"/>
                  </a:lnTo>
                  <a:lnTo>
                    <a:pt x="6995" y="9830"/>
                  </a:lnTo>
                  <a:lnTo>
                    <a:pt x="7751" y="11657"/>
                  </a:lnTo>
                  <a:cubicBezTo>
                    <a:pt x="7798" y="11824"/>
                    <a:pt x="7918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81" y="11783"/>
                    <a:pt x="8444" y="11594"/>
                    <a:pt x="8381" y="11436"/>
                  </a:cubicBezTo>
                  <a:lnTo>
                    <a:pt x="7184" y="8443"/>
                  </a:lnTo>
                  <a:lnTo>
                    <a:pt x="11563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63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63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63" y="725"/>
                  </a:cubicBezTo>
                  <a:lnTo>
                    <a:pt x="6301" y="725"/>
                  </a:ln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13" name="Google Shape;2513;p42"/>
            <p:cNvSpPr/>
            <p:nvPr/>
          </p:nvSpPr>
          <p:spPr>
            <a:xfrm>
              <a:off x="1465225" y="2805100"/>
              <a:ext cx="52800" cy="52025"/>
            </a:xfrm>
            <a:custGeom>
              <a:rect b="b" l="l" r="r" t="t"/>
              <a:pathLst>
                <a:path extrusionOk="0" h="2081" w="2112">
                  <a:moveTo>
                    <a:pt x="1387" y="663"/>
                  </a:moveTo>
                  <a:lnTo>
                    <a:pt x="1387" y="1387"/>
                  </a:lnTo>
                  <a:lnTo>
                    <a:pt x="694" y="1387"/>
                  </a:lnTo>
                  <a:lnTo>
                    <a:pt x="694" y="663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4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1765" y="2080"/>
                  </a:lnTo>
                  <a:cubicBezTo>
                    <a:pt x="1954" y="2080"/>
                    <a:pt x="2112" y="1923"/>
                    <a:pt x="2112" y="1734"/>
                  </a:cubicBezTo>
                  <a:lnTo>
                    <a:pt x="2112" y="347"/>
                  </a:ln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14" name="Google Shape;2514;p42"/>
            <p:cNvSpPr/>
            <p:nvPr/>
          </p:nvSpPr>
          <p:spPr>
            <a:xfrm>
              <a:off x="1535325" y="2769675"/>
              <a:ext cx="52800" cy="87450"/>
            </a:xfrm>
            <a:custGeom>
              <a:rect b="b" l="l" r="r" t="t"/>
              <a:pathLst>
                <a:path extrusionOk="0" h="3498" w="2112">
                  <a:moveTo>
                    <a:pt x="1387" y="662"/>
                  </a:moveTo>
                  <a:lnTo>
                    <a:pt x="1387" y="2741"/>
                  </a:lnTo>
                  <a:lnTo>
                    <a:pt x="694" y="2741"/>
                  </a:lnTo>
                  <a:lnTo>
                    <a:pt x="694" y="662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151"/>
                  </a:lnTo>
                  <a:cubicBezTo>
                    <a:pt x="1" y="3340"/>
                    <a:pt x="158" y="3497"/>
                    <a:pt x="379" y="3497"/>
                  </a:cubicBezTo>
                  <a:lnTo>
                    <a:pt x="1733" y="3497"/>
                  </a:lnTo>
                  <a:lnTo>
                    <a:pt x="1733" y="3466"/>
                  </a:lnTo>
                  <a:cubicBezTo>
                    <a:pt x="1954" y="3466"/>
                    <a:pt x="2112" y="3308"/>
                    <a:pt x="2112" y="3119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15" name="Google Shape;2515;p42"/>
            <p:cNvSpPr/>
            <p:nvPr/>
          </p:nvSpPr>
          <p:spPr>
            <a:xfrm>
              <a:off x="1604650" y="2733425"/>
              <a:ext cx="52775" cy="122900"/>
            </a:xfrm>
            <a:custGeom>
              <a:rect b="b" l="l" r="r" t="t"/>
              <a:pathLst>
                <a:path extrusionOk="0" h="4916" w="2111">
                  <a:moveTo>
                    <a:pt x="1418" y="726"/>
                  </a:moveTo>
                  <a:lnTo>
                    <a:pt x="1418" y="4254"/>
                  </a:lnTo>
                  <a:lnTo>
                    <a:pt x="725" y="4254"/>
                  </a:lnTo>
                  <a:lnTo>
                    <a:pt x="725" y="726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764" y="4916"/>
                  </a:lnTo>
                  <a:cubicBezTo>
                    <a:pt x="1953" y="4916"/>
                    <a:pt x="2111" y="4758"/>
                    <a:pt x="2111" y="4569"/>
                  </a:cubicBezTo>
                  <a:lnTo>
                    <a:pt x="2111" y="348"/>
                  </a:lnTo>
                  <a:cubicBezTo>
                    <a:pt x="2111" y="159"/>
                    <a:pt x="1953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516" name="Google Shape;2516;p42"/>
          <p:cNvSpPr/>
          <p:nvPr/>
        </p:nvSpPr>
        <p:spPr>
          <a:xfrm>
            <a:off x="3495340" y="2944030"/>
            <a:ext cx="183701" cy="237335"/>
          </a:xfrm>
          <a:custGeom>
            <a:rect b="b" l="l" r="r" t="t"/>
            <a:pathLst>
              <a:path extrusionOk="0" h="11846" w="9169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517" name="Google Shape;2517;p42"/>
          <p:cNvGrpSpPr/>
          <p:nvPr/>
        </p:nvGrpSpPr>
        <p:grpSpPr>
          <a:xfrm>
            <a:off x="4290803" y="1853755"/>
            <a:ext cx="238617" cy="237355"/>
            <a:chOff x="1412450" y="1954475"/>
            <a:chExt cx="297750" cy="296175"/>
          </a:xfrm>
        </p:grpSpPr>
        <p:sp>
          <p:nvSpPr>
            <p:cNvPr id="2518" name="Google Shape;2518;p42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19" name="Google Shape;2519;p42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pic>
        <p:nvPicPr>
          <p:cNvPr id="2520" name="Google Shape;25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250" y="1549450"/>
            <a:ext cx="938751" cy="9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1" name="Google Shape;252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2375" y="3943100"/>
            <a:ext cx="1199600" cy="8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0427" y="1319850"/>
            <a:ext cx="1054045" cy="9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0050" y="3789025"/>
            <a:ext cx="1151450" cy="11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43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WEB</a:t>
            </a:r>
            <a:endParaRPr sz="6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vs</a:t>
            </a:r>
            <a:endParaRPr sz="6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INTERNET</a:t>
            </a:r>
            <a:endParaRPr sz="6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44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</a:t>
            </a:r>
            <a:endParaRPr/>
          </a:p>
        </p:txBody>
      </p:sp>
      <p:sp>
        <p:nvSpPr>
          <p:cNvPr id="2534" name="Google Shape;2534;p44"/>
          <p:cNvSpPr/>
          <p:nvPr/>
        </p:nvSpPr>
        <p:spPr>
          <a:xfrm>
            <a:off x="4665800" y="1492782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44"/>
          <p:cNvSpPr/>
          <p:nvPr/>
        </p:nvSpPr>
        <p:spPr>
          <a:xfrm>
            <a:off x="4850900" y="1686432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44"/>
          <p:cNvSpPr/>
          <p:nvPr/>
        </p:nvSpPr>
        <p:spPr>
          <a:xfrm>
            <a:off x="1802225" y="1492782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44"/>
          <p:cNvSpPr/>
          <p:nvPr/>
        </p:nvSpPr>
        <p:spPr>
          <a:xfrm>
            <a:off x="1987325" y="1686432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44"/>
          <p:cNvSpPr txBox="1"/>
          <p:nvPr>
            <p:ph idx="4" type="subTitle"/>
          </p:nvPr>
        </p:nvSpPr>
        <p:spPr>
          <a:xfrm>
            <a:off x="2093976" y="19074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1969</a:t>
            </a:r>
            <a:endParaRPr sz="1800"/>
          </a:p>
        </p:txBody>
      </p:sp>
      <p:sp>
        <p:nvSpPr>
          <p:cNvPr id="2539" name="Google Shape;2539;p44"/>
          <p:cNvSpPr txBox="1"/>
          <p:nvPr>
            <p:ph idx="5" type="title"/>
          </p:nvPr>
        </p:nvSpPr>
        <p:spPr>
          <a:xfrm>
            <a:off x="2596624" y="936150"/>
            <a:ext cx="10872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</a:t>
            </a:r>
            <a:endParaRPr/>
          </a:p>
        </p:txBody>
      </p:sp>
      <p:sp>
        <p:nvSpPr>
          <p:cNvPr id="2540" name="Google Shape;2540;p44"/>
          <p:cNvSpPr txBox="1"/>
          <p:nvPr>
            <p:ph idx="6" type="title"/>
          </p:nvPr>
        </p:nvSpPr>
        <p:spPr>
          <a:xfrm>
            <a:off x="5001624" y="905750"/>
            <a:ext cx="2084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  <p:sp>
        <p:nvSpPr>
          <p:cNvPr id="2541" name="Google Shape;2541;p44"/>
          <p:cNvSpPr txBox="1"/>
          <p:nvPr>
            <p:ph idx="4" type="subTitle"/>
          </p:nvPr>
        </p:nvSpPr>
        <p:spPr>
          <a:xfrm>
            <a:off x="2097876" y="22366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ARPANET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2" name="Google Shape;2542;p44"/>
          <p:cNvSpPr txBox="1"/>
          <p:nvPr>
            <p:ph idx="4" type="subTitle"/>
          </p:nvPr>
        </p:nvSpPr>
        <p:spPr>
          <a:xfrm>
            <a:off x="2093976" y="276675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Réseau d’ordinateurs, fils de cuivre, câbles à fibres optiques et réseaux sans fil</a:t>
            </a:r>
            <a:endParaRPr sz="1200"/>
          </a:p>
        </p:txBody>
      </p:sp>
      <p:sp>
        <p:nvSpPr>
          <p:cNvPr id="2543" name="Google Shape;2543;p44"/>
          <p:cNvSpPr txBox="1"/>
          <p:nvPr>
            <p:ph idx="4" type="subTitle"/>
          </p:nvPr>
        </p:nvSpPr>
        <p:spPr>
          <a:xfrm>
            <a:off x="1398425" y="3237800"/>
            <a:ext cx="289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Protocole internet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4" name="Google Shape;2544;p44"/>
          <p:cNvSpPr txBox="1"/>
          <p:nvPr>
            <p:ph idx="4" type="subTitle"/>
          </p:nvPr>
        </p:nvSpPr>
        <p:spPr>
          <a:xfrm>
            <a:off x="1692875" y="3626100"/>
            <a:ext cx="289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Indépendante du web</a:t>
            </a:r>
            <a:endParaRPr sz="1800"/>
          </a:p>
        </p:txBody>
      </p:sp>
      <p:sp>
        <p:nvSpPr>
          <p:cNvPr id="2545" name="Google Shape;2545;p44"/>
          <p:cNvSpPr txBox="1"/>
          <p:nvPr>
            <p:ph idx="4" type="subTitle"/>
          </p:nvPr>
        </p:nvSpPr>
        <p:spPr>
          <a:xfrm>
            <a:off x="1692875" y="4014400"/>
            <a:ext cx="289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 matériel informatique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6" name="Google Shape;2546;p44"/>
          <p:cNvSpPr txBox="1"/>
          <p:nvPr>
            <p:ph idx="4" type="subTitle"/>
          </p:nvPr>
        </p:nvSpPr>
        <p:spPr>
          <a:xfrm>
            <a:off x="5064576" y="19074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1993</a:t>
            </a:r>
            <a:endParaRPr sz="1800"/>
          </a:p>
        </p:txBody>
      </p:sp>
      <p:sp>
        <p:nvSpPr>
          <p:cNvPr id="2547" name="Google Shape;2547;p44"/>
          <p:cNvSpPr txBox="1"/>
          <p:nvPr>
            <p:ph idx="4" type="subTitle"/>
          </p:nvPr>
        </p:nvSpPr>
        <p:spPr>
          <a:xfrm>
            <a:off x="5068476" y="22366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NSFnet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8" name="Google Shape;2548;p44"/>
          <p:cNvSpPr txBox="1"/>
          <p:nvPr>
            <p:ph idx="4" type="subTitle"/>
          </p:nvPr>
        </p:nvSpPr>
        <p:spPr>
          <a:xfrm>
            <a:off x="5064576" y="276675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Fichiers, dossiers et documents stockés sur divers ordinateurs</a:t>
            </a:r>
            <a:endParaRPr sz="1200"/>
          </a:p>
        </p:txBody>
      </p:sp>
      <p:sp>
        <p:nvSpPr>
          <p:cNvPr id="2549" name="Google Shape;2549;p44"/>
          <p:cNvSpPr txBox="1"/>
          <p:nvPr>
            <p:ph idx="4" type="subTitle"/>
          </p:nvPr>
        </p:nvSpPr>
        <p:spPr>
          <a:xfrm>
            <a:off x="4369025" y="3237800"/>
            <a:ext cx="31890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Protocole de transfert hypertexte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50" name="Google Shape;2550;p44"/>
          <p:cNvSpPr txBox="1"/>
          <p:nvPr>
            <p:ph idx="4" type="subTitle"/>
          </p:nvPr>
        </p:nvSpPr>
        <p:spPr>
          <a:xfrm>
            <a:off x="4663475" y="3626100"/>
            <a:ext cx="289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Dépend d’internet pour fonctionner</a:t>
            </a:r>
            <a:endParaRPr sz="1800"/>
          </a:p>
        </p:txBody>
      </p:sp>
      <p:sp>
        <p:nvSpPr>
          <p:cNvPr id="2551" name="Google Shape;2551;p44"/>
          <p:cNvSpPr txBox="1"/>
          <p:nvPr>
            <p:ph idx="4" type="subTitle"/>
          </p:nvPr>
        </p:nvSpPr>
        <p:spPr>
          <a:xfrm>
            <a:off x="4663475" y="4014400"/>
            <a:ext cx="289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Logiciel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600"/>
                                        <p:tgtEl>
                                          <p:spTgt spid="2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300"/>
                                        <p:tgtEl>
                                          <p:spTgt spid="2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700"/>
                                        <p:tgtEl>
                                          <p:spTgt spid="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45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du Web</a:t>
            </a:r>
            <a:endParaRPr/>
          </a:p>
        </p:txBody>
      </p:sp>
      <p:sp>
        <p:nvSpPr>
          <p:cNvPr id="2557" name="Google Shape;2557;p45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 voyage à travers le WEB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WEB 2.0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WEB 3.0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WEB 4.0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8" name="Google Shape;2558;p45"/>
          <p:cNvGrpSpPr/>
          <p:nvPr/>
        </p:nvGrpSpPr>
        <p:grpSpPr>
          <a:xfrm>
            <a:off x="899732" y="1213281"/>
            <a:ext cx="3584753" cy="2934361"/>
            <a:chOff x="845850" y="467825"/>
            <a:chExt cx="5996575" cy="4908600"/>
          </a:xfrm>
        </p:grpSpPr>
        <p:sp>
          <p:nvSpPr>
            <p:cNvPr id="2559" name="Google Shape;2559;p45"/>
            <p:cNvSpPr/>
            <p:nvPr/>
          </p:nvSpPr>
          <p:spPr>
            <a:xfrm>
              <a:off x="845850" y="467825"/>
              <a:ext cx="5996575" cy="4814800"/>
            </a:xfrm>
            <a:custGeom>
              <a:rect b="b" l="l" r="r" t="t"/>
              <a:pathLst>
                <a:path extrusionOk="0" h="192592" w="239863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45"/>
            <p:cNvSpPr/>
            <p:nvPr/>
          </p:nvSpPr>
          <p:spPr>
            <a:xfrm>
              <a:off x="1128725" y="467950"/>
              <a:ext cx="5369750" cy="4814475"/>
            </a:xfrm>
            <a:custGeom>
              <a:rect b="b" l="l" r="r" t="t"/>
              <a:pathLst>
                <a:path extrusionOk="0" h="192579" w="21479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45"/>
            <p:cNvSpPr/>
            <p:nvPr/>
          </p:nvSpPr>
          <p:spPr>
            <a:xfrm>
              <a:off x="1797325" y="1384075"/>
              <a:ext cx="4055850" cy="3359925"/>
            </a:xfrm>
            <a:custGeom>
              <a:rect b="b" l="l" r="r" t="t"/>
              <a:pathLst>
                <a:path extrusionOk="0" h="134397" w="162234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5"/>
            <p:cNvSpPr/>
            <p:nvPr/>
          </p:nvSpPr>
          <p:spPr>
            <a:xfrm>
              <a:off x="1797325" y="1384075"/>
              <a:ext cx="4055850" cy="3359925"/>
            </a:xfrm>
            <a:custGeom>
              <a:rect b="b" l="l" r="r" t="t"/>
              <a:pathLst>
                <a:path extrusionOk="0" h="134397" w="162234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45"/>
            <p:cNvSpPr/>
            <p:nvPr/>
          </p:nvSpPr>
          <p:spPr>
            <a:xfrm>
              <a:off x="1895375" y="1994800"/>
              <a:ext cx="3780200" cy="1720575"/>
            </a:xfrm>
            <a:custGeom>
              <a:rect b="b" l="l" r="r" t="t"/>
              <a:pathLst>
                <a:path extrusionOk="0" h="68823" w="151208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45"/>
            <p:cNvSpPr/>
            <p:nvPr/>
          </p:nvSpPr>
          <p:spPr>
            <a:xfrm>
              <a:off x="2015100" y="3464625"/>
              <a:ext cx="3521450" cy="6450"/>
            </a:xfrm>
            <a:custGeom>
              <a:rect b="b" l="l" r="r" t="t"/>
              <a:pathLst>
                <a:path extrusionOk="0" h="258" w="140858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5"/>
            <p:cNvSpPr/>
            <p:nvPr/>
          </p:nvSpPr>
          <p:spPr>
            <a:xfrm>
              <a:off x="20119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45"/>
            <p:cNvSpPr/>
            <p:nvPr/>
          </p:nvSpPr>
          <p:spPr>
            <a:xfrm>
              <a:off x="2196725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45"/>
            <p:cNvSpPr/>
            <p:nvPr/>
          </p:nvSpPr>
          <p:spPr>
            <a:xfrm>
              <a:off x="2382350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5"/>
            <p:cNvSpPr/>
            <p:nvPr/>
          </p:nvSpPr>
          <p:spPr>
            <a:xfrm>
              <a:off x="25680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45"/>
            <p:cNvSpPr/>
            <p:nvPr/>
          </p:nvSpPr>
          <p:spPr>
            <a:xfrm>
              <a:off x="27528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45"/>
            <p:cNvSpPr/>
            <p:nvPr/>
          </p:nvSpPr>
          <p:spPr>
            <a:xfrm>
              <a:off x="293845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45"/>
            <p:cNvSpPr/>
            <p:nvPr/>
          </p:nvSpPr>
          <p:spPr>
            <a:xfrm>
              <a:off x="312330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45"/>
            <p:cNvSpPr/>
            <p:nvPr/>
          </p:nvSpPr>
          <p:spPr>
            <a:xfrm>
              <a:off x="33089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45"/>
            <p:cNvSpPr/>
            <p:nvPr/>
          </p:nvSpPr>
          <p:spPr>
            <a:xfrm>
              <a:off x="349455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45"/>
            <p:cNvSpPr/>
            <p:nvPr/>
          </p:nvSpPr>
          <p:spPr>
            <a:xfrm>
              <a:off x="367940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45"/>
            <p:cNvSpPr/>
            <p:nvPr/>
          </p:nvSpPr>
          <p:spPr>
            <a:xfrm>
              <a:off x="38650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45"/>
            <p:cNvSpPr/>
            <p:nvPr/>
          </p:nvSpPr>
          <p:spPr>
            <a:xfrm>
              <a:off x="40498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45"/>
            <p:cNvSpPr/>
            <p:nvPr/>
          </p:nvSpPr>
          <p:spPr>
            <a:xfrm>
              <a:off x="42355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45"/>
            <p:cNvSpPr/>
            <p:nvPr/>
          </p:nvSpPr>
          <p:spPr>
            <a:xfrm>
              <a:off x="44211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45"/>
            <p:cNvSpPr/>
            <p:nvPr/>
          </p:nvSpPr>
          <p:spPr>
            <a:xfrm>
              <a:off x="46059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45"/>
            <p:cNvSpPr/>
            <p:nvPr/>
          </p:nvSpPr>
          <p:spPr>
            <a:xfrm>
              <a:off x="4791575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5"/>
            <p:cNvSpPr/>
            <p:nvPr/>
          </p:nvSpPr>
          <p:spPr>
            <a:xfrm>
              <a:off x="49772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45"/>
            <p:cNvSpPr/>
            <p:nvPr/>
          </p:nvSpPr>
          <p:spPr>
            <a:xfrm>
              <a:off x="51620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45"/>
            <p:cNvSpPr/>
            <p:nvPr/>
          </p:nvSpPr>
          <p:spPr>
            <a:xfrm>
              <a:off x="5347675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45"/>
            <p:cNvSpPr/>
            <p:nvPr/>
          </p:nvSpPr>
          <p:spPr>
            <a:xfrm>
              <a:off x="5532525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45"/>
            <p:cNvSpPr/>
            <p:nvPr/>
          </p:nvSpPr>
          <p:spPr>
            <a:xfrm>
              <a:off x="2011900" y="2086425"/>
              <a:ext cx="6450" cy="1381425"/>
            </a:xfrm>
            <a:custGeom>
              <a:rect b="b" l="l" r="r" t="t"/>
              <a:pathLst>
                <a:path extrusionOk="0" h="55257" w="258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45"/>
            <p:cNvSpPr/>
            <p:nvPr/>
          </p:nvSpPr>
          <p:spPr>
            <a:xfrm>
              <a:off x="2015100" y="3464625"/>
              <a:ext cx="87625" cy="6450"/>
            </a:xfrm>
            <a:custGeom>
              <a:rect b="b" l="l" r="r" t="t"/>
              <a:pathLst>
                <a:path extrusionOk="0" h="258" w="3505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45"/>
            <p:cNvSpPr/>
            <p:nvPr/>
          </p:nvSpPr>
          <p:spPr>
            <a:xfrm>
              <a:off x="1917875" y="3188175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45"/>
            <p:cNvSpPr/>
            <p:nvPr/>
          </p:nvSpPr>
          <p:spPr>
            <a:xfrm>
              <a:off x="1917875" y="2911725"/>
              <a:ext cx="97250" cy="7275"/>
            </a:xfrm>
            <a:custGeom>
              <a:rect b="b" l="l" r="r" t="t"/>
              <a:pathLst>
                <a:path extrusionOk="0" h="291" w="389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45"/>
            <p:cNvSpPr/>
            <p:nvPr/>
          </p:nvSpPr>
          <p:spPr>
            <a:xfrm>
              <a:off x="1917875" y="263610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45"/>
            <p:cNvSpPr/>
            <p:nvPr/>
          </p:nvSpPr>
          <p:spPr>
            <a:xfrm>
              <a:off x="1917875" y="235965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45"/>
            <p:cNvSpPr/>
            <p:nvPr/>
          </p:nvSpPr>
          <p:spPr>
            <a:xfrm>
              <a:off x="1917875" y="208320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45"/>
            <p:cNvSpPr/>
            <p:nvPr/>
          </p:nvSpPr>
          <p:spPr>
            <a:xfrm>
              <a:off x="2093050" y="2349650"/>
              <a:ext cx="214600" cy="855725"/>
            </a:xfrm>
            <a:custGeom>
              <a:rect b="b" l="l" r="r" t="t"/>
              <a:pathLst>
                <a:path extrusionOk="0" h="34229" w="8584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45"/>
            <p:cNvSpPr/>
            <p:nvPr/>
          </p:nvSpPr>
          <p:spPr>
            <a:xfrm>
              <a:off x="2277900" y="2349575"/>
              <a:ext cx="215375" cy="496275"/>
            </a:xfrm>
            <a:custGeom>
              <a:rect b="b" l="l" r="r" t="t"/>
              <a:pathLst>
                <a:path extrusionOk="0" h="19851" w="8615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45"/>
            <p:cNvSpPr/>
            <p:nvPr/>
          </p:nvSpPr>
          <p:spPr>
            <a:xfrm>
              <a:off x="2463525" y="2625750"/>
              <a:ext cx="214600" cy="220300"/>
            </a:xfrm>
            <a:custGeom>
              <a:rect b="b" l="l" r="r" t="t"/>
              <a:pathLst>
                <a:path extrusionOk="0" h="8812" w="8584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45"/>
            <p:cNvSpPr/>
            <p:nvPr/>
          </p:nvSpPr>
          <p:spPr>
            <a:xfrm>
              <a:off x="2648350" y="2625650"/>
              <a:ext cx="215400" cy="523975"/>
            </a:xfrm>
            <a:custGeom>
              <a:rect b="b" l="l" r="r" t="t"/>
              <a:pathLst>
                <a:path extrusionOk="0" h="20959" w="8616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45"/>
            <p:cNvSpPr/>
            <p:nvPr/>
          </p:nvSpPr>
          <p:spPr>
            <a:xfrm>
              <a:off x="2834000" y="2349650"/>
              <a:ext cx="215375" cy="800275"/>
            </a:xfrm>
            <a:custGeom>
              <a:rect b="b" l="l" r="r" t="t"/>
              <a:pathLst>
                <a:path extrusionOk="0" h="32011" w="8615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45"/>
            <p:cNvSpPr/>
            <p:nvPr/>
          </p:nvSpPr>
          <p:spPr>
            <a:xfrm>
              <a:off x="3018825" y="2072975"/>
              <a:ext cx="216200" cy="303350"/>
            </a:xfrm>
            <a:custGeom>
              <a:rect b="b" l="l" r="r" t="t"/>
              <a:pathLst>
                <a:path extrusionOk="0" h="12134" w="8648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45"/>
            <p:cNvSpPr/>
            <p:nvPr/>
          </p:nvSpPr>
          <p:spPr>
            <a:xfrm>
              <a:off x="3205250" y="2073275"/>
              <a:ext cx="213800" cy="1270100"/>
            </a:xfrm>
            <a:custGeom>
              <a:rect b="b" l="l" r="r" t="t"/>
              <a:pathLst>
                <a:path extrusionOk="0" h="50804" w="8552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45"/>
            <p:cNvSpPr/>
            <p:nvPr/>
          </p:nvSpPr>
          <p:spPr>
            <a:xfrm>
              <a:off x="3390100" y="3233525"/>
              <a:ext cx="215375" cy="109425"/>
            </a:xfrm>
            <a:custGeom>
              <a:rect b="b" l="l" r="r" t="t"/>
              <a:pathLst>
                <a:path extrusionOk="0" h="4377" w="8615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45"/>
            <p:cNvSpPr/>
            <p:nvPr/>
          </p:nvSpPr>
          <p:spPr>
            <a:xfrm>
              <a:off x="3575725" y="3205775"/>
              <a:ext cx="214575" cy="54250"/>
            </a:xfrm>
            <a:custGeom>
              <a:rect b="b" l="l" r="r" t="t"/>
              <a:pathLst>
                <a:path extrusionOk="0" h="2170" w="8583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45"/>
            <p:cNvSpPr/>
            <p:nvPr/>
          </p:nvSpPr>
          <p:spPr>
            <a:xfrm>
              <a:off x="3760550" y="3122975"/>
              <a:ext cx="215400" cy="109875"/>
            </a:xfrm>
            <a:custGeom>
              <a:rect b="b" l="l" r="r" t="t"/>
              <a:pathLst>
                <a:path extrusionOk="0" h="4395" w="8616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45"/>
            <p:cNvSpPr/>
            <p:nvPr/>
          </p:nvSpPr>
          <p:spPr>
            <a:xfrm>
              <a:off x="3945375" y="3012600"/>
              <a:ext cx="216200" cy="137375"/>
            </a:xfrm>
            <a:custGeom>
              <a:rect b="b" l="l" r="r" t="t"/>
              <a:pathLst>
                <a:path extrusionOk="0" h="5495" w="8648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45"/>
            <p:cNvSpPr/>
            <p:nvPr/>
          </p:nvSpPr>
          <p:spPr>
            <a:xfrm>
              <a:off x="4131025" y="3012275"/>
              <a:ext cx="215375" cy="82250"/>
            </a:xfrm>
            <a:custGeom>
              <a:rect b="b" l="l" r="r" t="t"/>
              <a:pathLst>
                <a:path extrusionOk="0" h="3290" w="8615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45"/>
            <p:cNvSpPr/>
            <p:nvPr/>
          </p:nvSpPr>
          <p:spPr>
            <a:xfrm>
              <a:off x="4316650" y="3067625"/>
              <a:ext cx="215400" cy="137450"/>
            </a:xfrm>
            <a:custGeom>
              <a:rect b="b" l="l" r="r" t="t"/>
              <a:pathLst>
                <a:path extrusionOk="0" h="5498" w="8616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45"/>
            <p:cNvSpPr/>
            <p:nvPr/>
          </p:nvSpPr>
          <p:spPr>
            <a:xfrm>
              <a:off x="4502275" y="2598425"/>
              <a:ext cx="215400" cy="606550"/>
            </a:xfrm>
            <a:custGeom>
              <a:rect b="b" l="l" r="r" t="t"/>
              <a:pathLst>
                <a:path extrusionOk="0" h="24262" w="8616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45"/>
            <p:cNvSpPr/>
            <p:nvPr/>
          </p:nvSpPr>
          <p:spPr>
            <a:xfrm>
              <a:off x="4687125" y="2515100"/>
              <a:ext cx="215375" cy="109875"/>
            </a:xfrm>
            <a:custGeom>
              <a:rect b="b" l="l" r="r" t="t"/>
              <a:pathLst>
                <a:path extrusionOk="0" h="4395" w="8615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45"/>
            <p:cNvSpPr/>
            <p:nvPr/>
          </p:nvSpPr>
          <p:spPr>
            <a:xfrm>
              <a:off x="4871950" y="2404650"/>
              <a:ext cx="216200" cy="137450"/>
            </a:xfrm>
            <a:custGeom>
              <a:rect b="b" l="l" r="r" t="t"/>
              <a:pathLst>
                <a:path extrusionOk="0" h="5498" w="8648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45"/>
            <p:cNvSpPr/>
            <p:nvPr/>
          </p:nvSpPr>
          <p:spPr>
            <a:xfrm>
              <a:off x="5057575" y="2404650"/>
              <a:ext cx="216200" cy="137450"/>
            </a:xfrm>
            <a:custGeom>
              <a:rect b="b" l="l" r="r" t="t"/>
              <a:pathLst>
                <a:path extrusionOk="0" h="5498" w="8648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45"/>
            <p:cNvSpPr/>
            <p:nvPr/>
          </p:nvSpPr>
          <p:spPr>
            <a:xfrm>
              <a:off x="5243225" y="2515200"/>
              <a:ext cx="215375" cy="137350"/>
            </a:xfrm>
            <a:custGeom>
              <a:rect b="b" l="l" r="r" t="t"/>
              <a:pathLst>
                <a:path extrusionOk="0" h="5494" w="8615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45"/>
            <p:cNvSpPr/>
            <p:nvPr/>
          </p:nvSpPr>
          <p:spPr>
            <a:xfrm>
              <a:off x="2074575" y="3159250"/>
              <a:ext cx="65925" cy="65100"/>
            </a:xfrm>
            <a:custGeom>
              <a:rect b="b" l="l" r="r" t="t"/>
              <a:pathLst>
                <a:path extrusionOk="0" h="2604" w="2637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45"/>
            <p:cNvSpPr/>
            <p:nvPr/>
          </p:nvSpPr>
          <p:spPr>
            <a:xfrm>
              <a:off x="2068150" y="3152000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45"/>
            <p:cNvSpPr/>
            <p:nvPr/>
          </p:nvSpPr>
          <p:spPr>
            <a:xfrm>
              <a:off x="2260200" y="2329925"/>
              <a:ext cx="65925" cy="65900"/>
            </a:xfrm>
            <a:custGeom>
              <a:rect b="b" l="l" r="r" t="t"/>
              <a:pathLst>
                <a:path extrusionOk="0" h="2636" w="2637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45"/>
            <p:cNvSpPr/>
            <p:nvPr/>
          </p:nvSpPr>
          <p:spPr>
            <a:xfrm>
              <a:off x="2253775" y="2323475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45"/>
            <p:cNvSpPr/>
            <p:nvPr/>
          </p:nvSpPr>
          <p:spPr>
            <a:xfrm>
              <a:off x="2445850" y="2800025"/>
              <a:ext cx="65100" cy="65125"/>
            </a:xfrm>
            <a:custGeom>
              <a:rect b="b" l="l" r="r" t="t"/>
              <a:pathLst>
                <a:path extrusionOk="0" h="2605" w="2604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45"/>
            <p:cNvSpPr/>
            <p:nvPr/>
          </p:nvSpPr>
          <p:spPr>
            <a:xfrm>
              <a:off x="2438600" y="2792800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45"/>
            <p:cNvSpPr/>
            <p:nvPr/>
          </p:nvSpPr>
          <p:spPr>
            <a:xfrm>
              <a:off x="2630675" y="2606350"/>
              <a:ext cx="65925" cy="65925"/>
            </a:xfrm>
            <a:custGeom>
              <a:rect b="b" l="l" r="r" t="t"/>
              <a:pathLst>
                <a:path extrusionOk="0" h="2637" w="2637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45"/>
            <p:cNvSpPr/>
            <p:nvPr/>
          </p:nvSpPr>
          <p:spPr>
            <a:xfrm>
              <a:off x="2624250" y="2599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45"/>
            <p:cNvSpPr/>
            <p:nvPr/>
          </p:nvSpPr>
          <p:spPr>
            <a:xfrm>
              <a:off x="2816300" y="3103800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5"/>
            <p:cNvSpPr/>
            <p:nvPr/>
          </p:nvSpPr>
          <p:spPr>
            <a:xfrm>
              <a:off x="2809875" y="3096550"/>
              <a:ext cx="78775" cy="79600"/>
            </a:xfrm>
            <a:custGeom>
              <a:rect b="b" l="l" r="r" t="t"/>
              <a:pathLst>
                <a:path extrusionOk="0" h="3184" w="3151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5"/>
            <p:cNvSpPr/>
            <p:nvPr/>
          </p:nvSpPr>
          <p:spPr>
            <a:xfrm>
              <a:off x="3001150" y="2329925"/>
              <a:ext cx="65900" cy="65900"/>
            </a:xfrm>
            <a:custGeom>
              <a:rect b="b" l="l" r="r" t="t"/>
              <a:pathLst>
                <a:path extrusionOk="0" h="2636" w="2636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5"/>
            <p:cNvSpPr/>
            <p:nvPr/>
          </p:nvSpPr>
          <p:spPr>
            <a:xfrm>
              <a:off x="2994700" y="2323475"/>
              <a:ext cx="78800" cy="78800"/>
            </a:xfrm>
            <a:custGeom>
              <a:rect b="b" l="l" r="r" t="t"/>
              <a:pathLst>
                <a:path extrusionOk="0" h="3152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5"/>
            <p:cNvSpPr/>
            <p:nvPr/>
          </p:nvSpPr>
          <p:spPr>
            <a:xfrm>
              <a:off x="3186775" y="2054275"/>
              <a:ext cx="65925" cy="65125"/>
            </a:xfrm>
            <a:custGeom>
              <a:rect b="b" l="l" r="r" t="t"/>
              <a:pathLst>
                <a:path extrusionOk="0" h="2605" w="2637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5"/>
            <p:cNvSpPr/>
            <p:nvPr/>
          </p:nvSpPr>
          <p:spPr>
            <a:xfrm>
              <a:off x="3180350" y="2047050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5"/>
            <p:cNvSpPr/>
            <p:nvPr/>
          </p:nvSpPr>
          <p:spPr>
            <a:xfrm>
              <a:off x="3372400" y="32966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45"/>
            <p:cNvSpPr/>
            <p:nvPr/>
          </p:nvSpPr>
          <p:spPr>
            <a:xfrm>
              <a:off x="3365175" y="3290225"/>
              <a:ext cx="79575" cy="78775"/>
            </a:xfrm>
            <a:custGeom>
              <a:rect b="b" l="l" r="r" t="t"/>
              <a:pathLst>
                <a:path extrusionOk="0" h="3151" w="3183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45"/>
            <p:cNvSpPr/>
            <p:nvPr/>
          </p:nvSpPr>
          <p:spPr>
            <a:xfrm>
              <a:off x="3557250" y="3213900"/>
              <a:ext cx="65900" cy="65900"/>
            </a:xfrm>
            <a:custGeom>
              <a:rect b="b" l="l" r="r" t="t"/>
              <a:pathLst>
                <a:path extrusionOk="0" h="2636" w="2636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5"/>
            <p:cNvSpPr/>
            <p:nvPr/>
          </p:nvSpPr>
          <p:spPr>
            <a:xfrm>
              <a:off x="3550800" y="3207450"/>
              <a:ext cx="78800" cy="78800"/>
            </a:xfrm>
            <a:custGeom>
              <a:rect b="b" l="l" r="r" t="t"/>
              <a:pathLst>
                <a:path extrusionOk="0" h="3152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5"/>
            <p:cNvSpPr/>
            <p:nvPr/>
          </p:nvSpPr>
          <p:spPr>
            <a:xfrm>
              <a:off x="3742875" y="31865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5"/>
            <p:cNvSpPr/>
            <p:nvPr/>
          </p:nvSpPr>
          <p:spPr>
            <a:xfrm>
              <a:off x="3736450" y="3180150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5"/>
            <p:cNvSpPr/>
            <p:nvPr/>
          </p:nvSpPr>
          <p:spPr>
            <a:xfrm>
              <a:off x="3928500" y="3103800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5"/>
            <p:cNvSpPr/>
            <p:nvPr/>
          </p:nvSpPr>
          <p:spPr>
            <a:xfrm>
              <a:off x="3921275" y="3096550"/>
              <a:ext cx="78775" cy="79600"/>
            </a:xfrm>
            <a:custGeom>
              <a:rect b="b" l="l" r="r" t="t"/>
              <a:pathLst>
                <a:path extrusionOk="0" h="3184" w="3151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45"/>
            <p:cNvSpPr/>
            <p:nvPr/>
          </p:nvSpPr>
          <p:spPr>
            <a:xfrm>
              <a:off x="4113350" y="2992900"/>
              <a:ext cx="65900" cy="65925"/>
            </a:xfrm>
            <a:custGeom>
              <a:rect b="b" l="l" r="r" t="t"/>
              <a:pathLst>
                <a:path extrusionOk="0" h="2637" w="2636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45"/>
            <p:cNvSpPr/>
            <p:nvPr/>
          </p:nvSpPr>
          <p:spPr>
            <a:xfrm>
              <a:off x="4106900" y="2986475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5"/>
            <p:cNvSpPr/>
            <p:nvPr/>
          </p:nvSpPr>
          <p:spPr>
            <a:xfrm>
              <a:off x="4298975" y="30483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5"/>
            <p:cNvSpPr/>
            <p:nvPr/>
          </p:nvSpPr>
          <p:spPr>
            <a:xfrm>
              <a:off x="4292550" y="3041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5"/>
            <p:cNvSpPr/>
            <p:nvPr/>
          </p:nvSpPr>
          <p:spPr>
            <a:xfrm>
              <a:off x="4483800" y="3159250"/>
              <a:ext cx="65925" cy="65100"/>
            </a:xfrm>
            <a:custGeom>
              <a:rect b="b" l="l" r="r" t="t"/>
              <a:pathLst>
                <a:path extrusionOk="0" h="2604" w="2637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5"/>
            <p:cNvSpPr/>
            <p:nvPr/>
          </p:nvSpPr>
          <p:spPr>
            <a:xfrm>
              <a:off x="4477375" y="3152000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45"/>
            <p:cNvSpPr/>
            <p:nvPr/>
          </p:nvSpPr>
          <p:spPr>
            <a:xfrm>
              <a:off x="4669450" y="2579025"/>
              <a:ext cx="65900" cy="65125"/>
            </a:xfrm>
            <a:custGeom>
              <a:rect b="b" l="l" r="r" t="t"/>
              <a:pathLst>
                <a:path extrusionOk="0" h="2605" w="2636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45"/>
            <p:cNvSpPr/>
            <p:nvPr/>
          </p:nvSpPr>
          <p:spPr>
            <a:xfrm>
              <a:off x="4663000" y="2571800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5"/>
            <p:cNvSpPr/>
            <p:nvPr/>
          </p:nvSpPr>
          <p:spPr>
            <a:xfrm>
              <a:off x="4855075" y="24962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45"/>
            <p:cNvSpPr/>
            <p:nvPr/>
          </p:nvSpPr>
          <p:spPr>
            <a:xfrm>
              <a:off x="4847850" y="2489025"/>
              <a:ext cx="79575" cy="78775"/>
            </a:xfrm>
            <a:custGeom>
              <a:rect b="b" l="l" r="r" t="t"/>
              <a:pathLst>
                <a:path extrusionOk="0" h="3151" w="3183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45"/>
            <p:cNvSpPr/>
            <p:nvPr/>
          </p:nvSpPr>
          <p:spPr>
            <a:xfrm>
              <a:off x="5039900" y="2385375"/>
              <a:ext cx="65925" cy="65900"/>
            </a:xfrm>
            <a:custGeom>
              <a:rect b="b" l="l" r="r" t="t"/>
              <a:pathLst>
                <a:path extrusionOk="0" h="2636" w="2637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5"/>
            <p:cNvSpPr/>
            <p:nvPr/>
          </p:nvSpPr>
          <p:spPr>
            <a:xfrm>
              <a:off x="5033475" y="2378925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5"/>
            <p:cNvSpPr/>
            <p:nvPr/>
          </p:nvSpPr>
          <p:spPr>
            <a:xfrm>
              <a:off x="5225525" y="24962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45"/>
            <p:cNvSpPr/>
            <p:nvPr/>
          </p:nvSpPr>
          <p:spPr>
            <a:xfrm>
              <a:off x="5219100" y="24890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5"/>
            <p:cNvSpPr/>
            <p:nvPr/>
          </p:nvSpPr>
          <p:spPr>
            <a:xfrm>
              <a:off x="5411175" y="26063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5"/>
            <p:cNvSpPr/>
            <p:nvPr/>
          </p:nvSpPr>
          <p:spPr>
            <a:xfrm>
              <a:off x="5403950" y="2599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5"/>
            <p:cNvSpPr/>
            <p:nvPr/>
          </p:nvSpPr>
          <p:spPr>
            <a:xfrm>
              <a:off x="5747875" y="1384075"/>
              <a:ext cx="105300" cy="3359925"/>
            </a:xfrm>
            <a:custGeom>
              <a:rect b="b" l="l" r="r" t="t"/>
              <a:pathLst>
                <a:path extrusionOk="0" h="134397" w="4212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5"/>
            <p:cNvSpPr/>
            <p:nvPr/>
          </p:nvSpPr>
          <p:spPr>
            <a:xfrm>
              <a:off x="5747875" y="1797925"/>
              <a:ext cx="105300" cy="856675"/>
            </a:xfrm>
            <a:custGeom>
              <a:rect b="b" l="l" r="r" t="t"/>
              <a:pathLst>
                <a:path extrusionOk="0" h="34267" w="4212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45"/>
            <p:cNvSpPr/>
            <p:nvPr/>
          </p:nvSpPr>
          <p:spPr>
            <a:xfrm>
              <a:off x="1797325" y="1384075"/>
              <a:ext cx="4055850" cy="205750"/>
            </a:xfrm>
            <a:custGeom>
              <a:rect b="b" l="l" r="r" t="t"/>
              <a:pathLst>
                <a:path extrusionOk="0" h="8230" w="162234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5"/>
            <p:cNvSpPr/>
            <p:nvPr/>
          </p:nvSpPr>
          <p:spPr>
            <a:xfrm>
              <a:off x="1797325" y="1652475"/>
              <a:ext cx="1042325" cy="164750"/>
            </a:xfrm>
            <a:custGeom>
              <a:rect b="b" l="l" r="r" t="t"/>
              <a:pathLst>
                <a:path extrusionOk="0" h="6590" w="41693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5"/>
            <p:cNvSpPr/>
            <p:nvPr/>
          </p:nvSpPr>
          <p:spPr>
            <a:xfrm>
              <a:off x="1927525" y="1675775"/>
              <a:ext cx="65900" cy="100475"/>
            </a:xfrm>
            <a:custGeom>
              <a:rect b="b" l="l" r="r" t="t"/>
              <a:pathLst>
                <a:path extrusionOk="0" h="4019" w="2636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5"/>
            <p:cNvSpPr/>
            <p:nvPr/>
          </p:nvSpPr>
          <p:spPr>
            <a:xfrm>
              <a:off x="2000650" y="1675775"/>
              <a:ext cx="55475" cy="100475"/>
            </a:xfrm>
            <a:custGeom>
              <a:rect b="b" l="l" r="r" t="t"/>
              <a:pathLst>
                <a:path extrusionOk="0" h="4019" w="2219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45"/>
            <p:cNvSpPr/>
            <p:nvPr/>
          </p:nvSpPr>
          <p:spPr>
            <a:xfrm>
              <a:off x="2063325" y="1675775"/>
              <a:ext cx="49050" cy="100475"/>
            </a:xfrm>
            <a:custGeom>
              <a:rect b="b" l="l" r="r" t="t"/>
              <a:pathLst>
                <a:path extrusionOk="0" h="4019" w="1962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45"/>
            <p:cNvSpPr/>
            <p:nvPr/>
          </p:nvSpPr>
          <p:spPr>
            <a:xfrm>
              <a:off x="2119575" y="1674975"/>
              <a:ext cx="47450" cy="102075"/>
            </a:xfrm>
            <a:custGeom>
              <a:rect b="b" l="l" r="r" t="t"/>
              <a:pathLst>
                <a:path extrusionOk="0" h="4083" w="1898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5"/>
            <p:cNvSpPr/>
            <p:nvPr/>
          </p:nvSpPr>
          <p:spPr>
            <a:xfrm>
              <a:off x="2176625" y="1675775"/>
              <a:ext cx="49850" cy="100475"/>
            </a:xfrm>
            <a:custGeom>
              <a:rect b="b" l="l" r="r" t="t"/>
              <a:pathLst>
                <a:path extrusionOk="0" h="4019" w="1994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5"/>
            <p:cNvSpPr/>
            <p:nvPr/>
          </p:nvSpPr>
          <p:spPr>
            <a:xfrm>
              <a:off x="2064125" y="1418625"/>
              <a:ext cx="2607750" cy="116550"/>
            </a:xfrm>
            <a:custGeom>
              <a:rect b="b" l="l" r="r" t="t"/>
              <a:pathLst>
                <a:path extrusionOk="0" h="4662" w="10431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5"/>
            <p:cNvSpPr/>
            <p:nvPr/>
          </p:nvSpPr>
          <p:spPr>
            <a:xfrm>
              <a:off x="2016725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5"/>
            <p:cNvSpPr/>
            <p:nvPr/>
          </p:nvSpPr>
          <p:spPr>
            <a:xfrm>
              <a:off x="22023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45"/>
            <p:cNvSpPr/>
            <p:nvPr/>
          </p:nvSpPr>
          <p:spPr>
            <a:xfrm>
              <a:off x="238797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45"/>
            <p:cNvSpPr/>
            <p:nvPr/>
          </p:nvSpPr>
          <p:spPr>
            <a:xfrm>
              <a:off x="25736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5"/>
            <p:cNvSpPr/>
            <p:nvPr/>
          </p:nvSpPr>
          <p:spPr>
            <a:xfrm>
              <a:off x="27592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5"/>
            <p:cNvSpPr/>
            <p:nvPr/>
          </p:nvSpPr>
          <p:spPr>
            <a:xfrm>
              <a:off x="294487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5"/>
            <p:cNvSpPr/>
            <p:nvPr/>
          </p:nvSpPr>
          <p:spPr>
            <a:xfrm>
              <a:off x="3130525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5"/>
            <p:cNvSpPr/>
            <p:nvPr/>
          </p:nvSpPr>
          <p:spPr>
            <a:xfrm>
              <a:off x="33161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45"/>
            <p:cNvSpPr/>
            <p:nvPr/>
          </p:nvSpPr>
          <p:spPr>
            <a:xfrm>
              <a:off x="3501800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45"/>
            <p:cNvSpPr/>
            <p:nvPr/>
          </p:nvSpPr>
          <p:spPr>
            <a:xfrm>
              <a:off x="36866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5"/>
            <p:cNvSpPr/>
            <p:nvPr/>
          </p:nvSpPr>
          <p:spPr>
            <a:xfrm>
              <a:off x="38722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45"/>
            <p:cNvSpPr/>
            <p:nvPr/>
          </p:nvSpPr>
          <p:spPr>
            <a:xfrm>
              <a:off x="4057900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5"/>
            <p:cNvSpPr/>
            <p:nvPr/>
          </p:nvSpPr>
          <p:spPr>
            <a:xfrm>
              <a:off x="42435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5"/>
            <p:cNvSpPr/>
            <p:nvPr/>
          </p:nvSpPr>
          <p:spPr>
            <a:xfrm>
              <a:off x="44291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45"/>
            <p:cNvSpPr/>
            <p:nvPr/>
          </p:nvSpPr>
          <p:spPr>
            <a:xfrm>
              <a:off x="4614800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45"/>
            <p:cNvSpPr/>
            <p:nvPr/>
          </p:nvSpPr>
          <p:spPr>
            <a:xfrm>
              <a:off x="480042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45"/>
            <p:cNvSpPr/>
            <p:nvPr/>
          </p:nvSpPr>
          <p:spPr>
            <a:xfrm>
              <a:off x="49860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45"/>
            <p:cNvSpPr/>
            <p:nvPr/>
          </p:nvSpPr>
          <p:spPr>
            <a:xfrm>
              <a:off x="5171700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45"/>
            <p:cNvSpPr/>
            <p:nvPr/>
          </p:nvSpPr>
          <p:spPr>
            <a:xfrm>
              <a:off x="535732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45"/>
            <p:cNvSpPr/>
            <p:nvPr/>
          </p:nvSpPr>
          <p:spPr>
            <a:xfrm>
              <a:off x="1902600" y="1883100"/>
              <a:ext cx="299775" cy="81200"/>
            </a:xfrm>
            <a:custGeom>
              <a:rect b="b" l="l" r="r" t="t"/>
              <a:pathLst>
                <a:path extrusionOk="0" h="3248" w="11991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45"/>
            <p:cNvSpPr/>
            <p:nvPr/>
          </p:nvSpPr>
          <p:spPr>
            <a:xfrm>
              <a:off x="22184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45"/>
            <p:cNvSpPr/>
            <p:nvPr/>
          </p:nvSpPr>
          <p:spPr>
            <a:xfrm>
              <a:off x="25342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45"/>
            <p:cNvSpPr/>
            <p:nvPr/>
          </p:nvSpPr>
          <p:spPr>
            <a:xfrm>
              <a:off x="28500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45"/>
            <p:cNvSpPr/>
            <p:nvPr/>
          </p:nvSpPr>
          <p:spPr>
            <a:xfrm>
              <a:off x="31666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5"/>
            <p:cNvSpPr/>
            <p:nvPr/>
          </p:nvSpPr>
          <p:spPr>
            <a:xfrm>
              <a:off x="348250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45"/>
            <p:cNvSpPr/>
            <p:nvPr/>
          </p:nvSpPr>
          <p:spPr>
            <a:xfrm>
              <a:off x="37983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45"/>
            <p:cNvSpPr/>
            <p:nvPr/>
          </p:nvSpPr>
          <p:spPr>
            <a:xfrm>
              <a:off x="41149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45"/>
            <p:cNvSpPr/>
            <p:nvPr/>
          </p:nvSpPr>
          <p:spPr>
            <a:xfrm>
              <a:off x="44307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45"/>
            <p:cNvSpPr/>
            <p:nvPr/>
          </p:nvSpPr>
          <p:spPr>
            <a:xfrm>
              <a:off x="47465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45"/>
            <p:cNvSpPr/>
            <p:nvPr/>
          </p:nvSpPr>
          <p:spPr>
            <a:xfrm>
              <a:off x="5063200" y="1883100"/>
              <a:ext cx="299775" cy="81200"/>
            </a:xfrm>
            <a:custGeom>
              <a:rect b="b" l="l" r="r" t="t"/>
              <a:pathLst>
                <a:path extrusionOk="0" h="3248" w="11991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45"/>
            <p:cNvSpPr/>
            <p:nvPr/>
          </p:nvSpPr>
          <p:spPr>
            <a:xfrm>
              <a:off x="53790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45"/>
            <p:cNvSpPr/>
            <p:nvPr/>
          </p:nvSpPr>
          <p:spPr>
            <a:xfrm>
              <a:off x="3290450" y="2074375"/>
              <a:ext cx="512725" cy="198500"/>
            </a:xfrm>
            <a:custGeom>
              <a:rect b="b" l="l" r="r" t="t"/>
              <a:pathLst>
                <a:path extrusionOk="0" h="7940" w="20509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45"/>
            <p:cNvSpPr/>
            <p:nvPr/>
          </p:nvSpPr>
          <p:spPr>
            <a:xfrm>
              <a:off x="3503400" y="2106500"/>
              <a:ext cx="60300" cy="131025"/>
            </a:xfrm>
            <a:custGeom>
              <a:rect b="b" l="l" r="r" t="t"/>
              <a:pathLst>
                <a:path extrusionOk="0" h="5241" w="2412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5"/>
            <p:cNvSpPr/>
            <p:nvPr/>
          </p:nvSpPr>
          <p:spPr>
            <a:xfrm>
              <a:off x="3575725" y="2106500"/>
              <a:ext cx="61100" cy="131025"/>
            </a:xfrm>
            <a:custGeom>
              <a:rect b="b" l="l" r="r" t="t"/>
              <a:pathLst>
                <a:path extrusionOk="0" h="5241" w="2444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5"/>
            <p:cNvSpPr/>
            <p:nvPr/>
          </p:nvSpPr>
          <p:spPr>
            <a:xfrm>
              <a:off x="3649650" y="2108125"/>
              <a:ext cx="66725" cy="128600"/>
            </a:xfrm>
            <a:custGeom>
              <a:rect b="b" l="l" r="r" t="t"/>
              <a:pathLst>
                <a:path extrusionOk="0" h="5144" w="2669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5"/>
            <p:cNvSpPr/>
            <p:nvPr/>
          </p:nvSpPr>
          <p:spPr>
            <a:xfrm>
              <a:off x="2318075" y="3979725"/>
              <a:ext cx="69125" cy="148700"/>
            </a:xfrm>
            <a:custGeom>
              <a:rect b="b" l="l" r="r" t="t"/>
              <a:pathLst>
                <a:path extrusionOk="0" h="5948" w="2765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5"/>
            <p:cNvSpPr/>
            <p:nvPr/>
          </p:nvSpPr>
          <p:spPr>
            <a:xfrm>
              <a:off x="2400050" y="3978125"/>
              <a:ext cx="70725" cy="150300"/>
            </a:xfrm>
            <a:custGeom>
              <a:rect b="b" l="l" r="r" t="t"/>
              <a:pathLst>
                <a:path extrusionOk="0" h="6012" w="2829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5"/>
            <p:cNvSpPr/>
            <p:nvPr/>
          </p:nvSpPr>
          <p:spPr>
            <a:xfrm>
              <a:off x="2483625" y="3978125"/>
              <a:ext cx="70725" cy="150300"/>
            </a:xfrm>
            <a:custGeom>
              <a:rect b="b" l="l" r="r" t="t"/>
              <a:pathLst>
                <a:path extrusionOk="0" h="6012" w="2829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5"/>
            <p:cNvSpPr/>
            <p:nvPr/>
          </p:nvSpPr>
          <p:spPr>
            <a:xfrm>
              <a:off x="2568800" y="3979725"/>
              <a:ext cx="76375" cy="147100"/>
            </a:xfrm>
            <a:custGeom>
              <a:rect b="b" l="l" r="r" t="t"/>
              <a:pathLst>
                <a:path extrusionOk="0" h="5884" w="3055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45"/>
            <p:cNvSpPr/>
            <p:nvPr/>
          </p:nvSpPr>
          <p:spPr>
            <a:xfrm>
              <a:off x="2310025" y="4223225"/>
              <a:ext cx="337550" cy="12875"/>
            </a:xfrm>
            <a:custGeom>
              <a:rect b="b" l="l" r="r" t="t"/>
              <a:pathLst>
                <a:path extrusionOk="0" h="515" w="13502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5"/>
            <p:cNvSpPr/>
            <p:nvPr/>
          </p:nvSpPr>
          <p:spPr>
            <a:xfrm>
              <a:off x="3584550" y="3979725"/>
              <a:ext cx="69150" cy="148700"/>
            </a:xfrm>
            <a:custGeom>
              <a:rect b="b" l="l" r="r" t="t"/>
              <a:pathLst>
                <a:path extrusionOk="0" h="5948" w="2766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5"/>
            <p:cNvSpPr/>
            <p:nvPr/>
          </p:nvSpPr>
          <p:spPr>
            <a:xfrm>
              <a:off x="3666525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5"/>
            <p:cNvSpPr/>
            <p:nvPr/>
          </p:nvSpPr>
          <p:spPr>
            <a:xfrm>
              <a:off x="3750100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5"/>
            <p:cNvSpPr/>
            <p:nvPr/>
          </p:nvSpPr>
          <p:spPr>
            <a:xfrm>
              <a:off x="3835300" y="3979725"/>
              <a:ext cx="76350" cy="147100"/>
            </a:xfrm>
            <a:custGeom>
              <a:rect b="b" l="l" r="r" t="t"/>
              <a:pathLst>
                <a:path extrusionOk="0" h="5884" w="3054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5"/>
            <p:cNvSpPr/>
            <p:nvPr/>
          </p:nvSpPr>
          <p:spPr>
            <a:xfrm>
              <a:off x="3576525" y="4223225"/>
              <a:ext cx="337550" cy="12875"/>
            </a:xfrm>
            <a:custGeom>
              <a:rect b="b" l="l" r="r" t="t"/>
              <a:pathLst>
                <a:path extrusionOk="0" h="515" w="13502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5"/>
            <p:cNvSpPr/>
            <p:nvPr/>
          </p:nvSpPr>
          <p:spPr>
            <a:xfrm>
              <a:off x="4959550" y="3979725"/>
              <a:ext cx="69125" cy="148700"/>
            </a:xfrm>
            <a:custGeom>
              <a:rect b="b" l="l" r="r" t="t"/>
              <a:pathLst>
                <a:path extrusionOk="0" h="5948" w="2765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5"/>
            <p:cNvSpPr/>
            <p:nvPr/>
          </p:nvSpPr>
          <p:spPr>
            <a:xfrm>
              <a:off x="5042325" y="3978125"/>
              <a:ext cx="69925" cy="150300"/>
            </a:xfrm>
            <a:custGeom>
              <a:rect b="b" l="l" r="r" t="t"/>
              <a:pathLst>
                <a:path extrusionOk="0" h="6012" w="2797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5"/>
            <p:cNvSpPr/>
            <p:nvPr/>
          </p:nvSpPr>
          <p:spPr>
            <a:xfrm>
              <a:off x="5125075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5"/>
            <p:cNvSpPr/>
            <p:nvPr/>
          </p:nvSpPr>
          <p:spPr>
            <a:xfrm>
              <a:off x="5210275" y="3979725"/>
              <a:ext cx="77175" cy="147100"/>
            </a:xfrm>
            <a:custGeom>
              <a:rect b="b" l="l" r="r" t="t"/>
              <a:pathLst>
                <a:path extrusionOk="0" h="5884" w="3087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5"/>
            <p:cNvSpPr/>
            <p:nvPr/>
          </p:nvSpPr>
          <p:spPr>
            <a:xfrm>
              <a:off x="4952300" y="4223225"/>
              <a:ext cx="336750" cy="12875"/>
            </a:xfrm>
            <a:custGeom>
              <a:rect b="b" l="l" r="r" t="t"/>
              <a:pathLst>
                <a:path extrusionOk="0" h="515" w="1347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5"/>
            <p:cNvSpPr/>
            <p:nvPr/>
          </p:nvSpPr>
          <p:spPr>
            <a:xfrm>
              <a:off x="3124100" y="3854375"/>
              <a:ext cx="13675" cy="703175"/>
            </a:xfrm>
            <a:custGeom>
              <a:rect b="b" l="l" r="r" t="t"/>
              <a:pathLst>
                <a:path extrusionOk="0" h="28127" w="547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5"/>
            <p:cNvSpPr/>
            <p:nvPr/>
          </p:nvSpPr>
          <p:spPr>
            <a:xfrm>
              <a:off x="4502275" y="3854375"/>
              <a:ext cx="12900" cy="703175"/>
            </a:xfrm>
            <a:custGeom>
              <a:rect b="b" l="l" r="r" t="t"/>
              <a:pathLst>
                <a:path extrusionOk="0" h="28127" w="516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5"/>
            <p:cNvSpPr/>
            <p:nvPr/>
          </p:nvSpPr>
          <p:spPr>
            <a:xfrm>
              <a:off x="2361475" y="3788475"/>
              <a:ext cx="41000" cy="84400"/>
            </a:xfrm>
            <a:custGeom>
              <a:rect b="b" l="l" r="r" t="t"/>
              <a:pathLst>
                <a:path extrusionOk="0" h="3376" w="164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5"/>
            <p:cNvSpPr/>
            <p:nvPr/>
          </p:nvSpPr>
          <p:spPr>
            <a:xfrm>
              <a:off x="2407275" y="3786875"/>
              <a:ext cx="40200" cy="86800"/>
            </a:xfrm>
            <a:custGeom>
              <a:rect b="b" l="l" r="r" t="t"/>
              <a:pathLst>
                <a:path extrusionOk="0" h="3472" w="1608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5"/>
            <p:cNvSpPr/>
            <p:nvPr/>
          </p:nvSpPr>
          <p:spPr>
            <a:xfrm>
              <a:off x="2456300" y="3788475"/>
              <a:ext cx="40200" cy="84400"/>
            </a:xfrm>
            <a:custGeom>
              <a:rect b="b" l="l" r="r" t="t"/>
              <a:pathLst>
                <a:path extrusionOk="0" h="3376" w="1608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2501300" y="3788475"/>
              <a:ext cx="46625" cy="84400"/>
            </a:xfrm>
            <a:custGeom>
              <a:rect b="b" l="l" r="r" t="t"/>
              <a:pathLst>
                <a:path extrusionOk="0" h="3376" w="1865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5"/>
            <p:cNvSpPr/>
            <p:nvPr/>
          </p:nvSpPr>
          <p:spPr>
            <a:xfrm>
              <a:off x="2549500" y="3788475"/>
              <a:ext cx="47450" cy="84400"/>
            </a:xfrm>
            <a:custGeom>
              <a:rect b="b" l="l" r="r" t="t"/>
              <a:pathLst>
                <a:path extrusionOk="0" h="3376" w="1898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5"/>
            <p:cNvSpPr/>
            <p:nvPr/>
          </p:nvSpPr>
          <p:spPr>
            <a:xfrm>
              <a:off x="3644025" y="3788475"/>
              <a:ext cx="64325" cy="84400"/>
            </a:xfrm>
            <a:custGeom>
              <a:rect b="b" l="l" r="r" t="t"/>
              <a:pathLst>
                <a:path extrusionOk="0" h="3376" w="2573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5"/>
            <p:cNvSpPr/>
            <p:nvPr/>
          </p:nvSpPr>
          <p:spPr>
            <a:xfrm>
              <a:off x="3714750" y="3788475"/>
              <a:ext cx="36175" cy="84400"/>
            </a:xfrm>
            <a:custGeom>
              <a:rect b="b" l="l" r="r" t="t"/>
              <a:pathLst>
                <a:path extrusionOk="0" h="3376" w="1447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5"/>
            <p:cNvSpPr/>
            <p:nvPr/>
          </p:nvSpPr>
          <p:spPr>
            <a:xfrm>
              <a:off x="3758950" y="3788475"/>
              <a:ext cx="36175" cy="84400"/>
            </a:xfrm>
            <a:custGeom>
              <a:rect b="b" l="l" r="r" t="t"/>
              <a:pathLst>
                <a:path extrusionOk="0" h="3376" w="1447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45"/>
            <p:cNvSpPr/>
            <p:nvPr/>
          </p:nvSpPr>
          <p:spPr>
            <a:xfrm>
              <a:off x="3803150" y="3788475"/>
              <a:ext cx="44225" cy="84400"/>
            </a:xfrm>
            <a:custGeom>
              <a:rect b="b" l="l" r="r" t="t"/>
              <a:pathLst>
                <a:path extrusionOk="0" h="3376" w="1769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45"/>
            <p:cNvSpPr/>
            <p:nvPr/>
          </p:nvSpPr>
          <p:spPr>
            <a:xfrm>
              <a:off x="4995700" y="3788475"/>
              <a:ext cx="56275" cy="84400"/>
            </a:xfrm>
            <a:custGeom>
              <a:rect b="b" l="l" r="r" t="t"/>
              <a:pathLst>
                <a:path extrusionOk="0" h="3376" w="2251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45"/>
            <p:cNvSpPr/>
            <p:nvPr/>
          </p:nvSpPr>
          <p:spPr>
            <a:xfrm>
              <a:off x="5060000" y="3786875"/>
              <a:ext cx="40200" cy="86800"/>
            </a:xfrm>
            <a:custGeom>
              <a:rect b="b" l="l" r="r" t="t"/>
              <a:pathLst>
                <a:path extrusionOk="0" h="3472" w="1608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45"/>
            <p:cNvSpPr/>
            <p:nvPr/>
          </p:nvSpPr>
          <p:spPr>
            <a:xfrm>
              <a:off x="5109025" y="3788475"/>
              <a:ext cx="41800" cy="84400"/>
            </a:xfrm>
            <a:custGeom>
              <a:rect b="b" l="l" r="r" t="t"/>
              <a:pathLst>
                <a:path extrusionOk="0" h="3376" w="1672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45"/>
            <p:cNvSpPr/>
            <p:nvPr/>
          </p:nvSpPr>
          <p:spPr>
            <a:xfrm>
              <a:off x="5156425" y="3788475"/>
              <a:ext cx="41000" cy="84400"/>
            </a:xfrm>
            <a:custGeom>
              <a:rect b="b" l="l" r="r" t="t"/>
              <a:pathLst>
                <a:path extrusionOk="0" h="3376" w="164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45"/>
            <p:cNvSpPr/>
            <p:nvPr/>
          </p:nvSpPr>
          <p:spPr>
            <a:xfrm>
              <a:off x="5203850" y="3788475"/>
              <a:ext cx="41800" cy="84400"/>
            </a:xfrm>
            <a:custGeom>
              <a:rect b="b" l="l" r="r" t="t"/>
              <a:pathLst>
                <a:path extrusionOk="0" h="3376" w="1672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45"/>
            <p:cNvSpPr/>
            <p:nvPr/>
          </p:nvSpPr>
          <p:spPr>
            <a:xfrm>
              <a:off x="5501975" y="4781525"/>
              <a:ext cx="384950" cy="152150"/>
            </a:xfrm>
            <a:custGeom>
              <a:rect b="b" l="l" r="r" t="t"/>
              <a:pathLst>
                <a:path extrusionOk="0" h="6086" w="15398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45"/>
            <p:cNvSpPr/>
            <p:nvPr/>
          </p:nvSpPr>
          <p:spPr>
            <a:xfrm>
              <a:off x="5530100" y="4563375"/>
              <a:ext cx="360850" cy="175900"/>
            </a:xfrm>
            <a:custGeom>
              <a:rect b="b" l="l" r="r" t="t"/>
              <a:pathLst>
                <a:path extrusionOk="0" h="7036" w="14434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45"/>
            <p:cNvSpPr/>
            <p:nvPr/>
          </p:nvSpPr>
          <p:spPr>
            <a:xfrm>
              <a:off x="5963250" y="4563150"/>
              <a:ext cx="171200" cy="366975"/>
            </a:xfrm>
            <a:custGeom>
              <a:rect b="b" l="l" r="r" t="t"/>
              <a:pathLst>
                <a:path extrusionOk="0" h="14679" w="6848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45"/>
            <p:cNvSpPr/>
            <p:nvPr/>
          </p:nvSpPr>
          <p:spPr>
            <a:xfrm>
              <a:off x="6172200" y="4849250"/>
              <a:ext cx="349575" cy="202350"/>
            </a:xfrm>
            <a:custGeom>
              <a:rect b="b" l="l" r="r" t="t"/>
              <a:pathLst>
                <a:path extrusionOk="0" h="8094" w="13983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45"/>
            <p:cNvSpPr/>
            <p:nvPr/>
          </p:nvSpPr>
          <p:spPr>
            <a:xfrm>
              <a:off x="6055675" y="4428950"/>
              <a:ext cx="163950" cy="374500"/>
            </a:xfrm>
            <a:custGeom>
              <a:rect b="b" l="l" r="r" t="t"/>
              <a:pathLst>
                <a:path extrusionOk="0" h="14980" w="6558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45"/>
            <p:cNvSpPr/>
            <p:nvPr/>
          </p:nvSpPr>
          <p:spPr>
            <a:xfrm>
              <a:off x="6315225" y="4531000"/>
              <a:ext cx="371300" cy="201600"/>
            </a:xfrm>
            <a:custGeom>
              <a:rect b="b" l="l" r="r" t="t"/>
              <a:pathLst>
                <a:path extrusionOk="0" h="8064" w="14852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45"/>
            <p:cNvSpPr/>
            <p:nvPr/>
          </p:nvSpPr>
          <p:spPr>
            <a:xfrm>
              <a:off x="6243725" y="4308400"/>
              <a:ext cx="213775" cy="345150"/>
            </a:xfrm>
            <a:custGeom>
              <a:rect b="b" l="l" r="r" t="t"/>
              <a:pathLst>
                <a:path extrusionOk="0" h="13806" w="8551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45"/>
            <p:cNvSpPr/>
            <p:nvPr/>
          </p:nvSpPr>
          <p:spPr>
            <a:xfrm>
              <a:off x="5842700" y="4681450"/>
              <a:ext cx="240325" cy="567025"/>
            </a:xfrm>
            <a:custGeom>
              <a:rect b="b" l="l" r="r" t="t"/>
              <a:pathLst>
                <a:path extrusionOk="0" h="22681" w="9613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45"/>
            <p:cNvSpPr/>
            <p:nvPr/>
          </p:nvSpPr>
          <p:spPr>
            <a:xfrm>
              <a:off x="6091825" y="4613150"/>
              <a:ext cx="231475" cy="591025"/>
            </a:xfrm>
            <a:custGeom>
              <a:rect b="b" l="l" r="r" t="t"/>
              <a:pathLst>
                <a:path extrusionOk="0" h="23641" w="9259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45"/>
            <p:cNvSpPr/>
            <p:nvPr/>
          </p:nvSpPr>
          <p:spPr>
            <a:xfrm>
              <a:off x="6132000" y="4990325"/>
              <a:ext cx="118975" cy="73500"/>
            </a:xfrm>
            <a:custGeom>
              <a:rect b="b" l="l" r="r" t="t"/>
              <a:pathLst>
                <a:path extrusionOk="0" h="2940" w="4759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45"/>
            <p:cNvSpPr/>
            <p:nvPr/>
          </p:nvSpPr>
          <p:spPr>
            <a:xfrm>
              <a:off x="6144075" y="4717625"/>
              <a:ext cx="67525" cy="129850"/>
            </a:xfrm>
            <a:custGeom>
              <a:rect b="b" l="l" r="r" t="t"/>
              <a:pathLst>
                <a:path extrusionOk="0" h="5194" w="2701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45"/>
            <p:cNvSpPr/>
            <p:nvPr/>
          </p:nvSpPr>
          <p:spPr>
            <a:xfrm>
              <a:off x="6261400" y="4661375"/>
              <a:ext cx="142250" cy="70375"/>
            </a:xfrm>
            <a:custGeom>
              <a:rect b="b" l="l" r="r" t="t"/>
              <a:pathLst>
                <a:path extrusionOk="0" h="2815" w="569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45"/>
            <p:cNvSpPr/>
            <p:nvPr/>
          </p:nvSpPr>
          <p:spPr>
            <a:xfrm>
              <a:off x="5983350" y="4849900"/>
              <a:ext cx="59475" cy="189975"/>
            </a:xfrm>
            <a:custGeom>
              <a:rect b="b" l="l" r="r" t="t"/>
              <a:pathLst>
                <a:path extrusionOk="0" h="7599" w="2379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45"/>
            <p:cNvSpPr/>
            <p:nvPr/>
          </p:nvSpPr>
          <p:spPr>
            <a:xfrm>
              <a:off x="5822625" y="4838000"/>
              <a:ext cx="117350" cy="67525"/>
            </a:xfrm>
            <a:custGeom>
              <a:rect b="b" l="l" r="r" t="t"/>
              <a:pathLst>
                <a:path extrusionOk="0" h="2701" w="4694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5"/>
            <p:cNvSpPr/>
            <p:nvPr/>
          </p:nvSpPr>
          <p:spPr>
            <a:xfrm>
              <a:off x="5951200" y="5157025"/>
              <a:ext cx="268425" cy="212975"/>
            </a:xfrm>
            <a:custGeom>
              <a:rect b="b" l="l" r="r" t="t"/>
              <a:pathLst>
                <a:path extrusionOk="0" h="8519" w="10737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5"/>
            <p:cNvSpPr/>
            <p:nvPr/>
          </p:nvSpPr>
          <p:spPr>
            <a:xfrm>
              <a:off x="5943975" y="5150600"/>
              <a:ext cx="282875" cy="225825"/>
            </a:xfrm>
            <a:custGeom>
              <a:rect b="b" l="l" r="r" t="t"/>
              <a:pathLst>
                <a:path extrusionOk="0" h="9033" w="11315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5"/>
            <p:cNvSpPr/>
            <p:nvPr/>
          </p:nvSpPr>
          <p:spPr>
            <a:xfrm>
              <a:off x="3847350" y="4310825"/>
              <a:ext cx="341550" cy="994100"/>
            </a:xfrm>
            <a:custGeom>
              <a:rect b="b" l="l" r="r" t="t"/>
              <a:pathLst>
                <a:path extrusionOk="0" h="39764" w="13662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45"/>
            <p:cNvSpPr/>
            <p:nvPr/>
          </p:nvSpPr>
          <p:spPr>
            <a:xfrm>
              <a:off x="3840100" y="4304400"/>
              <a:ext cx="356025" cy="1007475"/>
            </a:xfrm>
            <a:custGeom>
              <a:rect b="b" l="l" r="r" t="t"/>
              <a:pathLst>
                <a:path extrusionOk="0" h="40299" w="14241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45"/>
            <p:cNvSpPr/>
            <p:nvPr/>
          </p:nvSpPr>
          <p:spPr>
            <a:xfrm>
              <a:off x="3691825" y="5009525"/>
              <a:ext cx="308225" cy="332350"/>
            </a:xfrm>
            <a:custGeom>
              <a:rect b="b" l="l" r="r" t="t"/>
              <a:pathLst>
                <a:path extrusionOk="0" h="13294" w="12329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45"/>
            <p:cNvSpPr/>
            <p:nvPr/>
          </p:nvSpPr>
          <p:spPr>
            <a:xfrm>
              <a:off x="3690650" y="5002725"/>
              <a:ext cx="303775" cy="345575"/>
            </a:xfrm>
            <a:custGeom>
              <a:rect b="b" l="l" r="r" t="t"/>
              <a:pathLst>
                <a:path extrusionOk="0" h="13823" w="12151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45"/>
            <p:cNvSpPr/>
            <p:nvPr/>
          </p:nvSpPr>
          <p:spPr>
            <a:xfrm>
              <a:off x="2765675" y="5136875"/>
              <a:ext cx="160425" cy="71975"/>
            </a:xfrm>
            <a:custGeom>
              <a:rect b="b" l="l" r="r" t="t"/>
              <a:pathLst>
                <a:path extrusionOk="0" h="2879" w="6417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45"/>
            <p:cNvSpPr/>
            <p:nvPr/>
          </p:nvSpPr>
          <p:spPr>
            <a:xfrm>
              <a:off x="2768900" y="5129700"/>
              <a:ext cx="150300" cy="86025"/>
            </a:xfrm>
            <a:custGeom>
              <a:rect b="b" l="l" r="r" t="t"/>
              <a:pathLst>
                <a:path extrusionOk="0" h="3441" w="6012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45"/>
            <p:cNvSpPr/>
            <p:nvPr/>
          </p:nvSpPr>
          <p:spPr>
            <a:xfrm>
              <a:off x="2849250" y="5096175"/>
              <a:ext cx="87625" cy="156775"/>
            </a:xfrm>
            <a:custGeom>
              <a:rect b="b" l="l" r="r" t="t"/>
              <a:pathLst>
                <a:path extrusionOk="0" h="6271" w="3505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45"/>
            <p:cNvSpPr/>
            <p:nvPr/>
          </p:nvSpPr>
          <p:spPr>
            <a:xfrm>
              <a:off x="2846050" y="5089525"/>
              <a:ext cx="98050" cy="170375"/>
            </a:xfrm>
            <a:custGeom>
              <a:rect b="b" l="l" r="r" t="t"/>
              <a:pathLst>
                <a:path extrusionOk="0" h="6815" w="3922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45"/>
            <p:cNvSpPr/>
            <p:nvPr/>
          </p:nvSpPr>
          <p:spPr>
            <a:xfrm>
              <a:off x="2864525" y="5089350"/>
              <a:ext cx="148700" cy="160125"/>
            </a:xfrm>
            <a:custGeom>
              <a:rect b="b" l="l" r="r" t="t"/>
              <a:pathLst>
                <a:path extrusionOk="0" h="6405" w="5948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45"/>
            <p:cNvSpPr/>
            <p:nvPr/>
          </p:nvSpPr>
          <p:spPr>
            <a:xfrm>
              <a:off x="2860500" y="5083100"/>
              <a:ext cx="159950" cy="173600"/>
            </a:xfrm>
            <a:custGeom>
              <a:rect b="b" l="l" r="r" t="t"/>
              <a:pathLst>
                <a:path extrusionOk="0" h="6944" w="6398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45"/>
            <p:cNvSpPr/>
            <p:nvPr/>
          </p:nvSpPr>
          <p:spPr>
            <a:xfrm>
              <a:off x="2874975" y="5075450"/>
              <a:ext cx="1043925" cy="240775"/>
            </a:xfrm>
            <a:custGeom>
              <a:rect b="b" l="l" r="r" t="t"/>
              <a:pathLst>
                <a:path extrusionOk="0" h="9631" w="41757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45"/>
            <p:cNvSpPr/>
            <p:nvPr/>
          </p:nvSpPr>
          <p:spPr>
            <a:xfrm>
              <a:off x="2867750" y="5068625"/>
              <a:ext cx="1040700" cy="253975"/>
            </a:xfrm>
            <a:custGeom>
              <a:rect b="b" l="l" r="r" t="t"/>
              <a:pathLst>
                <a:path extrusionOk="0" h="10159" w="41628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45"/>
            <p:cNvSpPr/>
            <p:nvPr/>
          </p:nvSpPr>
          <p:spPr>
            <a:xfrm>
              <a:off x="4233075" y="4101575"/>
              <a:ext cx="677475" cy="1267625"/>
            </a:xfrm>
            <a:custGeom>
              <a:rect b="b" l="l" r="r" t="t"/>
              <a:pathLst>
                <a:path extrusionOk="0" h="50705" w="27099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45"/>
            <p:cNvSpPr/>
            <p:nvPr/>
          </p:nvSpPr>
          <p:spPr>
            <a:xfrm>
              <a:off x="4226650" y="4094650"/>
              <a:ext cx="690325" cy="1280975"/>
            </a:xfrm>
            <a:custGeom>
              <a:rect b="b" l="l" r="r" t="t"/>
              <a:pathLst>
                <a:path extrusionOk="0" h="51239" w="27613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5"/>
            <p:cNvSpPr/>
            <p:nvPr/>
          </p:nvSpPr>
          <p:spPr>
            <a:xfrm>
              <a:off x="4030575" y="4125175"/>
              <a:ext cx="497450" cy="1244825"/>
            </a:xfrm>
            <a:custGeom>
              <a:rect b="b" l="l" r="r" t="t"/>
              <a:pathLst>
                <a:path extrusionOk="0" h="49793" w="19898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5"/>
            <p:cNvSpPr/>
            <p:nvPr/>
          </p:nvSpPr>
          <p:spPr>
            <a:xfrm>
              <a:off x="4023325" y="4118950"/>
              <a:ext cx="511125" cy="1257475"/>
            </a:xfrm>
            <a:custGeom>
              <a:rect b="b" l="l" r="r" t="t"/>
              <a:pathLst>
                <a:path extrusionOk="0" h="50299" w="20445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5"/>
            <p:cNvSpPr/>
            <p:nvPr/>
          </p:nvSpPr>
          <p:spPr>
            <a:xfrm>
              <a:off x="4349600" y="4100275"/>
              <a:ext cx="131025" cy="192900"/>
            </a:xfrm>
            <a:custGeom>
              <a:rect b="b" l="l" r="r" t="t"/>
              <a:pathLst>
                <a:path extrusionOk="0" h="7716" w="5241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5"/>
            <p:cNvSpPr/>
            <p:nvPr/>
          </p:nvSpPr>
          <p:spPr>
            <a:xfrm>
              <a:off x="4342375" y="4093050"/>
              <a:ext cx="145475" cy="206625"/>
            </a:xfrm>
            <a:custGeom>
              <a:rect b="b" l="l" r="r" t="t"/>
              <a:pathLst>
                <a:path extrusionOk="0" h="8265" w="5819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5"/>
            <p:cNvSpPr/>
            <p:nvPr/>
          </p:nvSpPr>
          <p:spPr>
            <a:xfrm>
              <a:off x="4418700" y="3834275"/>
              <a:ext cx="451675" cy="495050"/>
            </a:xfrm>
            <a:custGeom>
              <a:rect b="b" l="l" r="r" t="t"/>
              <a:pathLst>
                <a:path extrusionOk="0" h="19802" w="18067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45"/>
            <p:cNvSpPr/>
            <p:nvPr/>
          </p:nvSpPr>
          <p:spPr>
            <a:xfrm>
              <a:off x="4411475" y="3827525"/>
              <a:ext cx="465325" cy="508450"/>
            </a:xfrm>
            <a:custGeom>
              <a:rect b="b" l="l" r="r" t="t"/>
              <a:pathLst>
                <a:path extrusionOk="0" h="20338" w="18613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45"/>
            <p:cNvSpPr/>
            <p:nvPr/>
          </p:nvSpPr>
          <p:spPr>
            <a:xfrm>
              <a:off x="4254775" y="3175150"/>
              <a:ext cx="542450" cy="1180025"/>
            </a:xfrm>
            <a:custGeom>
              <a:rect b="b" l="l" r="r" t="t"/>
              <a:pathLst>
                <a:path extrusionOk="0" h="47201" w="21698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45"/>
            <p:cNvSpPr/>
            <p:nvPr/>
          </p:nvSpPr>
          <p:spPr>
            <a:xfrm>
              <a:off x="4333525" y="3175150"/>
              <a:ext cx="463700" cy="450850"/>
            </a:xfrm>
            <a:custGeom>
              <a:rect b="b" l="l" r="r" t="t"/>
              <a:pathLst>
                <a:path extrusionOk="0" h="18034" w="18548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45"/>
            <p:cNvSpPr/>
            <p:nvPr/>
          </p:nvSpPr>
          <p:spPr>
            <a:xfrm>
              <a:off x="4253975" y="3168075"/>
              <a:ext cx="549700" cy="1193400"/>
            </a:xfrm>
            <a:custGeom>
              <a:rect b="b" l="l" r="r" t="t"/>
              <a:pathLst>
                <a:path extrusionOk="0" h="47736" w="21988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45"/>
            <p:cNvSpPr/>
            <p:nvPr/>
          </p:nvSpPr>
          <p:spPr>
            <a:xfrm>
              <a:off x="4706400" y="3568950"/>
              <a:ext cx="116550" cy="215550"/>
            </a:xfrm>
            <a:custGeom>
              <a:rect b="b" l="l" r="r" t="t"/>
              <a:pathLst>
                <a:path extrusionOk="0" h="8622" w="4662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45"/>
            <p:cNvSpPr/>
            <p:nvPr/>
          </p:nvSpPr>
          <p:spPr>
            <a:xfrm>
              <a:off x="4700775" y="3561850"/>
              <a:ext cx="118975" cy="229050"/>
            </a:xfrm>
            <a:custGeom>
              <a:rect b="b" l="l" r="r" t="t"/>
              <a:pathLst>
                <a:path extrusionOk="0" h="9162" w="4759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45"/>
            <p:cNvSpPr/>
            <p:nvPr/>
          </p:nvSpPr>
          <p:spPr>
            <a:xfrm>
              <a:off x="4340750" y="3605550"/>
              <a:ext cx="114950" cy="202225"/>
            </a:xfrm>
            <a:custGeom>
              <a:rect b="b" l="l" r="r" t="t"/>
              <a:pathLst>
                <a:path extrusionOk="0" h="8089" w="4598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45"/>
            <p:cNvSpPr/>
            <p:nvPr/>
          </p:nvSpPr>
          <p:spPr>
            <a:xfrm>
              <a:off x="4360050" y="3835075"/>
              <a:ext cx="135825" cy="28150"/>
            </a:xfrm>
            <a:custGeom>
              <a:rect b="b" l="l" r="r" t="t"/>
              <a:pathLst>
                <a:path extrusionOk="0" h="1126" w="5433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45"/>
            <p:cNvSpPr/>
            <p:nvPr/>
          </p:nvSpPr>
          <p:spPr>
            <a:xfrm>
              <a:off x="4480600" y="3605250"/>
              <a:ext cx="28950" cy="57875"/>
            </a:xfrm>
            <a:custGeom>
              <a:rect b="b" l="l" r="r" t="t"/>
              <a:pathLst>
                <a:path extrusionOk="0" h="2315" w="1158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45"/>
            <p:cNvSpPr/>
            <p:nvPr/>
          </p:nvSpPr>
          <p:spPr>
            <a:xfrm>
              <a:off x="4305400" y="3586775"/>
              <a:ext cx="29750" cy="57875"/>
            </a:xfrm>
            <a:custGeom>
              <a:rect b="b" l="l" r="r" t="t"/>
              <a:pathLst>
                <a:path extrusionOk="0" h="2315" w="119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5"/>
            <p:cNvSpPr/>
            <p:nvPr/>
          </p:nvSpPr>
          <p:spPr>
            <a:xfrm>
              <a:off x="4276475" y="3539350"/>
              <a:ext cx="94850" cy="24950"/>
            </a:xfrm>
            <a:custGeom>
              <a:rect b="b" l="l" r="r" t="t"/>
              <a:pathLst>
                <a:path extrusionOk="0" h="998" w="3794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5"/>
            <p:cNvSpPr/>
            <p:nvPr/>
          </p:nvSpPr>
          <p:spPr>
            <a:xfrm>
              <a:off x="4443625" y="3548200"/>
              <a:ext cx="135025" cy="38000"/>
            </a:xfrm>
            <a:custGeom>
              <a:rect b="b" l="l" r="r" t="t"/>
              <a:pathLst>
                <a:path extrusionOk="0" h="1520" w="5401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45"/>
            <p:cNvSpPr/>
            <p:nvPr/>
          </p:nvSpPr>
          <p:spPr>
            <a:xfrm>
              <a:off x="4481400" y="4034375"/>
              <a:ext cx="855050" cy="1335625"/>
            </a:xfrm>
            <a:custGeom>
              <a:rect b="b" l="l" r="r" t="t"/>
              <a:pathLst>
                <a:path extrusionOk="0" h="53425" w="34202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45"/>
            <p:cNvSpPr/>
            <p:nvPr/>
          </p:nvSpPr>
          <p:spPr>
            <a:xfrm>
              <a:off x="4474150" y="4027550"/>
              <a:ext cx="858300" cy="1348875"/>
            </a:xfrm>
            <a:custGeom>
              <a:rect b="b" l="l" r="r" t="t"/>
              <a:pathLst>
                <a:path extrusionOk="0" h="53955" w="34332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45"/>
            <p:cNvSpPr/>
            <p:nvPr/>
          </p:nvSpPr>
          <p:spPr>
            <a:xfrm>
              <a:off x="4637300" y="3848750"/>
              <a:ext cx="257975" cy="516750"/>
            </a:xfrm>
            <a:custGeom>
              <a:rect b="b" l="l" r="r" t="t"/>
              <a:pathLst>
                <a:path extrusionOk="0" h="20670" w="10319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45"/>
            <p:cNvSpPr/>
            <p:nvPr/>
          </p:nvSpPr>
          <p:spPr>
            <a:xfrm>
              <a:off x="4630050" y="3842025"/>
              <a:ext cx="272450" cy="530700"/>
            </a:xfrm>
            <a:custGeom>
              <a:rect b="b" l="l" r="r" t="t"/>
              <a:pathLst>
                <a:path extrusionOk="0" h="21228" w="10898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45"/>
            <p:cNvSpPr/>
            <p:nvPr/>
          </p:nvSpPr>
          <p:spPr>
            <a:xfrm>
              <a:off x="4855875" y="4281900"/>
              <a:ext cx="512725" cy="946675"/>
            </a:xfrm>
            <a:custGeom>
              <a:rect b="b" l="l" r="r" t="t"/>
              <a:pathLst>
                <a:path extrusionOk="0" h="37867" w="20509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45"/>
            <p:cNvSpPr/>
            <p:nvPr/>
          </p:nvSpPr>
          <p:spPr>
            <a:xfrm>
              <a:off x="4848650" y="4276275"/>
              <a:ext cx="511925" cy="959025"/>
            </a:xfrm>
            <a:custGeom>
              <a:rect b="b" l="l" r="r" t="t"/>
              <a:pathLst>
                <a:path extrusionOk="0" h="38361" w="20477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45"/>
            <p:cNvSpPr/>
            <p:nvPr/>
          </p:nvSpPr>
          <p:spPr>
            <a:xfrm>
              <a:off x="4716850" y="4919150"/>
              <a:ext cx="404250" cy="407825"/>
            </a:xfrm>
            <a:custGeom>
              <a:rect b="b" l="l" r="r" t="t"/>
              <a:pathLst>
                <a:path extrusionOk="0" h="16313" w="1617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45"/>
            <p:cNvSpPr/>
            <p:nvPr/>
          </p:nvSpPr>
          <p:spPr>
            <a:xfrm>
              <a:off x="4714450" y="4915950"/>
              <a:ext cx="413875" cy="417900"/>
            </a:xfrm>
            <a:custGeom>
              <a:rect b="b" l="l" r="r" t="t"/>
              <a:pathLst>
                <a:path extrusionOk="0" h="16716" w="16555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45"/>
            <p:cNvSpPr/>
            <p:nvPr/>
          </p:nvSpPr>
          <p:spPr>
            <a:xfrm>
              <a:off x="3529925" y="5101700"/>
              <a:ext cx="469550" cy="99550"/>
            </a:xfrm>
            <a:custGeom>
              <a:rect b="b" l="l" r="r" t="t"/>
              <a:pathLst>
                <a:path extrusionOk="0" h="3982" w="18782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45"/>
            <p:cNvSpPr/>
            <p:nvPr/>
          </p:nvSpPr>
          <p:spPr>
            <a:xfrm>
              <a:off x="3533125" y="5095150"/>
              <a:ext cx="450050" cy="112525"/>
            </a:xfrm>
            <a:custGeom>
              <a:rect b="b" l="l" r="r" t="t"/>
              <a:pathLst>
                <a:path extrusionOk="0" h="4501" w="18002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45"/>
            <p:cNvSpPr/>
            <p:nvPr/>
          </p:nvSpPr>
          <p:spPr>
            <a:xfrm>
              <a:off x="3583025" y="5056825"/>
              <a:ext cx="166300" cy="176575"/>
            </a:xfrm>
            <a:custGeom>
              <a:rect b="b" l="l" r="r" t="t"/>
              <a:pathLst>
                <a:path extrusionOk="0" h="7063" w="6652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45"/>
            <p:cNvSpPr/>
            <p:nvPr/>
          </p:nvSpPr>
          <p:spPr>
            <a:xfrm>
              <a:off x="3576525" y="5050150"/>
              <a:ext cx="180025" cy="189675"/>
            </a:xfrm>
            <a:custGeom>
              <a:rect b="b" l="l" r="r" t="t"/>
              <a:pathLst>
                <a:path extrusionOk="0" h="7587" w="7201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45"/>
            <p:cNvSpPr/>
            <p:nvPr/>
          </p:nvSpPr>
          <p:spPr>
            <a:xfrm>
              <a:off x="3610275" y="5040500"/>
              <a:ext cx="192900" cy="215600"/>
            </a:xfrm>
            <a:custGeom>
              <a:rect b="b" l="l" r="r" t="t"/>
              <a:pathLst>
                <a:path extrusionOk="0" h="8624" w="7716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45"/>
            <p:cNvSpPr/>
            <p:nvPr/>
          </p:nvSpPr>
          <p:spPr>
            <a:xfrm>
              <a:off x="3603850" y="5033275"/>
              <a:ext cx="206550" cy="229050"/>
            </a:xfrm>
            <a:custGeom>
              <a:rect b="b" l="l" r="r" t="t"/>
              <a:pathLst>
                <a:path extrusionOk="0" h="9162" w="8262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45"/>
            <p:cNvSpPr/>
            <p:nvPr/>
          </p:nvSpPr>
          <p:spPr>
            <a:xfrm>
              <a:off x="3636000" y="5039525"/>
              <a:ext cx="1332400" cy="269500"/>
            </a:xfrm>
            <a:custGeom>
              <a:rect b="b" l="l" r="r" t="t"/>
              <a:pathLst>
                <a:path extrusionOk="0" h="10780" w="53296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45"/>
            <p:cNvSpPr/>
            <p:nvPr/>
          </p:nvSpPr>
          <p:spPr>
            <a:xfrm>
              <a:off x="3628750" y="5032475"/>
              <a:ext cx="1339650" cy="282875"/>
            </a:xfrm>
            <a:custGeom>
              <a:rect b="b" l="l" r="r" t="t"/>
              <a:pathLst>
                <a:path extrusionOk="0" h="11315" w="53586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45"/>
            <p:cNvSpPr/>
            <p:nvPr/>
          </p:nvSpPr>
          <p:spPr>
            <a:xfrm>
              <a:off x="1274175" y="5363550"/>
              <a:ext cx="5102975" cy="12875"/>
            </a:xfrm>
            <a:custGeom>
              <a:rect b="b" l="l" r="r" t="t"/>
              <a:pathLst>
                <a:path extrusionOk="0" h="515" w="204119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45"/>
            <p:cNvSpPr/>
            <p:nvPr/>
          </p:nvSpPr>
          <p:spPr>
            <a:xfrm>
              <a:off x="2392800" y="5312125"/>
              <a:ext cx="1579925" cy="57875"/>
            </a:xfrm>
            <a:custGeom>
              <a:rect b="b" l="l" r="r" t="t"/>
              <a:pathLst>
                <a:path extrusionOk="0" h="2315" w="63197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45"/>
            <p:cNvSpPr/>
            <p:nvPr/>
          </p:nvSpPr>
          <p:spPr>
            <a:xfrm>
              <a:off x="2385575" y="5304900"/>
              <a:ext cx="1594400" cy="71525"/>
            </a:xfrm>
            <a:custGeom>
              <a:rect b="b" l="l" r="r" t="t"/>
              <a:pathLst>
                <a:path extrusionOk="0" h="2861" w="63776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45"/>
            <p:cNvSpPr/>
            <p:nvPr/>
          </p:nvSpPr>
          <p:spPr>
            <a:xfrm>
              <a:off x="3230175" y="5312125"/>
              <a:ext cx="742550" cy="57875"/>
            </a:xfrm>
            <a:custGeom>
              <a:rect b="b" l="l" r="r" t="t"/>
              <a:pathLst>
                <a:path extrusionOk="0" h="2315" w="29702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45"/>
            <p:cNvSpPr/>
            <p:nvPr/>
          </p:nvSpPr>
          <p:spPr>
            <a:xfrm>
              <a:off x="3223750" y="5304900"/>
              <a:ext cx="756225" cy="71525"/>
            </a:xfrm>
            <a:custGeom>
              <a:rect b="b" l="l" r="r" t="t"/>
              <a:pathLst>
                <a:path extrusionOk="0" h="2861" w="30249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45"/>
            <p:cNvSpPr/>
            <p:nvPr/>
          </p:nvSpPr>
          <p:spPr>
            <a:xfrm>
              <a:off x="2064125" y="4578425"/>
              <a:ext cx="1203025" cy="733725"/>
            </a:xfrm>
            <a:custGeom>
              <a:rect b="b" l="l" r="r" t="t"/>
              <a:pathLst>
                <a:path extrusionOk="0" h="29349" w="48121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45"/>
            <p:cNvSpPr/>
            <p:nvPr/>
          </p:nvSpPr>
          <p:spPr>
            <a:xfrm>
              <a:off x="2056900" y="4572000"/>
              <a:ext cx="1217500" cy="746575"/>
            </a:xfrm>
            <a:custGeom>
              <a:rect b="b" l="l" r="r" t="t"/>
              <a:pathLst>
                <a:path extrusionOk="0" h="29863" w="4870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45"/>
            <p:cNvSpPr/>
            <p:nvPr/>
          </p:nvSpPr>
          <p:spPr>
            <a:xfrm>
              <a:off x="2027175" y="4578425"/>
              <a:ext cx="1203025" cy="733725"/>
            </a:xfrm>
            <a:custGeom>
              <a:rect b="b" l="l" r="r" t="t"/>
              <a:pathLst>
                <a:path extrusionOk="0" h="29349" w="48121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45"/>
            <p:cNvSpPr/>
            <p:nvPr/>
          </p:nvSpPr>
          <p:spPr>
            <a:xfrm>
              <a:off x="2020725" y="4572000"/>
              <a:ext cx="1216700" cy="746575"/>
            </a:xfrm>
            <a:custGeom>
              <a:rect b="b" l="l" r="r" t="t"/>
              <a:pathLst>
                <a:path extrusionOk="0" h="29863" w="48668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9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4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21212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Tableau de comparaison</a:t>
            </a:r>
            <a:endParaRPr sz="3200">
              <a:solidFill>
                <a:srgbClr val="21212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aphicFrame>
        <p:nvGraphicFramePr>
          <p:cNvPr id="2801" name="Google Shape;2801;p46"/>
          <p:cNvGraphicFramePr/>
          <p:nvPr/>
        </p:nvGraphicFramePr>
        <p:xfrm>
          <a:off x="1159675" y="1058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{D8E8EA9B-2920-4236-9272-5F5024C4B6AF}</a:tableStyleId>
              </a:tblPr>
              <a:tblGrid>
                <a:gridCol w="1405650"/>
                <a:gridCol w="1405650"/>
                <a:gridCol w="1405650"/>
                <a:gridCol w="1405650"/>
                <a:gridCol w="1405650"/>
              </a:tblGrid>
              <a:tr h="4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R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5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1.0</a:t>
                      </a:r>
                      <a:endParaRPr b="1" sz="155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5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2.0</a:t>
                      </a:r>
                      <a:endParaRPr b="1" sz="155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5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3.0</a:t>
                      </a:r>
                      <a:endParaRPr b="1" sz="155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19050">
                      <a:solidFill>
                        <a:srgbClr val="D0E4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5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4.0</a:t>
                      </a:r>
                      <a:endParaRPr sz="18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71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Définition (selon Berners-Lee)</a:t>
                      </a:r>
                      <a:endParaRPr b="1" sz="13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Read Only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Read Write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Read Write Execute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Read-Write-Execution-Concurrency 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</a:tr>
              <a:tr h="57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Type de Web</a:t>
                      </a:r>
                      <a:endParaRPr b="1" sz="13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Simple Web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social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sémantique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Web symbolique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83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Nombre d’utilisateurs</a:t>
                      </a:r>
                      <a:endParaRPr b="1" sz="13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Millions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Billions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Trillions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Trillions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</a:tr>
              <a:tr h="98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Concept de base</a:t>
                      </a:r>
                      <a:endParaRPr b="1" sz="13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Connecter des informations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Connecter les gens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Connecter les connaissances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interconnexion réel|virtuel, intelligence collective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212121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Années</a:t>
                      </a:r>
                      <a:endParaRPr b="1" sz="1300">
                        <a:solidFill>
                          <a:srgbClr val="212121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1990-2000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2000-2010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2010-2020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28575" marB="28575" marR="19050" marL="19050" anchor="ctr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2020-XXXX</a:t>
                      </a:r>
                      <a:endParaRPr sz="13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AAA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2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6" name="Google Shape;2806;p47"/>
          <p:cNvGrpSpPr/>
          <p:nvPr/>
        </p:nvGrpSpPr>
        <p:grpSpPr>
          <a:xfrm>
            <a:off x="2831850" y="526920"/>
            <a:ext cx="3480300" cy="1145236"/>
            <a:chOff x="2771600" y="526920"/>
            <a:chExt cx="3480300" cy="1145236"/>
          </a:xfrm>
        </p:grpSpPr>
        <p:sp>
          <p:nvSpPr>
            <p:cNvPr id="2807" name="Google Shape;2807;p47"/>
            <p:cNvSpPr/>
            <p:nvPr/>
          </p:nvSpPr>
          <p:spPr>
            <a:xfrm>
              <a:off x="2771600" y="526920"/>
              <a:ext cx="3480300" cy="114523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9" name="Google Shape;2809;p47"/>
          <p:cNvGrpSpPr/>
          <p:nvPr/>
        </p:nvGrpSpPr>
        <p:grpSpPr>
          <a:xfrm>
            <a:off x="2831850" y="3471345"/>
            <a:ext cx="3480300" cy="1145100"/>
            <a:chOff x="2771600" y="526920"/>
            <a:chExt cx="3480300" cy="1145100"/>
          </a:xfrm>
        </p:grpSpPr>
        <p:sp>
          <p:nvSpPr>
            <p:cNvPr id="2810" name="Google Shape;2810;p47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2" name="Google Shape;2812;p47"/>
          <p:cNvGrpSpPr/>
          <p:nvPr/>
        </p:nvGrpSpPr>
        <p:grpSpPr>
          <a:xfrm>
            <a:off x="2831850" y="1999195"/>
            <a:ext cx="3480300" cy="1145100"/>
            <a:chOff x="2771600" y="526920"/>
            <a:chExt cx="3480300" cy="1145100"/>
          </a:xfrm>
        </p:grpSpPr>
        <p:sp>
          <p:nvSpPr>
            <p:cNvPr id="2813" name="Google Shape;2813;p47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5" name="Google Shape;2815;p47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2000</a:t>
            </a:r>
            <a:endParaRPr/>
          </a:p>
        </p:txBody>
      </p:sp>
      <p:sp>
        <p:nvSpPr>
          <p:cNvPr id="2816" name="Google Shape;2816;p47"/>
          <p:cNvSpPr txBox="1"/>
          <p:nvPr>
            <p:ph type="title"/>
          </p:nvPr>
        </p:nvSpPr>
        <p:spPr>
          <a:xfrm>
            <a:off x="2825496" y="882788"/>
            <a:ext cx="34839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site en 1991 </a:t>
            </a:r>
            <a:endParaRPr/>
          </a:p>
        </p:txBody>
      </p:sp>
      <p:sp>
        <p:nvSpPr>
          <p:cNvPr id="2817" name="Google Shape;2817;p47"/>
          <p:cNvSpPr txBox="1"/>
          <p:nvPr>
            <p:ph idx="2" type="title"/>
          </p:nvPr>
        </p:nvSpPr>
        <p:spPr>
          <a:xfrm>
            <a:off x="2825496" y="2177082"/>
            <a:ext cx="34839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10 000 000</a:t>
            </a:r>
            <a:endParaRPr/>
          </a:p>
        </p:txBody>
      </p:sp>
      <p:sp>
        <p:nvSpPr>
          <p:cNvPr id="2818" name="Google Shape;2818;p47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1,88 milliard</a:t>
            </a:r>
            <a:endParaRPr/>
          </a:p>
        </p:txBody>
      </p:sp>
      <p:sp>
        <p:nvSpPr>
          <p:cNvPr id="2819" name="Google Shape;2819;p47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 2021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800"/>
                                        <p:tgtEl>
                                          <p:spTgt spid="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2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8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8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4" name="Google Shape;2824;p48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825" name="Google Shape;2825;p48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48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7" name="Google Shape;2827;p48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—</a:t>
            </a:r>
            <a:r>
              <a:rPr lang="en"/>
              <a:t>Tim Berners-Lee</a:t>
            </a:r>
            <a:endParaRPr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828" name="Google Shape;2828;p48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“Th</a:t>
            </a:r>
            <a:r>
              <a:rPr lang="en"/>
              <a:t>e web doesn’t just connect machines, It connects people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.”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829" name="Google Shape;28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650" y="1570775"/>
            <a:ext cx="2198550" cy="219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0" name="Google Shape;28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638" y="1570775"/>
            <a:ext cx="2198550" cy="219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2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49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Your ATTENTION</a:t>
            </a:r>
            <a:endParaRPr/>
          </a:p>
        </p:txBody>
      </p:sp>
      <p:sp>
        <p:nvSpPr>
          <p:cNvPr id="2836" name="Google Shape;2836;p49"/>
          <p:cNvSpPr txBox="1"/>
          <p:nvPr>
            <p:ph type="title"/>
          </p:nvPr>
        </p:nvSpPr>
        <p:spPr>
          <a:xfrm>
            <a:off x="2554225" y="1892188"/>
            <a:ext cx="39045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  <p:sp>
        <p:nvSpPr>
          <p:cNvPr id="2837" name="Google Shape;2837;p49"/>
          <p:cNvSpPr txBox="1"/>
          <p:nvPr>
            <p:ph type="title"/>
          </p:nvPr>
        </p:nvSpPr>
        <p:spPr>
          <a:xfrm>
            <a:off x="2554225" y="1892188"/>
            <a:ext cx="39045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  <p:sp>
        <p:nvSpPr>
          <p:cNvPr id="2838" name="Google Shape;2838;p49"/>
          <p:cNvSpPr txBox="1"/>
          <p:nvPr>
            <p:ph type="title"/>
          </p:nvPr>
        </p:nvSpPr>
        <p:spPr>
          <a:xfrm>
            <a:off x="2554225" y="1892188"/>
            <a:ext cx="39045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  <p:sp>
        <p:nvSpPr>
          <p:cNvPr id="2839" name="Google Shape;2839;p49"/>
          <p:cNvSpPr txBox="1"/>
          <p:nvPr>
            <p:ph type="title"/>
          </p:nvPr>
        </p:nvSpPr>
        <p:spPr>
          <a:xfrm>
            <a:off x="2554225" y="1892188"/>
            <a:ext cx="39045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  <p:sp>
        <p:nvSpPr>
          <p:cNvPr id="2840" name="Google Shape;2840;p49"/>
          <p:cNvSpPr txBox="1"/>
          <p:nvPr>
            <p:ph type="title"/>
          </p:nvPr>
        </p:nvSpPr>
        <p:spPr>
          <a:xfrm>
            <a:off x="2554225" y="1754338"/>
            <a:ext cx="3904500" cy="10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  <p:sp>
        <p:nvSpPr>
          <p:cNvPr id="2841" name="Google Shape;2841;p49"/>
          <p:cNvSpPr txBox="1"/>
          <p:nvPr>
            <p:ph type="title"/>
          </p:nvPr>
        </p:nvSpPr>
        <p:spPr>
          <a:xfrm>
            <a:off x="2554225" y="1754338"/>
            <a:ext cx="3904500" cy="10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THANK YOU</a:t>
            </a:r>
            <a:endParaRPr sz="10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